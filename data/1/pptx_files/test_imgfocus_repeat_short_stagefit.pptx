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2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13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12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07544" y="671291"/>
            <a:ext cx="15072912" cy="112776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000000"/>
                </a:solidFill>
                <a:latin typeface="Oswald"/>
              </a:rPr>
              <a:t>AI Triage Snapshot</a:t>
            </a:r>
            <a:endParaRPr lang="en-US" sz="6600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91432" y="6140879"/>
            <a:ext cx="9654064" cy="161495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000">
                <a:solidFill>
                  <a:srgbClr val="000000"/>
                </a:solidFill>
                <a:latin typeface="Roboto"/>
              </a:rPr>
              <a:t>Teams tracked impact weekly and adjusted routing rules quickly.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1432" y="2563686"/>
            <a:ext cx="9654064" cy="31933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000">
                <a:solidFill>
                  <a:srgbClr val="000000"/>
                </a:solidFill>
                <a:latin typeface="Roboto"/>
              </a:rPr>
              <a:t>A support desk adopted AI triage to classify incoming requests and prioritize urgent issues before queue growth impacted response commitments.</a:t>
            </a:r>
          </a:p>
        </p:txBody>
      </p:sp>
      <p:pic>
        <p:nvPicPr>
          <p:cNvPr id="6" name="Picture 5" descr="ai_image__focus_repeat_fit_1591x13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656650"/>
            <a:ext cx="6614733" cy="55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32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