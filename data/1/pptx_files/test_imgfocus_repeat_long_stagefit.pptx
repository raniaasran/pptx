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13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slide" Target="slides/slide12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07544" y="671291"/>
            <a:ext cx="15072912" cy="112776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000000"/>
                </a:solidFill>
                <a:latin typeface="Oswald"/>
              </a:rPr>
              <a:t>Enterprise Incident Management Modernization</a:t>
            </a:r>
            <a:endParaRPr lang="en-US" sz="6600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6840" y="7737562"/>
            <a:ext cx="9995440" cy="1752231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8000"/>
              </a:lnSpc>
              <a:spcBef>
                <a:spcPct val="0"/>
              </a:spcBef>
              <a:spcAft>
                <a:spcPts val="0"/>
              </a:spcAft>
            </a:pPr>
            <a:r>
              <a:rPr sz="2800">
                <a:solidFill>
                  <a:srgbClr val="000000"/>
                </a:solidFill>
                <a:latin typeface="Roboto"/>
              </a:rPr>
              <a:t>Program governance required weekly operational checkpoints, measurable remediation targets, and explicit ownership for unresolved handoff failures.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6840" y="2308177"/>
            <a:ext cx="9995440" cy="5183541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8000"/>
              </a:lnSpc>
              <a:spcBef>
                <a:spcPct val="0"/>
              </a:spcBef>
              <a:spcAft>
                <a:spcPts val="0"/>
              </a:spcAft>
            </a:pPr>
            <a:r>
              <a:rPr sz="2800">
                <a:solidFill>
                  <a:srgbClr val="000000"/>
                </a:solidFill>
                <a:latin typeface="Roboto"/>
              </a:rPr>
              <a:t>Multiple regional support teams rolled out an AI-assisted incident workflow to classify inbound issues, identify repeated failure patterns, and prioritize interventions before service-level breaches occurred. Leaders then consolidated response-time trends, escalation quality indicators, and workload forecasts into one operating cadence so supervisors could rebalance staffing, tighten routing policy, and reduce backlog volatility under sustained demand.</a:t>
            </a:r>
          </a:p>
        </p:txBody>
      </p:sp>
      <p:pic>
        <p:nvPicPr>
          <p:cNvPr id="6" name="Picture 5" descr="ai_image__focus_repeat_fit_1591x13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656650"/>
            <a:ext cx="6614733" cy="55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32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