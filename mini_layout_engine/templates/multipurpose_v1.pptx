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0" r:id="rId1"/>
    <p:sldMasterId id="2147483691" r:id="rId2"/>
  </p:sldMasterIdLst>
  <p:notesMasterIdLst>
    <p:notesMasterId r:id="rId5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311"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307" r:id="rId55"/>
    <p:sldId id="308" r:id="rId56"/>
    <p:sldId id="309" r:id="rId57"/>
    <p:sldId id="310" r:id="rId58"/>
  </p:sldIdLst>
  <p:sldSz cx="9144000" cy="5143500" type="screen16x9"/>
  <p:notesSz cx="6858000" cy="9144000"/>
  <p:embeddedFontLst>
    <p:embeddedFont>
      <p:font typeface="Amatic SC" panose="00000500000000000000" pitchFamily="2" charset="-79"/>
      <p:regular r:id="rId60"/>
      <p:bold r:id="rId61"/>
    </p:embeddedFont>
    <p:embeddedFont>
      <p:font typeface="Anaheim" panose="020B0604020202020204" charset="0"/>
      <p:regular r:id="rId62"/>
      <p:bold r:id="rId63"/>
    </p:embeddedFont>
    <p:embeddedFont>
      <p:font typeface="Bebas Neue" panose="020B0606020202050201" pitchFamily="34" charset="0"/>
      <p:regular r:id="rId64"/>
    </p:embeddedFont>
    <p:embeddedFont>
      <p:font typeface="Lato" panose="020F0502020204030203" pitchFamily="34" charset="0"/>
      <p:regular r:id="rId65"/>
      <p:bold r:id="rId66"/>
      <p:italic r:id="rId67"/>
      <p:boldItalic r:id="rId68"/>
    </p:embeddedFont>
    <p:embeddedFont>
      <p:font typeface="Nunito Light" pitchFamily="2" charset="0"/>
      <p:regular r:id="rId69"/>
      <p:italic r:id="rId70"/>
    </p:embeddedFont>
    <p:embeddedFont>
      <p:font typeface="Proxima Nova" panose="020B0604020202020204" charset="0"/>
      <p:regular r:id="rId71"/>
      <p:bold r:id="rId72"/>
      <p:italic r:id="rId73"/>
      <p:boldItalic r:id="rId74"/>
    </p:embeddedFont>
    <p:embeddedFont>
      <p:font typeface="PT Sans" panose="020B0503020203020204" pitchFamily="34" charset="0"/>
      <p:regular r:id="rId75"/>
      <p:bold r:id="rId76"/>
      <p:italic r:id="rId77"/>
      <p:boldItalic r:id="rId78"/>
    </p:embeddedFont>
    <p:embeddedFont>
      <p:font typeface="Red Hat Text" panose="020B0604020202020204" charset="0"/>
      <p:regular r:id="rId79"/>
      <p:bold r:id="rId80"/>
      <p:italic r:id="rId81"/>
      <p:boldItalic r:id="rId82"/>
    </p:embeddedFont>
    <p:embeddedFont>
      <p:font typeface="Red Hat Text Light" panose="020B0604020202020204" charset="0"/>
      <p:regular r:id="rId83"/>
      <p:bold r:id="rId84"/>
      <p:italic r:id="rId85"/>
      <p:boldItalic r:id="rId86"/>
    </p:embeddedFont>
    <p:embeddedFont>
      <p:font typeface="Roboto Condensed" panose="02000000000000000000" pitchFamily="2" charset="0"/>
      <p:regular r:id="rId87"/>
      <p:bold r:id="rId88"/>
      <p:italic r:id="rId89"/>
      <p:boldItalic r:id="rId90"/>
    </p:embeddedFont>
    <p:embeddedFont>
      <p:font typeface="Roboto Medium" panose="02000000000000000000" pitchFamily="2" charset="0"/>
      <p:regular r:id="rId91"/>
      <p:bold r:id="rId92"/>
      <p:italic r:id="rId93"/>
      <p:boldItalic r:id="rId9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2C76F040-00AF-454E-9F18-E26525FB8E53}">
  <a:tblStyle styleId="{2C76F040-00AF-454E-9F18-E26525FB8E5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12116716-413E-481D-97E3-14045B25411E}"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75" d="100"/>
          <a:sy n="75" d="100"/>
        </p:scale>
        <p:origin x="1666" y="54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4.fntdata"/><Relationship Id="rId68" Type="http://schemas.openxmlformats.org/officeDocument/2006/relationships/font" Target="fonts/font9.fntdata"/><Relationship Id="rId76" Type="http://schemas.openxmlformats.org/officeDocument/2006/relationships/font" Target="fonts/font17.fntdata"/><Relationship Id="rId84" Type="http://schemas.openxmlformats.org/officeDocument/2006/relationships/font" Target="fonts/font25.fntdata"/><Relationship Id="rId89" Type="http://schemas.openxmlformats.org/officeDocument/2006/relationships/font" Target="fonts/font30.fntdata"/><Relationship Id="rId97"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font" Target="fonts/font12.fntdata"/><Relationship Id="rId92" Type="http://schemas.openxmlformats.org/officeDocument/2006/relationships/font" Target="fonts/font33.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7.fntdata"/><Relationship Id="rId74" Type="http://schemas.openxmlformats.org/officeDocument/2006/relationships/font" Target="fonts/font15.fntdata"/><Relationship Id="rId79" Type="http://schemas.openxmlformats.org/officeDocument/2006/relationships/font" Target="fonts/font20.fntdata"/><Relationship Id="rId87" Type="http://schemas.openxmlformats.org/officeDocument/2006/relationships/font" Target="fonts/font28.fntdata"/><Relationship Id="rId5" Type="http://schemas.openxmlformats.org/officeDocument/2006/relationships/slide" Target="slides/slide3.xml"/><Relationship Id="rId61" Type="http://schemas.openxmlformats.org/officeDocument/2006/relationships/font" Target="fonts/font2.fntdata"/><Relationship Id="rId82" Type="http://schemas.openxmlformats.org/officeDocument/2006/relationships/font" Target="fonts/font23.fntdata"/><Relationship Id="rId90" Type="http://schemas.openxmlformats.org/officeDocument/2006/relationships/font" Target="fonts/font31.fntdata"/><Relationship Id="rId95" Type="http://schemas.openxmlformats.org/officeDocument/2006/relationships/presProps" Target="pres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93" Type="http://schemas.openxmlformats.org/officeDocument/2006/relationships/font" Target="fonts/font34.fntdata"/><Relationship Id="rId98"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font" Target="fonts/font29.fntdata"/><Relationship Id="rId91" Type="http://schemas.openxmlformats.org/officeDocument/2006/relationships/font" Target="fonts/font32.fntdata"/><Relationship Id="rId9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font" Target="fonts/font27.fntdata"/><Relationship Id="rId94" Type="http://schemas.openxmlformats.org/officeDocument/2006/relationships/font" Target="fonts/font35.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6"/>
        <p:cNvGrpSpPr/>
        <p:nvPr/>
      </p:nvGrpSpPr>
      <p:grpSpPr>
        <a:xfrm>
          <a:off x="0" y="0"/>
          <a:ext cx="0" cy="0"/>
          <a:chOff x="0" y="0"/>
          <a:chExt cx="0" cy="0"/>
        </a:xfrm>
      </p:grpSpPr>
      <p:sp>
        <p:nvSpPr>
          <p:cNvPr id="1187" name="Google Shape;1187;g194b5bec8c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8" name="Google Shape;1188;g194b5bec8c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3"/>
        <p:cNvGrpSpPr/>
        <p:nvPr/>
      </p:nvGrpSpPr>
      <p:grpSpPr>
        <a:xfrm>
          <a:off x="0" y="0"/>
          <a:ext cx="0" cy="0"/>
          <a:chOff x="0" y="0"/>
          <a:chExt cx="0" cy="0"/>
        </a:xfrm>
      </p:grpSpPr>
      <p:sp>
        <p:nvSpPr>
          <p:cNvPr id="1214" name="Google Shape;1214;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5" name="Google Shape;1215;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
        <p:cNvGrpSpPr/>
        <p:nvPr/>
      </p:nvGrpSpPr>
      <p:grpSpPr>
        <a:xfrm>
          <a:off x="0" y="0"/>
          <a:ext cx="0" cy="0"/>
          <a:chOff x="0" y="0"/>
          <a:chExt cx="0" cy="0"/>
        </a:xfrm>
      </p:grpSpPr>
      <p:sp>
        <p:nvSpPr>
          <p:cNvPr id="1243" name="Google Shape;1243;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4" name="Google Shape;1244;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9"/>
        <p:cNvGrpSpPr/>
        <p:nvPr/>
      </p:nvGrpSpPr>
      <p:grpSpPr>
        <a:xfrm>
          <a:off x="0" y="0"/>
          <a:ext cx="0" cy="0"/>
          <a:chOff x="0" y="0"/>
          <a:chExt cx="0" cy="0"/>
        </a:xfrm>
      </p:grpSpPr>
      <p:sp>
        <p:nvSpPr>
          <p:cNvPr id="1260" name="Google Shape;1260;g194c4226d8f_0_9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1" name="Google Shape;1261;g194c4226d8f_0_9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4"/>
        <p:cNvGrpSpPr/>
        <p:nvPr/>
      </p:nvGrpSpPr>
      <p:grpSpPr>
        <a:xfrm>
          <a:off x="0" y="0"/>
          <a:ext cx="0" cy="0"/>
          <a:chOff x="0" y="0"/>
          <a:chExt cx="0" cy="0"/>
        </a:xfrm>
      </p:grpSpPr>
      <p:sp>
        <p:nvSpPr>
          <p:cNvPr id="1285" name="Google Shape;1285;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6" name="Google Shape;1286;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2"/>
        <p:cNvGrpSpPr/>
        <p:nvPr/>
      </p:nvGrpSpPr>
      <p:grpSpPr>
        <a:xfrm>
          <a:off x="0" y="0"/>
          <a:ext cx="0" cy="0"/>
          <a:chOff x="0" y="0"/>
          <a:chExt cx="0" cy="0"/>
        </a:xfrm>
      </p:grpSpPr>
      <p:sp>
        <p:nvSpPr>
          <p:cNvPr id="1313" name="Google Shape;1313;g194c4226d8f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4" name="Google Shape;1314;g194c4226d8f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
        <p:cNvGrpSpPr/>
        <p:nvPr/>
      </p:nvGrpSpPr>
      <p:grpSpPr>
        <a:xfrm>
          <a:off x="0" y="0"/>
          <a:ext cx="0" cy="0"/>
          <a:chOff x="0" y="0"/>
          <a:chExt cx="0" cy="0"/>
        </a:xfrm>
      </p:grpSpPr>
      <p:sp>
        <p:nvSpPr>
          <p:cNvPr id="1320" name="Google Shape;1320;g194c4226d8f_0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1" name="Google Shape;1321;g194c4226d8f_0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8"/>
        <p:cNvGrpSpPr/>
        <p:nvPr/>
      </p:nvGrpSpPr>
      <p:grpSpPr>
        <a:xfrm>
          <a:off x="0" y="0"/>
          <a:ext cx="0" cy="0"/>
          <a:chOff x="0" y="0"/>
          <a:chExt cx="0" cy="0"/>
        </a:xfrm>
      </p:grpSpPr>
      <p:sp>
        <p:nvSpPr>
          <p:cNvPr id="1329" name="Google Shape;1329;g194c4226d8f_0_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0" name="Google Shape;1330;g194c4226d8f_0_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7"/>
        <p:cNvGrpSpPr/>
        <p:nvPr/>
      </p:nvGrpSpPr>
      <p:grpSpPr>
        <a:xfrm>
          <a:off x="0" y="0"/>
          <a:ext cx="0" cy="0"/>
          <a:chOff x="0" y="0"/>
          <a:chExt cx="0" cy="0"/>
        </a:xfrm>
      </p:grpSpPr>
      <p:sp>
        <p:nvSpPr>
          <p:cNvPr id="1348" name="Google Shape;1348;g194c4226d8f_0_1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9" name="Google Shape;1349;g194c4226d8f_0_1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6"/>
        <p:cNvGrpSpPr/>
        <p:nvPr/>
      </p:nvGrpSpPr>
      <p:grpSpPr>
        <a:xfrm>
          <a:off x="0" y="0"/>
          <a:ext cx="0" cy="0"/>
          <a:chOff x="0" y="0"/>
          <a:chExt cx="0" cy="0"/>
        </a:xfrm>
      </p:grpSpPr>
      <p:sp>
        <p:nvSpPr>
          <p:cNvPr id="1387" name="Google Shape;1387;g194c4226d8f_0_1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8" name="Google Shape;1388;g194c4226d8f_0_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6"/>
        <p:cNvGrpSpPr/>
        <p:nvPr/>
      </p:nvGrpSpPr>
      <p:grpSpPr>
        <a:xfrm>
          <a:off x="0" y="0"/>
          <a:ext cx="0" cy="0"/>
          <a:chOff x="0" y="0"/>
          <a:chExt cx="0" cy="0"/>
        </a:xfrm>
      </p:grpSpPr>
      <p:sp>
        <p:nvSpPr>
          <p:cNvPr id="1427" name="Google Shape;1427;g194c4226d8f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8" name="Google Shape;1428;g194c4226d8f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0"/>
        <p:cNvGrpSpPr/>
        <p:nvPr/>
      </p:nvGrpSpPr>
      <p:grpSpPr>
        <a:xfrm>
          <a:off x="0" y="0"/>
          <a:ext cx="0" cy="0"/>
          <a:chOff x="0" y="0"/>
          <a:chExt cx="0" cy="0"/>
        </a:xfrm>
      </p:grpSpPr>
      <p:sp>
        <p:nvSpPr>
          <p:cNvPr id="1471" name="Google Shape;1471;g194c4226d8f_0_3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2" name="Google Shape;1472;g194c4226d8f_0_3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7"/>
        <p:cNvGrpSpPr/>
        <p:nvPr/>
      </p:nvGrpSpPr>
      <p:grpSpPr>
        <a:xfrm>
          <a:off x="0" y="0"/>
          <a:ext cx="0" cy="0"/>
          <a:chOff x="0" y="0"/>
          <a:chExt cx="0" cy="0"/>
        </a:xfrm>
      </p:grpSpPr>
      <p:sp>
        <p:nvSpPr>
          <p:cNvPr id="1478" name="Google Shape;1478;g194c4226d8f_0_3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9" name="Google Shape;1479;g194c4226d8f_0_3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4"/>
        <p:cNvGrpSpPr/>
        <p:nvPr/>
      </p:nvGrpSpPr>
      <p:grpSpPr>
        <a:xfrm>
          <a:off x="0" y="0"/>
          <a:ext cx="0" cy="0"/>
          <a:chOff x="0" y="0"/>
          <a:chExt cx="0" cy="0"/>
        </a:xfrm>
      </p:grpSpPr>
      <p:sp>
        <p:nvSpPr>
          <p:cNvPr id="1485" name="Google Shape;1485;g194c4226d8f_0_3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6" name="Google Shape;1486;g194c4226d8f_0_3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
        <p:cNvGrpSpPr/>
        <p:nvPr/>
      </p:nvGrpSpPr>
      <p:grpSpPr>
        <a:xfrm>
          <a:off x="0" y="0"/>
          <a:ext cx="0" cy="0"/>
          <a:chOff x="0" y="0"/>
          <a:chExt cx="0" cy="0"/>
        </a:xfrm>
      </p:grpSpPr>
      <p:sp>
        <p:nvSpPr>
          <p:cNvPr id="1491" name="Google Shape;1491;g194c4226d8f_0_3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2" name="Google Shape;1492;g194c4226d8f_0_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8"/>
        <p:cNvGrpSpPr/>
        <p:nvPr/>
      </p:nvGrpSpPr>
      <p:grpSpPr>
        <a:xfrm>
          <a:off x="0" y="0"/>
          <a:ext cx="0" cy="0"/>
          <a:chOff x="0" y="0"/>
          <a:chExt cx="0" cy="0"/>
        </a:xfrm>
      </p:grpSpPr>
      <p:sp>
        <p:nvSpPr>
          <p:cNvPr id="1499" name="Google Shape;1499;g194c4226d8f_0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0" name="Google Shape;1500;g194c4226d8f_0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
        <p:cNvGrpSpPr/>
        <p:nvPr/>
      </p:nvGrpSpPr>
      <p:grpSpPr>
        <a:xfrm>
          <a:off x="0" y="0"/>
          <a:ext cx="0" cy="0"/>
          <a:chOff x="0" y="0"/>
          <a:chExt cx="0" cy="0"/>
        </a:xfrm>
      </p:grpSpPr>
      <p:sp>
        <p:nvSpPr>
          <p:cNvPr id="1505" name="Google Shape;1505;g194c4226d8f_0_3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6" name="Google Shape;1506;g194c4226d8f_0_3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4"/>
        <p:cNvGrpSpPr/>
        <p:nvPr/>
      </p:nvGrpSpPr>
      <p:grpSpPr>
        <a:xfrm>
          <a:off x="0" y="0"/>
          <a:ext cx="0" cy="0"/>
          <a:chOff x="0" y="0"/>
          <a:chExt cx="0" cy="0"/>
        </a:xfrm>
      </p:grpSpPr>
      <p:sp>
        <p:nvSpPr>
          <p:cNvPr id="1515" name="Google Shape;1515;g194c4226d8f_0_3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6" name="Google Shape;1516;g194c4226d8f_0_3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7"/>
        <p:cNvGrpSpPr/>
        <p:nvPr/>
      </p:nvGrpSpPr>
      <p:grpSpPr>
        <a:xfrm>
          <a:off x="0" y="0"/>
          <a:ext cx="0" cy="0"/>
          <a:chOff x="0" y="0"/>
          <a:chExt cx="0" cy="0"/>
        </a:xfrm>
      </p:grpSpPr>
      <p:sp>
        <p:nvSpPr>
          <p:cNvPr id="1538" name="Google Shape;1538;g194c4226d8f_0_4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9" name="Google Shape;1539;g194c4226d8f_0_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5"/>
        <p:cNvGrpSpPr/>
        <p:nvPr/>
      </p:nvGrpSpPr>
      <p:grpSpPr>
        <a:xfrm>
          <a:off x="0" y="0"/>
          <a:ext cx="0" cy="0"/>
          <a:chOff x="0" y="0"/>
          <a:chExt cx="0" cy="0"/>
        </a:xfrm>
      </p:grpSpPr>
      <p:sp>
        <p:nvSpPr>
          <p:cNvPr id="1546" name="Google Shape;1546;g194c4226d8f_0_4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7" name="Google Shape;1547;g194c4226d8f_0_4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3"/>
        <p:cNvGrpSpPr/>
        <p:nvPr/>
      </p:nvGrpSpPr>
      <p:grpSpPr>
        <a:xfrm>
          <a:off x="0" y="0"/>
          <a:ext cx="0" cy="0"/>
          <a:chOff x="0" y="0"/>
          <a:chExt cx="0" cy="0"/>
        </a:xfrm>
      </p:grpSpPr>
      <p:sp>
        <p:nvSpPr>
          <p:cNvPr id="1554" name="Google Shape;1554;g194c4226d8f_0_4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5" name="Google Shape;1555;g194c4226d8f_0_4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2"/>
        <p:cNvGrpSpPr/>
        <p:nvPr/>
      </p:nvGrpSpPr>
      <p:grpSpPr>
        <a:xfrm>
          <a:off x="0" y="0"/>
          <a:ext cx="0" cy="0"/>
          <a:chOff x="0" y="0"/>
          <a:chExt cx="0" cy="0"/>
        </a:xfrm>
      </p:grpSpPr>
      <p:sp>
        <p:nvSpPr>
          <p:cNvPr id="1603" name="Google Shape;1603;g194c4226d8f_0_4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4" name="Google Shape;1604;g194c4226d8f_0_4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1"/>
        <p:cNvGrpSpPr/>
        <p:nvPr/>
      </p:nvGrpSpPr>
      <p:grpSpPr>
        <a:xfrm>
          <a:off x="0" y="0"/>
          <a:ext cx="0" cy="0"/>
          <a:chOff x="0" y="0"/>
          <a:chExt cx="0" cy="0"/>
        </a:xfrm>
      </p:grpSpPr>
      <p:sp>
        <p:nvSpPr>
          <p:cNvPr id="1702" name="Google Shape;1702;g194c4226d8f_0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3" name="Google Shape;1703;g194c4226d8f_0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8"/>
        <p:cNvGrpSpPr/>
        <p:nvPr/>
      </p:nvGrpSpPr>
      <p:grpSpPr>
        <a:xfrm>
          <a:off x="0" y="0"/>
          <a:ext cx="0" cy="0"/>
          <a:chOff x="0" y="0"/>
          <a:chExt cx="0" cy="0"/>
        </a:xfrm>
      </p:grpSpPr>
      <p:sp>
        <p:nvSpPr>
          <p:cNvPr id="1749" name="Google Shape;1749;g194c4226d8f_0_5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0" name="Google Shape;1750;g194c4226d8f_0_5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0"/>
        <p:cNvGrpSpPr/>
        <p:nvPr/>
      </p:nvGrpSpPr>
      <p:grpSpPr>
        <a:xfrm>
          <a:off x="0" y="0"/>
          <a:ext cx="0" cy="0"/>
          <a:chOff x="0" y="0"/>
          <a:chExt cx="0" cy="0"/>
        </a:xfrm>
      </p:grpSpPr>
      <p:sp>
        <p:nvSpPr>
          <p:cNvPr id="1781" name="Google Shape;1781;g194c4226d8f_0_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2" name="Google Shape;1782;g194c4226d8f_0_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5"/>
        <p:cNvGrpSpPr/>
        <p:nvPr/>
      </p:nvGrpSpPr>
      <p:grpSpPr>
        <a:xfrm>
          <a:off x="0" y="0"/>
          <a:ext cx="0" cy="0"/>
          <a:chOff x="0" y="0"/>
          <a:chExt cx="0" cy="0"/>
        </a:xfrm>
      </p:grpSpPr>
      <p:sp>
        <p:nvSpPr>
          <p:cNvPr id="1806" name="Google Shape;1806;g194c4226d8f_0_5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7" name="Google Shape;1807;g194c4226d8f_0_5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2"/>
        <p:cNvGrpSpPr/>
        <p:nvPr/>
      </p:nvGrpSpPr>
      <p:grpSpPr>
        <a:xfrm>
          <a:off x="0" y="0"/>
          <a:ext cx="0" cy="0"/>
          <a:chOff x="0" y="0"/>
          <a:chExt cx="0" cy="0"/>
        </a:xfrm>
      </p:grpSpPr>
      <p:sp>
        <p:nvSpPr>
          <p:cNvPr id="1833" name="Google Shape;1833;g194c4226d8f_0_6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4" name="Google Shape;1834;g194c4226d8f_0_6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7"/>
        <p:cNvGrpSpPr/>
        <p:nvPr/>
      </p:nvGrpSpPr>
      <p:grpSpPr>
        <a:xfrm>
          <a:off x="0" y="0"/>
          <a:ext cx="0" cy="0"/>
          <a:chOff x="0" y="0"/>
          <a:chExt cx="0" cy="0"/>
        </a:xfrm>
      </p:grpSpPr>
      <p:sp>
        <p:nvSpPr>
          <p:cNvPr id="1868" name="Google Shape;1868;g1957f005f5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9" name="Google Shape;1869;g1957f005f5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3"/>
        <p:cNvGrpSpPr/>
        <p:nvPr/>
      </p:nvGrpSpPr>
      <p:grpSpPr>
        <a:xfrm>
          <a:off x="0" y="0"/>
          <a:ext cx="0" cy="0"/>
          <a:chOff x="0" y="0"/>
          <a:chExt cx="0" cy="0"/>
        </a:xfrm>
      </p:grpSpPr>
      <p:sp>
        <p:nvSpPr>
          <p:cNvPr id="1904" name="Google Shape;1904;g19581b3f924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5" name="Google Shape;1905;g19581b3f924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19581b3f924_0_1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19581b3f924_0_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8"/>
        <p:cNvGrpSpPr/>
        <p:nvPr/>
      </p:nvGrpSpPr>
      <p:grpSpPr>
        <a:xfrm>
          <a:off x="0" y="0"/>
          <a:ext cx="0" cy="0"/>
          <a:chOff x="0" y="0"/>
          <a:chExt cx="0" cy="0"/>
        </a:xfrm>
      </p:grpSpPr>
      <p:sp>
        <p:nvSpPr>
          <p:cNvPr id="1969" name="Google Shape;1969;g19581b3f924_0_2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0" name="Google Shape;1970;g19581b3f924_0_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5"/>
        <p:cNvGrpSpPr/>
        <p:nvPr/>
      </p:nvGrpSpPr>
      <p:grpSpPr>
        <a:xfrm>
          <a:off x="0" y="0"/>
          <a:ext cx="0" cy="0"/>
          <a:chOff x="0" y="0"/>
          <a:chExt cx="0" cy="0"/>
        </a:xfrm>
      </p:grpSpPr>
      <p:sp>
        <p:nvSpPr>
          <p:cNvPr id="1986" name="Google Shape;1986;g19581b3f924_0_3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7" name="Google Shape;1987;g19581b3f924_0_3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2"/>
        <p:cNvGrpSpPr/>
        <p:nvPr/>
      </p:nvGrpSpPr>
      <p:grpSpPr>
        <a:xfrm>
          <a:off x="0" y="0"/>
          <a:ext cx="0" cy="0"/>
          <a:chOff x="0" y="0"/>
          <a:chExt cx="0" cy="0"/>
        </a:xfrm>
      </p:grpSpPr>
      <p:sp>
        <p:nvSpPr>
          <p:cNvPr id="2023" name="Google Shape;2023;g19581b3f924_0_4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4" name="Google Shape;2024;g19581b3f924_0_4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
        <p:cNvGrpSpPr/>
        <p:nvPr/>
      </p:nvGrpSpPr>
      <p:grpSpPr>
        <a:xfrm>
          <a:off x="0" y="0"/>
          <a:ext cx="0" cy="0"/>
          <a:chOff x="0" y="0"/>
          <a:chExt cx="0" cy="0"/>
        </a:xfrm>
      </p:grpSpPr>
      <p:sp>
        <p:nvSpPr>
          <p:cNvPr id="2053" name="Google Shape;2053;g19581b3f924_0_5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4" name="Google Shape;2054;g19581b3f924_0_5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1"/>
        <p:cNvGrpSpPr/>
        <p:nvPr/>
      </p:nvGrpSpPr>
      <p:grpSpPr>
        <a:xfrm>
          <a:off x="0" y="0"/>
          <a:ext cx="0" cy="0"/>
          <a:chOff x="0" y="0"/>
          <a:chExt cx="0" cy="0"/>
        </a:xfrm>
      </p:grpSpPr>
      <p:sp>
        <p:nvSpPr>
          <p:cNvPr id="2092" name="Google Shape;2092;g194c4226d8f_0_6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3" name="Google Shape;2093;g194c4226d8f_0_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0"/>
        <p:cNvGrpSpPr/>
        <p:nvPr/>
      </p:nvGrpSpPr>
      <p:grpSpPr>
        <a:xfrm>
          <a:off x="0" y="0"/>
          <a:ext cx="0" cy="0"/>
          <a:chOff x="0" y="0"/>
          <a:chExt cx="0" cy="0"/>
        </a:xfrm>
      </p:grpSpPr>
      <p:sp>
        <p:nvSpPr>
          <p:cNvPr id="2131" name="Google Shape;2131;g194c4226d8f_0_6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2" name="Google Shape;2132;g194c4226d8f_0_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0"/>
        <p:cNvGrpSpPr/>
        <p:nvPr/>
      </p:nvGrpSpPr>
      <p:grpSpPr>
        <a:xfrm>
          <a:off x="0" y="0"/>
          <a:ext cx="0" cy="0"/>
          <a:chOff x="0" y="0"/>
          <a:chExt cx="0" cy="0"/>
        </a:xfrm>
      </p:grpSpPr>
      <p:sp>
        <p:nvSpPr>
          <p:cNvPr id="2341" name="Google Shape;2341;g194c4226d8f_0_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2" name="Google Shape;2342;g194c4226d8f_0_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0"/>
        <p:cNvGrpSpPr/>
        <p:nvPr/>
      </p:nvGrpSpPr>
      <p:grpSpPr>
        <a:xfrm>
          <a:off x="0" y="0"/>
          <a:ext cx="0" cy="0"/>
          <a:chOff x="0" y="0"/>
          <a:chExt cx="0" cy="0"/>
        </a:xfrm>
      </p:grpSpPr>
      <p:sp>
        <p:nvSpPr>
          <p:cNvPr id="2351" name="Google Shape;2351;g19581b3f924_2_1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2" name="Google Shape;2352;g19581b3f924_2_1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7"/>
        <p:cNvGrpSpPr/>
        <p:nvPr/>
      </p:nvGrpSpPr>
      <p:grpSpPr>
        <a:xfrm>
          <a:off x="0" y="0"/>
          <a:ext cx="0" cy="0"/>
          <a:chOff x="0" y="0"/>
          <a:chExt cx="0" cy="0"/>
        </a:xfrm>
      </p:grpSpPr>
      <p:sp>
        <p:nvSpPr>
          <p:cNvPr id="2358" name="Google Shape;2358;g19581b3f924_2_13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9" name="Google Shape;2359;g19581b3f924_2_13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4"/>
        <p:cNvGrpSpPr/>
        <p:nvPr/>
      </p:nvGrpSpPr>
      <p:grpSpPr>
        <a:xfrm>
          <a:off x="0" y="0"/>
          <a:ext cx="0" cy="0"/>
          <a:chOff x="0" y="0"/>
          <a:chExt cx="0" cy="0"/>
        </a:xfrm>
      </p:grpSpPr>
      <p:sp>
        <p:nvSpPr>
          <p:cNvPr id="2365" name="Google Shape;2365;g19581b3f924_2_136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6" name="Google Shape;2366;g19581b3f924_2_136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5"/>
        <p:cNvGrpSpPr/>
        <p:nvPr/>
      </p:nvGrpSpPr>
      <p:grpSpPr>
        <a:xfrm>
          <a:off x="0" y="0"/>
          <a:ext cx="0" cy="0"/>
          <a:chOff x="0" y="0"/>
          <a:chExt cx="0" cy="0"/>
        </a:xfrm>
      </p:grpSpPr>
      <p:sp>
        <p:nvSpPr>
          <p:cNvPr id="2386" name="Google Shape;2386;g19581b3f924_2_136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7" name="Google Shape;2387;g19581b3f924_2_13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1"/>
        <p:cNvGrpSpPr/>
        <p:nvPr/>
      </p:nvGrpSpPr>
      <p:grpSpPr>
        <a:xfrm>
          <a:off x="0" y="0"/>
          <a:ext cx="0" cy="0"/>
          <a:chOff x="0" y="0"/>
          <a:chExt cx="0" cy="0"/>
        </a:xfrm>
      </p:grpSpPr>
      <p:sp>
        <p:nvSpPr>
          <p:cNvPr id="2402" name="Google Shape;2402;g19581b3f924_2_137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3" name="Google Shape;2403;g19581b3f924_2_137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8"/>
        <p:cNvGrpSpPr/>
        <p:nvPr/>
      </p:nvGrpSpPr>
      <p:grpSpPr>
        <a:xfrm>
          <a:off x="0" y="0"/>
          <a:ext cx="0" cy="0"/>
          <a:chOff x="0" y="0"/>
          <a:chExt cx="0" cy="0"/>
        </a:xfrm>
      </p:grpSpPr>
      <p:sp>
        <p:nvSpPr>
          <p:cNvPr id="2739" name="Google Shape;2739;g19581b3f924_2_14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0" name="Google Shape;2740;g19581b3f924_2_14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52"/>
        <p:cNvGrpSpPr/>
        <p:nvPr/>
      </p:nvGrpSpPr>
      <p:grpSpPr>
        <a:xfrm>
          <a:off x="0" y="0"/>
          <a:ext cx="0" cy="0"/>
          <a:chOff x="0" y="0"/>
          <a:chExt cx="0" cy="0"/>
        </a:xfrm>
      </p:grpSpPr>
      <p:sp>
        <p:nvSpPr>
          <p:cNvPr id="8653" name="Google Shape;8653;g19581b3f924_2_199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54" name="Google Shape;8654;g19581b3f924_2_199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9"/>
        <p:cNvGrpSpPr/>
        <p:nvPr/>
      </p:nvGrpSpPr>
      <p:grpSpPr>
        <a:xfrm>
          <a:off x="0" y="0"/>
          <a:ext cx="0" cy="0"/>
          <a:chOff x="0" y="0"/>
          <a:chExt cx="0" cy="0"/>
        </a:xfrm>
      </p:grpSpPr>
      <p:sp>
        <p:nvSpPr>
          <p:cNvPr id="9080" name="Google Shape;9080;g19581b3f924_2_203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81" name="Google Shape;9081;g19581b3f924_2_20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2"/>
        <p:cNvGrpSpPr/>
        <p:nvPr/>
      </p:nvGrpSpPr>
      <p:grpSpPr>
        <a:xfrm>
          <a:off x="0" y="0"/>
          <a:ext cx="0" cy="0"/>
          <a:chOff x="0" y="0"/>
          <a:chExt cx="0" cy="0"/>
        </a:xfrm>
      </p:grpSpPr>
      <p:sp>
        <p:nvSpPr>
          <p:cNvPr id="9243" name="Google Shape;9243;g19581b3f924_2_205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4" name="Google Shape;9244;g19581b3f924_2_205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44"/>
        <p:cNvGrpSpPr/>
        <p:nvPr/>
      </p:nvGrpSpPr>
      <p:grpSpPr>
        <a:xfrm>
          <a:off x="0" y="0"/>
          <a:ext cx="0" cy="0"/>
          <a:chOff x="0" y="0"/>
          <a:chExt cx="0" cy="0"/>
        </a:xfrm>
      </p:grpSpPr>
      <p:sp>
        <p:nvSpPr>
          <p:cNvPr id="9645" name="Google Shape;9645;g19581b3f924_2_209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46" name="Google Shape;9646;g19581b3f924_2_209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15"/>
        <p:cNvGrpSpPr/>
        <p:nvPr/>
      </p:nvGrpSpPr>
      <p:grpSpPr>
        <a:xfrm>
          <a:off x="0" y="0"/>
          <a:ext cx="0" cy="0"/>
          <a:chOff x="0" y="0"/>
          <a:chExt cx="0" cy="0"/>
        </a:xfrm>
      </p:grpSpPr>
      <p:sp>
        <p:nvSpPr>
          <p:cNvPr id="10016" name="Google Shape;10016;g19581b3f924_2_21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17" name="Google Shape;10017;g19581b3f924_2_21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7"/>
        <p:cNvGrpSpPr/>
        <p:nvPr/>
      </p:nvGrpSpPr>
      <p:grpSpPr>
        <a:xfrm>
          <a:off x="0" y="0"/>
          <a:ext cx="0" cy="0"/>
          <a:chOff x="0" y="0"/>
          <a:chExt cx="0" cy="0"/>
        </a:xfrm>
      </p:grpSpPr>
      <p:sp>
        <p:nvSpPr>
          <p:cNvPr id="10398" name="Google Shape;10398;g19581b3f924_2_216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99" name="Google Shape;10399;g19581b3f924_2_21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28"/>
        <p:cNvGrpSpPr/>
        <p:nvPr/>
      </p:nvGrpSpPr>
      <p:grpSpPr>
        <a:xfrm>
          <a:off x="0" y="0"/>
          <a:ext cx="0" cy="0"/>
          <a:chOff x="0" y="0"/>
          <a:chExt cx="0" cy="0"/>
        </a:xfrm>
      </p:grpSpPr>
      <p:sp>
        <p:nvSpPr>
          <p:cNvPr id="10829" name="Google Shape;10829;g19581b3f924_2_22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0" name="Google Shape;10830;g19581b3f924_2_22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21"/>
        <p:cNvGrpSpPr/>
        <p:nvPr/>
      </p:nvGrpSpPr>
      <p:grpSpPr>
        <a:xfrm>
          <a:off x="0" y="0"/>
          <a:ext cx="0" cy="0"/>
          <a:chOff x="0" y="0"/>
          <a:chExt cx="0" cy="0"/>
        </a:xfrm>
      </p:grpSpPr>
      <p:sp>
        <p:nvSpPr>
          <p:cNvPr id="11622" name="Google Shape;11622;g19581b3f924_2_229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23" name="Google Shape;11623;g19581b3f924_2_22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62"/>
        <p:cNvGrpSpPr/>
        <p:nvPr/>
      </p:nvGrpSpPr>
      <p:grpSpPr>
        <a:xfrm>
          <a:off x="0" y="0"/>
          <a:ext cx="0" cy="0"/>
          <a:chOff x="0" y="0"/>
          <a:chExt cx="0" cy="0"/>
        </a:xfrm>
      </p:grpSpPr>
      <p:sp>
        <p:nvSpPr>
          <p:cNvPr id="12363" name="Google Shape;12363;g19581b3f924_2_236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64" name="Google Shape;12364;g19581b3f924_2_236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55"/>
        <p:cNvGrpSpPr/>
        <p:nvPr/>
      </p:nvGrpSpPr>
      <p:grpSpPr>
        <a:xfrm>
          <a:off x="0" y="0"/>
          <a:ext cx="0" cy="0"/>
          <a:chOff x="0" y="0"/>
          <a:chExt cx="0" cy="0"/>
        </a:xfrm>
      </p:grpSpPr>
      <p:sp>
        <p:nvSpPr>
          <p:cNvPr id="13056" name="Google Shape;13056;g19581b3f924_2_243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57" name="Google Shape;13057;g19581b3f924_2_24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57"/>
        <p:cNvGrpSpPr/>
        <p:nvPr/>
      </p:nvGrpSpPr>
      <p:grpSpPr>
        <a:xfrm>
          <a:off x="0" y="0"/>
          <a:ext cx="0" cy="0"/>
          <a:chOff x="0" y="0"/>
          <a:chExt cx="0" cy="0"/>
        </a:xfrm>
      </p:grpSpPr>
      <p:sp>
        <p:nvSpPr>
          <p:cNvPr id="13358" name="Google Shape;13358;g19581b3f924_2_246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59" name="Google Shape;13359;g19581b3f924_2_246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19581b3f924_2_272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19581b3f924_2_27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448617" y="3867900"/>
            <a:ext cx="9609464"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rgbClr val="AD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26800" y="-9800"/>
            <a:ext cx="9187741" cy="651811"/>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rgbClr val="91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713250" y="1617600"/>
            <a:ext cx="7717500" cy="19083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2" name="Google Shape;12;p2"/>
          <p:cNvSpPr txBox="1">
            <a:spLocks noGrp="1"/>
          </p:cNvSpPr>
          <p:nvPr>
            <p:ph type="subTitle" idx="1"/>
          </p:nvPr>
        </p:nvSpPr>
        <p:spPr>
          <a:xfrm>
            <a:off x="713300" y="4033575"/>
            <a:ext cx="4528800" cy="475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800">
                <a:solidFill>
                  <a:srgbClr val="43434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3" name="Google Shape;13;p2"/>
          <p:cNvSpPr/>
          <p:nvPr/>
        </p:nvSpPr>
        <p:spPr>
          <a:xfrm>
            <a:off x="8455000" y="3867900"/>
            <a:ext cx="582350" cy="291075"/>
          </a:xfrm>
          <a:custGeom>
            <a:avLst/>
            <a:gdLst/>
            <a:ahLst/>
            <a:cxnLst/>
            <a:rect l="l" t="t" r="r" b="b"/>
            <a:pathLst>
              <a:path w="23294" h="11643" extrusionOk="0">
                <a:moveTo>
                  <a:pt x="0" y="1"/>
                </a:moveTo>
                <a:cubicBezTo>
                  <a:pt x="0" y="6406"/>
                  <a:pt x="5219" y="11643"/>
                  <a:pt x="11642" y="11643"/>
                </a:cubicBezTo>
                <a:cubicBezTo>
                  <a:pt x="18065" y="11643"/>
                  <a:pt x="23293" y="6406"/>
                  <a:pt x="23293" y="1"/>
                </a:cubicBezTo>
                <a:lnTo>
                  <a:pt x="18030" y="1"/>
                </a:lnTo>
                <a:cubicBezTo>
                  <a:pt x="18030" y="3525"/>
                  <a:pt x="15175" y="6379"/>
                  <a:pt x="11651" y="6379"/>
                </a:cubicBezTo>
                <a:cubicBezTo>
                  <a:pt x="8127" y="6379"/>
                  <a:pt x="5273" y="3507"/>
                  <a:pt x="5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 name="Google Shape;14;p2"/>
          <p:cNvGrpSpPr/>
          <p:nvPr/>
        </p:nvGrpSpPr>
        <p:grpSpPr>
          <a:xfrm rot="5400000">
            <a:off x="-238592" y="3871351"/>
            <a:ext cx="1168925" cy="284175"/>
            <a:chOff x="6017825" y="3809000"/>
            <a:chExt cx="1168925" cy="284175"/>
          </a:xfrm>
        </p:grpSpPr>
        <p:sp>
          <p:nvSpPr>
            <p:cNvPr id="15" name="Google Shape;15;p2"/>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rgbClr val="594D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2"/>
        </a:solidFill>
        <a:effectLst/>
      </p:bgPr>
    </p:bg>
    <p:spTree>
      <p:nvGrpSpPr>
        <p:cNvPr id="1" name="Shape 33"/>
        <p:cNvGrpSpPr/>
        <p:nvPr/>
      </p:nvGrpSpPr>
      <p:grpSpPr>
        <a:xfrm>
          <a:off x="0" y="0"/>
          <a:ext cx="0" cy="0"/>
          <a:chOff x="0" y="0"/>
          <a:chExt cx="0" cy="0"/>
        </a:xfrm>
      </p:grpSpPr>
      <p:sp>
        <p:nvSpPr>
          <p:cNvPr id="34" name="Google Shape;34;p3"/>
          <p:cNvSpPr txBox="1">
            <a:spLocks noGrp="1"/>
          </p:cNvSpPr>
          <p:nvPr>
            <p:ph type="title"/>
          </p:nvPr>
        </p:nvSpPr>
        <p:spPr>
          <a:xfrm>
            <a:off x="716613" y="2469075"/>
            <a:ext cx="4556400" cy="1260000"/>
          </a:xfrm>
          <a:prstGeom prst="rect">
            <a:avLst/>
          </a:prstGeom>
        </p:spPr>
        <p:txBody>
          <a:bodyPr spcFirstLastPara="1" wrap="square" lIns="91425" tIns="91425" rIns="91425" bIns="91425" anchor="ctr" anchorCtr="0">
            <a:noAutofit/>
          </a:bodyPr>
          <a:lstStyle>
            <a:lvl1pPr lvl="0" algn="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5" name="Google Shape;35;p3"/>
          <p:cNvSpPr txBox="1">
            <a:spLocks noGrp="1"/>
          </p:cNvSpPr>
          <p:nvPr>
            <p:ph type="title" idx="2" hasCustomPrompt="1"/>
          </p:nvPr>
        </p:nvSpPr>
        <p:spPr>
          <a:xfrm>
            <a:off x="4238613" y="1414425"/>
            <a:ext cx="1034400" cy="841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6" name="Google Shape;36;p3"/>
          <p:cNvSpPr txBox="1">
            <a:spLocks noGrp="1"/>
          </p:cNvSpPr>
          <p:nvPr>
            <p:ph type="subTitle" idx="1"/>
          </p:nvPr>
        </p:nvSpPr>
        <p:spPr>
          <a:xfrm>
            <a:off x="5910688" y="3138975"/>
            <a:ext cx="2516700" cy="59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7" name="Google Shape;37;p3"/>
          <p:cNvSpPr/>
          <p:nvPr/>
        </p:nvSpPr>
        <p:spPr>
          <a:xfrm rot="-5400000">
            <a:off x="4597294" y="987343"/>
            <a:ext cx="5143500" cy="3150514"/>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rot="-5400000">
            <a:off x="-2324207" y="2245847"/>
            <a:ext cx="5252904" cy="651811"/>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 name="Google Shape;39;p3"/>
          <p:cNvGrpSpPr/>
          <p:nvPr/>
        </p:nvGrpSpPr>
        <p:grpSpPr>
          <a:xfrm>
            <a:off x="7911300" y="1722050"/>
            <a:ext cx="1168925" cy="284175"/>
            <a:chOff x="6017825" y="3809000"/>
            <a:chExt cx="1168925" cy="284175"/>
          </a:xfrm>
        </p:grpSpPr>
        <p:sp>
          <p:nvSpPr>
            <p:cNvPr id="40" name="Google Shape;40;p3"/>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3"/>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3"/>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3"/>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3"/>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3"/>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3"/>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8"/>
        <p:cNvGrpSpPr/>
        <p:nvPr/>
      </p:nvGrpSpPr>
      <p:grpSpPr>
        <a:xfrm>
          <a:off x="0" y="0"/>
          <a:ext cx="0" cy="0"/>
          <a:chOff x="0" y="0"/>
          <a:chExt cx="0" cy="0"/>
        </a:xfrm>
      </p:grpSpPr>
      <p:sp>
        <p:nvSpPr>
          <p:cNvPr id="59" name="Google Shape;59;p4"/>
          <p:cNvSpPr/>
          <p:nvPr/>
        </p:nvSpPr>
        <p:spPr>
          <a:xfrm>
            <a:off x="-137625" y="-888550"/>
            <a:ext cx="9281874" cy="1379295"/>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4"/>
          <p:cNvSpPr/>
          <p:nvPr/>
        </p:nvSpPr>
        <p:spPr>
          <a:xfrm>
            <a:off x="-1981200" y="3997800"/>
            <a:ext cx="11244263" cy="1161132"/>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2" name="Google Shape;62;p4"/>
          <p:cNvSpPr txBox="1">
            <a:spLocks noGrp="1"/>
          </p:cNvSpPr>
          <p:nvPr>
            <p:ph type="body" idx="1"/>
          </p:nvPr>
        </p:nvSpPr>
        <p:spPr>
          <a:xfrm>
            <a:off x="720000" y="1215751"/>
            <a:ext cx="7704000" cy="372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3"/>
        <p:cNvGrpSpPr/>
        <p:nvPr/>
      </p:nvGrpSpPr>
      <p:grpSpPr>
        <a:xfrm>
          <a:off x="0" y="0"/>
          <a:ext cx="0" cy="0"/>
          <a:chOff x="0" y="0"/>
          <a:chExt cx="0" cy="0"/>
        </a:xfrm>
      </p:grpSpPr>
      <p:sp>
        <p:nvSpPr>
          <p:cNvPr id="64" name="Google Shape;64;p5"/>
          <p:cNvSpPr/>
          <p:nvPr/>
        </p:nvSpPr>
        <p:spPr>
          <a:xfrm>
            <a:off x="-238812" y="3689025"/>
            <a:ext cx="11244263" cy="1457094"/>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5"/>
          <p:cNvSpPr/>
          <p:nvPr/>
        </p:nvSpPr>
        <p:spPr>
          <a:xfrm>
            <a:off x="-137625" y="-307432"/>
            <a:ext cx="9281874" cy="789930"/>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 name="Google Shape;66;p5"/>
          <p:cNvGrpSpPr/>
          <p:nvPr/>
        </p:nvGrpSpPr>
        <p:grpSpPr>
          <a:xfrm>
            <a:off x="414375" y="251500"/>
            <a:ext cx="1168925" cy="284175"/>
            <a:chOff x="6017825" y="3809000"/>
            <a:chExt cx="1168925" cy="284175"/>
          </a:xfrm>
        </p:grpSpPr>
        <p:sp>
          <p:nvSpPr>
            <p:cNvPr id="67" name="Google Shape;67;p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 name="Google Shape;85;p5"/>
          <p:cNvSpPr/>
          <p:nvPr/>
        </p:nvSpPr>
        <p:spPr>
          <a:xfrm>
            <a:off x="8430775" y="4497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7" name="Google Shape;87;p5"/>
          <p:cNvSpPr txBox="1">
            <a:spLocks noGrp="1"/>
          </p:cNvSpPr>
          <p:nvPr>
            <p:ph type="subTitle" idx="1"/>
          </p:nvPr>
        </p:nvSpPr>
        <p:spPr>
          <a:xfrm>
            <a:off x="5055284" y="3697924"/>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8" name="Google Shape;88;p5"/>
          <p:cNvSpPr txBox="1">
            <a:spLocks noGrp="1"/>
          </p:cNvSpPr>
          <p:nvPr>
            <p:ph type="subTitle" idx="2"/>
          </p:nvPr>
        </p:nvSpPr>
        <p:spPr>
          <a:xfrm>
            <a:off x="1583300" y="3697924"/>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9" name="Google Shape;89;p5"/>
          <p:cNvSpPr txBox="1">
            <a:spLocks noGrp="1"/>
          </p:cNvSpPr>
          <p:nvPr>
            <p:ph type="subTitle" idx="3"/>
          </p:nvPr>
        </p:nvSpPr>
        <p:spPr>
          <a:xfrm>
            <a:off x="5055275" y="33769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0" name="Google Shape;90;p5"/>
          <p:cNvSpPr txBox="1">
            <a:spLocks noGrp="1"/>
          </p:cNvSpPr>
          <p:nvPr>
            <p:ph type="subTitle" idx="4"/>
          </p:nvPr>
        </p:nvSpPr>
        <p:spPr>
          <a:xfrm>
            <a:off x="1583300" y="33769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1"/>
        <p:cNvGrpSpPr/>
        <p:nvPr/>
      </p:nvGrpSpPr>
      <p:grpSpPr>
        <a:xfrm>
          <a:off x="0" y="0"/>
          <a:ext cx="0" cy="0"/>
          <a:chOff x="0" y="0"/>
          <a:chExt cx="0" cy="0"/>
        </a:xfrm>
      </p:grpSpPr>
      <p:grpSp>
        <p:nvGrpSpPr>
          <p:cNvPr id="92" name="Google Shape;92;p6"/>
          <p:cNvGrpSpPr/>
          <p:nvPr/>
        </p:nvGrpSpPr>
        <p:grpSpPr>
          <a:xfrm>
            <a:off x="-2984059" y="-35475"/>
            <a:ext cx="12842767" cy="1025400"/>
            <a:chOff x="-269171" y="-92875"/>
            <a:chExt cx="9501196" cy="1025400"/>
          </a:xfrm>
        </p:grpSpPr>
        <p:sp>
          <p:nvSpPr>
            <p:cNvPr id="93" name="Google Shape;93;p6"/>
            <p:cNvSpPr/>
            <p:nvPr/>
          </p:nvSpPr>
          <p:spPr>
            <a:xfrm>
              <a:off x="-269171" y="-92875"/>
              <a:ext cx="2700300" cy="10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6"/>
            <p:cNvSpPr/>
            <p:nvPr/>
          </p:nvSpPr>
          <p:spPr>
            <a:xfrm>
              <a:off x="-207175" y="-92875"/>
              <a:ext cx="9439200" cy="3678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 name="Google Shape;95;p6"/>
          <p:cNvSpPr/>
          <p:nvPr/>
        </p:nvSpPr>
        <p:spPr>
          <a:xfrm rot="10800000">
            <a:off x="-43741" y="4306961"/>
            <a:ext cx="9187741" cy="1058658"/>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 name="Google Shape;96;p6"/>
          <p:cNvGrpSpPr/>
          <p:nvPr/>
        </p:nvGrpSpPr>
        <p:grpSpPr>
          <a:xfrm rot="-5400000">
            <a:off x="-216275" y="3403650"/>
            <a:ext cx="1168925" cy="284175"/>
            <a:chOff x="6017825" y="3809000"/>
            <a:chExt cx="1168925" cy="284175"/>
          </a:xfrm>
        </p:grpSpPr>
        <p:sp>
          <p:nvSpPr>
            <p:cNvPr id="97" name="Google Shape;97;p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 name="Google Shape;115;p6"/>
          <p:cNvSpPr/>
          <p:nvPr/>
        </p:nvSpPr>
        <p:spPr>
          <a:xfrm>
            <a:off x="8139363" y="43974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6"/>
          <p:cNvSpPr txBox="1">
            <a:spLocks noGrp="1"/>
          </p:cNvSpPr>
          <p:nvPr>
            <p:ph type="title"/>
          </p:nvPr>
        </p:nvSpPr>
        <p:spPr>
          <a:xfrm>
            <a:off x="713225" y="445025"/>
            <a:ext cx="7717500" cy="710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17"/>
        <p:cNvGrpSpPr/>
        <p:nvPr/>
      </p:nvGrpSpPr>
      <p:grpSpPr>
        <a:xfrm>
          <a:off x="0" y="0"/>
          <a:ext cx="0" cy="0"/>
          <a:chOff x="0" y="0"/>
          <a:chExt cx="0" cy="0"/>
        </a:xfrm>
      </p:grpSpPr>
      <p:sp>
        <p:nvSpPr>
          <p:cNvPr id="118" name="Google Shape;118;p7"/>
          <p:cNvSpPr/>
          <p:nvPr/>
        </p:nvSpPr>
        <p:spPr>
          <a:xfrm rot="10800000">
            <a:off x="-19289" y="2593720"/>
            <a:ext cx="9182576" cy="5624696"/>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119;p7"/>
          <p:cNvGrpSpPr/>
          <p:nvPr/>
        </p:nvGrpSpPr>
        <p:grpSpPr>
          <a:xfrm>
            <a:off x="7501175" y="4529750"/>
            <a:ext cx="1168925" cy="284175"/>
            <a:chOff x="6017825" y="3809000"/>
            <a:chExt cx="1168925" cy="284175"/>
          </a:xfrm>
        </p:grpSpPr>
        <p:sp>
          <p:nvSpPr>
            <p:cNvPr id="120" name="Google Shape;120;p7"/>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7"/>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7"/>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7"/>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7"/>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7"/>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7"/>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7"/>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7"/>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7"/>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7"/>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7"/>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7"/>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7"/>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7"/>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7"/>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7"/>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7"/>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Google Shape;138;p7"/>
          <p:cNvSpPr/>
          <p:nvPr/>
        </p:nvSpPr>
        <p:spPr>
          <a:xfrm>
            <a:off x="421825" y="2484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7"/>
          <p:cNvSpPr txBox="1">
            <a:spLocks noGrp="1"/>
          </p:cNvSpPr>
          <p:nvPr>
            <p:ph type="title"/>
          </p:nvPr>
        </p:nvSpPr>
        <p:spPr>
          <a:xfrm>
            <a:off x="720000" y="732775"/>
            <a:ext cx="4151400" cy="1154100"/>
          </a:xfrm>
          <a:prstGeom prst="rect">
            <a:avLst/>
          </a:prstGeom>
        </p:spPr>
        <p:txBody>
          <a:bodyPr spcFirstLastPara="1" wrap="square" lIns="91425" tIns="91425" rIns="91425" bIns="91425" anchor="t" anchorCtr="0">
            <a:noAutofit/>
          </a:bodyPr>
          <a:lstStyle>
            <a:lvl1pPr lvl="0"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0" name="Google Shape;140;p7"/>
          <p:cNvSpPr txBox="1">
            <a:spLocks noGrp="1"/>
          </p:cNvSpPr>
          <p:nvPr>
            <p:ph type="subTitle" idx="1"/>
          </p:nvPr>
        </p:nvSpPr>
        <p:spPr>
          <a:xfrm>
            <a:off x="720000" y="1971575"/>
            <a:ext cx="4151400" cy="229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sp>
        <p:nvSpPr>
          <p:cNvPr id="141" name="Google Shape;141;p7"/>
          <p:cNvSpPr>
            <a:spLocks noGrp="1"/>
          </p:cNvSpPr>
          <p:nvPr>
            <p:ph type="pic" idx="2"/>
          </p:nvPr>
        </p:nvSpPr>
        <p:spPr>
          <a:xfrm>
            <a:off x="5235125" y="782650"/>
            <a:ext cx="3195600" cy="3244200"/>
          </a:xfrm>
          <a:prstGeom prst="round2SameRect">
            <a:avLst>
              <a:gd name="adj1" fmla="val 16667"/>
              <a:gd name="adj2" fmla="val 0"/>
            </a:avLst>
          </a:prstGeom>
          <a:noFill/>
          <a:ln>
            <a:noFill/>
          </a:ln>
        </p:spPr>
        <p:txBody>
          <a:bodyPr/>
          <a:lstStyle/>
          <a:p>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2"/>
        </a:solidFill>
        <a:effectLst/>
      </p:bgPr>
    </p:bg>
    <p:spTree>
      <p:nvGrpSpPr>
        <p:cNvPr id="1" name="Shape 142"/>
        <p:cNvGrpSpPr/>
        <p:nvPr/>
      </p:nvGrpSpPr>
      <p:grpSpPr>
        <a:xfrm>
          <a:off x="0" y="0"/>
          <a:ext cx="0" cy="0"/>
          <a:chOff x="0" y="0"/>
          <a:chExt cx="0" cy="0"/>
        </a:xfrm>
      </p:grpSpPr>
      <p:sp>
        <p:nvSpPr>
          <p:cNvPr id="143" name="Google Shape;143;p8"/>
          <p:cNvSpPr/>
          <p:nvPr/>
        </p:nvSpPr>
        <p:spPr>
          <a:xfrm>
            <a:off x="109779" y="3571477"/>
            <a:ext cx="1730391" cy="1605914"/>
          </a:xfrm>
          <a:custGeom>
            <a:avLst/>
            <a:gdLst/>
            <a:ahLst/>
            <a:cxnLst/>
            <a:rect l="l" t="t" r="r" b="b"/>
            <a:pathLst>
              <a:path w="38451" h="35685" extrusionOk="0">
                <a:moveTo>
                  <a:pt x="19225" y="0"/>
                </a:moveTo>
                <a:cubicBezTo>
                  <a:pt x="8609" y="0"/>
                  <a:pt x="1" y="8609"/>
                  <a:pt x="1" y="19225"/>
                </a:cubicBezTo>
                <a:lnTo>
                  <a:pt x="1" y="35684"/>
                </a:lnTo>
                <a:lnTo>
                  <a:pt x="38450" y="35684"/>
                </a:lnTo>
                <a:lnTo>
                  <a:pt x="38450" y="19225"/>
                </a:lnTo>
                <a:cubicBezTo>
                  <a:pt x="38450" y="8609"/>
                  <a:pt x="29841" y="0"/>
                  <a:pt x="19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8"/>
          <p:cNvSpPr/>
          <p:nvPr/>
        </p:nvSpPr>
        <p:spPr>
          <a:xfrm rot="-5400000">
            <a:off x="-1292212" y="-735303"/>
            <a:ext cx="9187741" cy="2637665"/>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8"/>
          <p:cNvSpPr/>
          <p:nvPr/>
        </p:nvSpPr>
        <p:spPr>
          <a:xfrm rot="5400000">
            <a:off x="4705271" y="741680"/>
            <a:ext cx="5247084" cy="3711274"/>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8"/>
          <p:cNvSpPr txBox="1">
            <a:spLocks noGrp="1"/>
          </p:cNvSpPr>
          <p:nvPr>
            <p:ph type="title"/>
          </p:nvPr>
        </p:nvSpPr>
        <p:spPr>
          <a:xfrm>
            <a:off x="713225" y="1307100"/>
            <a:ext cx="77175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47" name="Google Shape;147;p8"/>
          <p:cNvGrpSpPr/>
          <p:nvPr/>
        </p:nvGrpSpPr>
        <p:grpSpPr>
          <a:xfrm rot="10800000">
            <a:off x="5604675" y="4461913"/>
            <a:ext cx="1168925" cy="284175"/>
            <a:chOff x="6017825" y="3809000"/>
            <a:chExt cx="1168925" cy="284175"/>
          </a:xfrm>
        </p:grpSpPr>
        <p:sp>
          <p:nvSpPr>
            <p:cNvPr id="148" name="Google Shape;148;p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 name="Google Shape;166;p8"/>
          <p:cNvGrpSpPr/>
          <p:nvPr/>
        </p:nvGrpSpPr>
        <p:grpSpPr>
          <a:xfrm rot="-5400000">
            <a:off x="-71950" y="850563"/>
            <a:ext cx="1168925" cy="284175"/>
            <a:chOff x="6017825" y="3809000"/>
            <a:chExt cx="1168925" cy="284175"/>
          </a:xfrm>
        </p:grpSpPr>
        <p:sp>
          <p:nvSpPr>
            <p:cNvPr id="167" name="Google Shape;167;p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185"/>
        <p:cNvGrpSpPr/>
        <p:nvPr/>
      </p:nvGrpSpPr>
      <p:grpSpPr>
        <a:xfrm>
          <a:off x="0" y="0"/>
          <a:ext cx="0" cy="0"/>
          <a:chOff x="0" y="0"/>
          <a:chExt cx="0" cy="0"/>
        </a:xfrm>
      </p:grpSpPr>
      <p:sp>
        <p:nvSpPr>
          <p:cNvPr id="186" name="Google Shape;186;p9"/>
          <p:cNvSpPr/>
          <p:nvPr/>
        </p:nvSpPr>
        <p:spPr>
          <a:xfrm rot="-5400000">
            <a:off x="-905628" y="713476"/>
            <a:ext cx="5334953" cy="3523696"/>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9"/>
          <p:cNvSpPr/>
          <p:nvPr/>
        </p:nvSpPr>
        <p:spPr>
          <a:xfrm rot="5400000">
            <a:off x="5741161" y="2421326"/>
            <a:ext cx="6218865" cy="573412"/>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9"/>
          <p:cNvSpPr/>
          <p:nvPr/>
        </p:nvSpPr>
        <p:spPr>
          <a:xfrm>
            <a:off x="6425650" y="3666115"/>
            <a:ext cx="1730391" cy="1605914"/>
          </a:xfrm>
          <a:custGeom>
            <a:avLst/>
            <a:gdLst/>
            <a:ahLst/>
            <a:cxnLst/>
            <a:rect l="l" t="t" r="r" b="b"/>
            <a:pathLst>
              <a:path w="38451" h="35685" extrusionOk="0">
                <a:moveTo>
                  <a:pt x="19225" y="0"/>
                </a:moveTo>
                <a:cubicBezTo>
                  <a:pt x="8609" y="0"/>
                  <a:pt x="1" y="8609"/>
                  <a:pt x="1" y="19225"/>
                </a:cubicBezTo>
                <a:lnTo>
                  <a:pt x="1" y="35684"/>
                </a:lnTo>
                <a:lnTo>
                  <a:pt x="38450" y="35684"/>
                </a:lnTo>
                <a:lnTo>
                  <a:pt x="38450" y="19225"/>
                </a:lnTo>
                <a:cubicBezTo>
                  <a:pt x="38450" y="8609"/>
                  <a:pt x="29841" y="0"/>
                  <a:pt x="19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9"/>
          <p:cNvSpPr/>
          <p:nvPr/>
        </p:nvSpPr>
        <p:spPr>
          <a:xfrm>
            <a:off x="6999450" y="5394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 name="Google Shape;190;p9"/>
          <p:cNvGrpSpPr/>
          <p:nvPr/>
        </p:nvGrpSpPr>
        <p:grpSpPr>
          <a:xfrm rot="-5400000">
            <a:off x="128750" y="981875"/>
            <a:ext cx="1168925" cy="284175"/>
            <a:chOff x="6017825" y="3809000"/>
            <a:chExt cx="1168925" cy="284175"/>
          </a:xfrm>
        </p:grpSpPr>
        <p:sp>
          <p:nvSpPr>
            <p:cNvPr id="191" name="Google Shape;191;p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 name="Google Shape;209;p9"/>
          <p:cNvSpPr txBox="1">
            <a:spLocks noGrp="1"/>
          </p:cNvSpPr>
          <p:nvPr>
            <p:ph type="title"/>
          </p:nvPr>
        </p:nvSpPr>
        <p:spPr>
          <a:xfrm>
            <a:off x="753800" y="1189100"/>
            <a:ext cx="76365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800"/>
              <a:buNone/>
              <a:defRPr sz="15000">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0" name="Google Shape;210;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11" name="Google Shape;211;p9"/>
          <p:cNvSpPr/>
          <p:nvPr/>
        </p:nvSpPr>
        <p:spPr>
          <a:xfrm>
            <a:off x="130875" y="3495450"/>
            <a:ext cx="582350" cy="291075"/>
          </a:xfrm>
          <a:custGeom>
            <a:avLst/>
            <a:gdLst/>
            <a:ahLst/>
            <a:cxnLst/>
            <a:rect l="l" t="t" r="r" b="b"/>
            <a:pathLst>
              <a:path w="23294" h="11643" extrusionOk="0">
                <a:moveTo>
                  <a:pt x="0" y="1"/>
                </a:moveTo>
                <a:cubicBezTo>
                  <a:pt x="0" y="6406"/>
                  <a:pt x="5219" y="11643"/>
                  <a:pt x="11642" y="11643"/>
                </a:cubicBezTo>
                <a:cubicBezTo>
                  <a:pt x="18065" y="11643"/>
                  <a:pt x="23293" y="6406"/>
                  <a:pt x="23293" y="1"/>
                </a:cubicBezTo>
                <a:lnTo>
                  <a:pt x="18030" y="1"/>
                </a:lnTo>
                <a:cubicBezTo>
                  <a:pt x="18030" y="3525"/>
                  <a:pt x="15175" y="6379"/>
                  <a:pt x="11651" y="6379"/>
                </a:cubicBezTo>
                <a:cubicBezTo>
                  <a:pt x="8127" y="6379"/>
                  <a:pt x="5273" y="3507"/>
                  <a:pt x="52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12"/>
        <p:cNvGrpSpPr/>
        <p:nvPr/>
      </p:nvGrpSpPr>
      <p:grpSpPr>
        <a:xfrm>
          <a:off x="0" y="0"/>
          <a:ext cx="0" cy="0"/>
          <a:chOff x="0" y="0"/>
          <a:chExt cx="0" cy="0"/>
        </a:xfrm>
      </p:grpSpPr>
      <p:sp>
        <p:nvSpPr>
          <p:cNvPr id="213" name="Google Shape;213;p10"/>
          <p:cNvSpPr/>
          <p:nvPr/>
        </p:nvSpPr>
        <p:spPr>
          <a:xfrm flipH="1">
            <a:off x="-667905" y="3345852"/>
            <a:ext cx="10029655" cy="1825862"/>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10"/>
          <p:cNvGrpSpPr/>
          <p:nvPr/>
        </p:nvGrpSpPr>
        <p:grpSpPr>
          <a:xfrm rot="5400000">
            <a:off x="7846300" y="4116700"/>
            <a:ext cx="1168925" cy="284175"/>
            <a:chOff x="6017825" y="3809000"/>
            <a:chExt cx="1168925" cy="284175"/>
          </a:xfrm>
        </p:grpSpPr>
        <p:sp>
          <p:nvSpPr>
            <p:cNvPr id="215" name="Google Shape;215;p10"/>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0"/>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0"/>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0"/>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0"/>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10"/>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10"/>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0"/>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10"/>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10"/>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0"/>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10"/>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0"/>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0"/>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10"/>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10"/>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0"/>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0"/>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 name="Google Shape;233;p10"/>
          <p:cNvSpPr txBox="1">
            <a:spLocks noGrp="1"/>
          </p:cNvSpPr>
          <p:nvPr>
            <p:ph type="title"/>
          </p:nvPr>
        </p:nvSpPr>
        <p:spPr>
          <a:xfrm>
            <a:off x="720000" y="3406100"/>
            <a:ext cx="7704000" cy="1197900"/>
          </a:xfrm>
          <a:prstGeom prst="rect">
            <a:avLst/>
          </a:prstGeom>
          <a:noFill/>
        </p:spPr>
        <p:txBody>
          <a:bodyPr spcFirstLastPara="1" wrap="square" lIns="91425" tIns="91425" rIns="91425" bIns="91425" anchor="t" anchorCtr="0">
            <a:noAutofit/>
          </a:bodyPr>
          <a:lstStyle>
            <a:lvl1pPr lvl="0" algn="ctr" rtl="0">
              <a:spcBef>
                <a:spcPts val="0"/>
              </a:spcBef>
              <a:spcAft>
                <a:spcPts val="0"/>
              </a:spcAft>
              <a:buSzPts val="3800"/>
              <a:buNone/>
              <a:defRPr>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2"/>
        </a:solidFill>
        <a:effectLst/>
      </p:bgPr>
    </p:bg>
    <p:spTree>
      <p:nvGrpSpPr>
        <p:cNvPr id="1" name="Shape 234"/>
        <p:cNvGrpSpPr/>
        <p:nvPr/>
      </p:nvGrpSpPr>
      <p:grpSpPr>
        <a:xfrm>
          <a:off x="0" y="0"/>
          <a:ext cx="0" cy="0"/>
          <a:chOff x="0" y="0"/>
          <a:chExt cx="0" cy="0"/>
        </a:xfrm>
      </p:grpSpPr>
      <p:sp>
        <p:nvSpPr>
          <p:cNvPr id="235" name="Google Shape;235;p11"/>
          <p:cNvSpPr/>
          <p:nvPr/>
        </p:nvSpPr>
        <p:spPr>
          <a:xfrm rot="-5400000" flipH="1">
            <a:off x="-889023" y="716523"/>
            <a:ext cx="5247084" cy="365833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1"/>
          <p:cNvSpPr/>
          <p:nvPr/>
        </p:nvSpPr>
        <p:spPr>
          <a:xfrm rot="5400000" flipH="1">
            <a:off x="6236854" y="2245853"/>
            <a:ext cx="5252904" cy="651810"/>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1"/>
          <p:cNvSpPr/>
          <p:nvPr/>
        </p:nvSpPr>
        <p:spPr>
          <a:xfrm>
            <a:off x="713230" y="100351"/>
            <a:ext cx="1157439" cy="1074657"/>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 name="Google Shape;238;p11"/>
          <p:cNvGrpSpPr/>
          <p:nvPr/>
        </p:nvGrpSpPr>
        <p:grpSpPr>
          <a:xfrm>
            <a:off x="6334000" y="836350"/>
            <a:ext cx="1168925" cy="284175"/>
            <a:chOff x="6017825" y="3809000"/>
            <a:chExt cx="1168925" cy="284175"/>
          </a:xfrm>
        </p:grpSpPr>
        <p:sp>
          <p:nvSpPr>
            <p:cNvPr id="239" name="Google Shape;239;p1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1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 name="Google Shape;257;p11"/>
          <p:cNvSpPr/>
          <p:nvPr/>
        </p:nvSpPr>
        <p:spPr>
          <a:xfrm>
            <a:off x="7431813" y="402253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11"/>
          <p:cNvSpPr/>
          <p:nvPr/>
        </p:nvSpPr>
        <p:spPr>
          <a:xfrm rot="-5400000">
            <a:off x="567363" y="39548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 name="Google Shape;259;p11"/>
          <p:cNvGrpSpPr/>
          <p:nvPr/>
        </p:nvGrpSpPr>
        <p:grpSpPr>
          <a:xfrm>
            <a:off x="1641075" y="3930350"/>
            <a:ext cx="1168925" cy="284175"/>
            <a:chOff x="6017825" y="3809000"/>
            <a:chExt cx="1168925" cy="284175"/>
          </a:xfrm>
        </p:grpSpPr>
        <p:sp>
          <p:nvSpPr>
            <p:cNvPr id="260" name="Google Shape;260;p1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1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 name="Google Shape;278;p11"/>
          <p:cNvSpPr/>
          <p:nvPr/>
        </p:nvSpPr>
        <p:spPr>
          <a:xfrm>
            <a:off x="7144505" y="2575076"/>
            <a:ext cx="1157439" cy="1074657"/>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1"/>
          <p:cNvSpPr txBox="1">
            <a:spLocks noGrp="1"/>
          </p:cNvSpPr>
          <p:nvPr>
            <p:ph type="title" hasCustomPrompt="1"/>
          </p:nvPr>
        </p:nvSpPr>
        <p:spPr>
          <a:xfrm>
            <a:off x="1284000" y="1566388"/>
            <a:ext cx="6576000" cy="15474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0" name="Google Shape;280;p11"/>
          <p:cNvSpPr txBox="1">
            <a:spLocks noGrp="1"/>
          </p:cNvSpPr>
          <p:nvPr>
            <p:ph type="subTitle" idx="1"/>
          </p:nvPr>
        </p:nvSpPr>
        <p:spPr>
          <a:xfrm>
            <a:off x="1284000" y="3080013"/>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9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3"/>
        </a:solidFill>
        <a:effectLst/>
      </p:bgPr>
    </p:bg>
    <p:spTree>
      <p:nvGrpSpPr>
        <p:cNvPr id="1" name="Shape 2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82"/>
        <p:cNvGrpSpPr/>
        <p:nvPr/>
      </p:nvGrpSpPr>
      <p:grpSpPr>
        <a:xfrm>
          <a:off x="0" y="0"/>
          <a:ext cx="0" cy="0"/>
          <a:chOff x="0" y="0"/>
          <a:chExt cx="0" cy="0"/>
        </a:xfrm>
      </p:grpSpPr>
      <p:sp>
        <p:nvSpPr>
          <p:cNvPr id="283" name="Google Shape;283;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84" name="Google Shape;284;p13"/>
          <p:cNvSpPr txBox="1">
            <a:spLocks noGrp="1"/>
          </p:cNvSpPr>
          <p:nvPr>
            <p:ph type="subTitle" idx="1"/>
          </p:nvPr>
        </p:nvSpPr>
        <p:spPr>
          <a:xfrm>
            <a:off x="2096611" y="2036846"/>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5" name="Google Shape;285;p13"/>
          <p:cNvSpPr txBox="1">
            <a:spLocks noGrp="1"/>
          </p:cNvSpPr>
          <p:nvPr>
            <p:ph type="subTitle" idx="2"/>
          </p:nvPr>
        </p:nvSpPr>
        <p:spPr>
          <a:xfrm>
            <a:off x="5481681" y="2036846"/>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6" name="Google Shape;286;p13"/>
          <p:cNvSpPr txBox="1">
            <a:spLocks noGrp="1"/>
          </p:cNvSpPr>
          <p:nvPr>
            <p:ph type="subTitle" idx="3"/>
          </p:nvPr>
        </p:nvSpPr>
        <p:spPr>
          <a:xfrm>
            <a:off x="2096611" y="3470246"/>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7" name="Google Shape;287;p13"/>
          <p:cNvSpPr txBox="1">
            <a:spLocks noGrp="1"/>
          </p:cNvSpPr>
          <p:nvPr>
            <p:ph type="subTitle" idx="4"/>
          </p:nvPr>
        </p:nvSpPr>
        <p:spPr>
          <a:xfrm>
            <a:off x="5481681" y="3470246"/>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8" name="Google Shape;288;p13"/>
          <p:cNvSpPr txBox="1">
            <a:spLocks noGrp="1"/>
          </p:cNvSpPr>
          <p:nvPr>
            <p:ph type="title" idx="5" hasCustomPrompt="1"/>
          </p:nvPr>
        </p:nvSpPr>
        <p:spPr>
          <a:xfrm>
            <a:off x="1356814" y="1645654"/>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9" name="Google Shape;289;p13"/>
          <p:cNvSpPr txBox="1">
            <a:spLocks noGrp="1"/>
          </p:cNvSpPr>
          <p:nvPr>
            <p:ph type="title" idx="6" hasCustomPrompt="1"/>
          </p:nvPr>
        </p:nvSpPr>
        <p:spPr>
          <a:xfrm>
            <a:off x="1356814" y="3079062"/>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0" name="Google Shape;290;p13"/>
          <p:cNvSpPr txBox="1">
            <a:spLocks noGrp="1"/>
          </p:cNvSpPr>
          <p:nvPr>
            <p:ph type="title" idx="7" hasCustomPrompt="1"/>
          </p:nvPr>
        </p:nvSpPr>
        <p:spPr>
          <a:xfrm>
            <a:off x="4741889" y="1645654"/>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1" name="Google Shape;291;p13"/>
          <p:cNvSpPr txBox="1">
            <a:spLocks noGrp="1"/>
          </p:cNvSpPr>
          <p:nvPr>
            <p:ph type="title" idx="8" hasCustomPrompt="1"/>
          </p:nvPr>
        </p:nvSpPr>
        <p:spPr>
          <a:xfrm>
            <a:off x="4741889" y="3079062"/>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2" name="Google Shape;292;p13"/>
          <p:cNvSpPr txBox="1">
            <a:spLocks noGrp="1"/>
          </p:cNvSpPr>
          <p:nvPr>
            <p:ph type="subTitle" idx="9"/>
          </p:nvPr>
        </p:nvSpPr>
        <p:spPr>
          <a:xfrm>
            <a:off x="2096611" y="1747846"/>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3" name="Google Shape;293;p13"/>
          <p:cNvSpPr txBox="1">
            <a:spLocks noGrp="1"/>
          </p:cNvSpPr>
          <p:nvPr>
            <p:ph type="subTitle" idx="13"/>
          </p:nvPr>
        </p:nvSpPr>
        <p:spPr>
          <a:xfrm>
            <a:off x="5481686" y="1747846"/>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4" name="Google Shape;294;p13"/>
          <p:cNvSpPr txBox="1">
            <a:spLocks noGrp="1"/>
          </p:cNvSpPr>
          <p:nvPr>
            <p:ph type="subTitle" idx="14"/>
          </p:nvPr>
        </p:nvSpPr>
        <p:spPr>
          <a:xfrm>
            <a:off x="2096611" y="3181321"/>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5" name="Google Shape;295;p13"/>
          <p:cNvSpPr txBox="1">
            <a:spLocks noGrp="1"/>
          </p:cNvSpPr>
          <p:nvPr>
            <p:ph type="subTitle" idx="15"/>
          </p:nvPr>
        </p:nvSpPr>
        <p:spPr>
          <a:xfrm>
            <a:off x="5481686" y="3181321"/>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6" name="Google Shape;296;p13"/>
          <p:cNvSpPr/>
          <p:nvPr/>
        </p:nvSpPr>
        <p:spPr>
          <a:xfrm rot="10800000" flipH="1">
            <a:off x="-473245" y="-667900"/>
            <a:ext cx="10218706"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3"/>
          <p:cNvSpPr/>
          <p:nvPr/>
        </p:nvSpPr>
        <p:spPr>
          <a:xfrm rot="10800000">
            <a:off x="-81312" y="4603990"/>
            <a:ext cx="9321843" cy="651810"/>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 name="Google Shape;298;p13"/>
          <p:cNvGrpSpPr/>
          <p:nvPr/>
        </p:nvGrpSpPr>
        <p:grpSpPr>
          <a:xfrm>
            <a:off x="7578975" y="4530713"/>
            <a:ext cx="1168925" cy="284175"/>
            <a:chOff x="6017825" y="3809000"/>
            <a:chExt cx="1168925" cy="284175"/>
          </a:xfrm>
        </p:grpSpPr>
        <p:sp>
          <p:nvSpPr>
            <p:cNvPr id="299" name="Google Shape;299;p13"/>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3"/>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3"/>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3"/>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3"/>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3"/>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3"/>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3"/>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3"/>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3"/>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3"/>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13"/>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3"/>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3"/>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3"/>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3"/>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3"/>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3"/>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 name="Google Shape;317;p13"/>
          <p:cNvSpPr/>
          <p:nvPr/>
        </p:nvSpPr>
        <p:spPr>
          <a:xfrm>
            <a:off x="8463275" y="10177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3"/>
          <p:cNvSpPr/>
          <p:nvPr/>
        </p:nvSpPr>
        <p:spPr>
          <a:xfrm rot="10800000">
            <a:off x="54650" y="24602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319"/>
        <p:cNvGrpSpPr/>
        <p:nvPr/>
      </p:nvGrpSpPr>
      <p:grpSpPr>
        <a:xfrm>
          <a:off x="0" y="0"/>
          <a:ext cx="0" cy="0"/>
          <a:chOff x="0" y="0"/>
          <a:chExt cx="0" cy="0"/>
        </a:xfrm>
      </p:grpSpPr>
      <p:sp>
        <p:nvSpPr>
          <p:cNvPr id="320" name="Google Shape;320;p14"/>
          <p:cNvSpPr txBox="1">
            <a:spLocks noGrp="1"/>
          </p:cNvSpPr>
          <p:nvPr>
            <p:ph type="title"/>
          </p:nvPr>
        </p:nvSpPr>
        <p:spPr>
          <a:xfrm>
            <a:off x="1225350" y="3100300"/>
            <a:ext cx="66933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321" name="Google Shape;321;p14"/>
          <p:cNvSpPr txBox="1">
            <a:spLocks noGrp="1"/>
          </p:cNvSpPr>
          <p:nvPr>
            <p:ph type="subTitle" idx="1"/>
          </p:nvPr>
        </p:nvSpPr>
        <p:spPr>
          <a:xfrm>
            <a:off x="1225350" y="1511313"/>
            <a:ext cx="6691200" cy="1478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
        <p:nvSpPr>
          <p:cNvPr id="322" name="Google Shape;322;p14"/>
          <p:cNvSpPr/>
          <p:nvPr/>
        </p:nvSpPr>
        <p:spPr>
          <a:xfrm>
            <a:off x="-137625" y="-888550"/>
            <a:ext cx="9281874" cy="210428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4"/>
          <p:cNvSpPr/>
          <p:nvPr/>
        </p:nvSpPr>
        <p:spPr>
          <a:xfrm>
            <a:off x="-1981200" y="3997800"/>
            <a:ext cx="11244263" cy="1161132"/>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4" name="Google Shape;324;p14"/>
          <p:cNvGrpSpPr/>
          <p:nvPr/>
        </p:nvGrpSpPr>
        <p:grpSpPr>
          <a:xfrm rot="-5400000">
            <a:off x="8060538" y="3389300"/>
            <a:ext cx="1168925" cy="284175"/>
            <a:chOff x="6017825" y="3809000"/>
            <a:chExt cx="1168925" cy="284175"/>
          </a:xfrm>
        </p:grpSpPr>
        <p:sp>
          <p:nvSpPr>
            <p:cNvPr id="325" name="Google Shape;325;p14"/>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4"/>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14"/>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4"/>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4"/>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14"/>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14"/>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4"/>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14"/>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14"/>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4"/>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4"/>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4"/>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4"/>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4"/>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4"/>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4"/>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4"/>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 name="Google Shape;343;p14"/>
          <p:cNvGrpSpPr/>
          <p:nvPr/>
        </p:nvGrpSpPr>
        <p:grpSpPr>
          <a:xfrm>
            <a:off x="244513" y="904000"/>
            <a:ext cx="1168925" cy="284175"/>
            <a:chOff x="6017825" y="3809000"/>
            <a:chExt cx="1168925" cy="284175"/>
          </a:xfrm>
        </p:grpSpPr>
        <p:sp>
          <p:nvSpPr>
            <p:cNvPr id="344" name="Google Shape;344;p14"/>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4"/>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4"/>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4"/>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4"/>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4"/>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4"/>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4"/>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4"/>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4"/>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4"/>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4"/>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4"/>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4"/>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4"/>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4"/>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4"/>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4"/>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362"/>
        <p:cNvGrpSpPr/>
        <p:nvPr/>
      </p:nvGrpSpPr>
      <p:grpSpPr>
        <a:xfrm>
          <a:off x="0" y="0"/>
          <a:ext cx="0" cy="0"/>
          <a:chOff x="0" y="0"/>
          <a:chExt cx="0" cy="0"/>
        </a:xfrm>
      </p:grpSpPr>
      <p:sp>
        <p:nvSpPr>
          <p:cNvPr id="363" name="Google Shape;363;p15"/>
          <p:cNvSpPr/>
          <p:nvPr/>
        </p:nvSpPr>
        <p:spPr>
          <a:xfrm rot="10800000" flipH="1">
            <a:off x="-19289" y="3215070"/>
            <a:ext cx="9182576" cy="5624696"/>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5"/>
          <p:cNvSpPr/>
          <p:nvPr/>
        </p:nvSpPr>
        <p:spPr>
          <a:xfrm>
            <a:off x="3193048" y="197000"/>
            <a:ext cx="1543095" cy="1432731"/>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 name="Google Shape;365;p15"/>
          <p:cNvGrpSpPr/>
          <p:nvPr/>
        </p:nvGrpSpPr>
        <p:grpSpPr>
          <a:xfrm rot="5400000">
            <a:off x="7988400" y="981875"/>
            <a:ext cx="1168925" cy="284175"/>
            <a:chOff x="6017825" y="3809000"/>
            <a:chExt cx="1168925" cy="284175"/>
          </a:xfrm>
        </p:grpSpPr>
        <p:sp>
          <p:nvSpPr>
            <p:cNvPr id="366" name="Google Shape;366;p1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 name="Google Shape;384;p15"/>
          <p:cNvSpPr/>
          <p:nvPr/>
        </p:nvSpPr>
        <p:spPr>
          <a:xfrm>
            <a:off x="421813" y="3939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5"/>
          <p:cNvSpPr txBox="1">
            <a:spLocks noGrp="1"/>
          </p:cNvSpPr>
          <p:nvPr>
            <p:ph type="title"/>
          </p:nvPr>
        </p:nvSpPr>
        <p:spPr>
          <a:xfrm>
            <a:off x="4836775" y="988475"/>
            <a:ext cx="3690000" cy="2296200"/>
          </a:xfrm>
          <a:prstGeom prst="rect">
            <a:avLst/>
          </a:prstGeom>
        </p:spPr>
        <p:txBody>
          <a:bodyPr spcFirstLastPara="1" wrap="square" lIns="91425" tIns="91425" rIns="91425" bIns="91425" anchor="b" anchorCtr="0">
            <a:noAutofit/>
          </a:bodyPr>
          <a:lstStyle>
            <a:lvl1pPr lvl="0"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86" name="Google Shape;386;p15"/>
          <p:cNvSpPr txBox="1">
            <a:spLocks noGrp="1"/>
          </p:cNvSpPr>
          <p:nvPr>
            <p:ph type="subTitle" idx="1"/>
          </p:nvPr>
        </p:nvSpPr>
        <p:spPr>
          <a:xfrm>
            <a:off x="4836775" y="3284525"/>
            <a:ext cx="3438000" cy="81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87" name="Google Shape;387;p15"/>
          <p:cNvSpPr>
            <a:spLocks noGrp="1"/>
          </p:cNvSpPr>
          <p:nvPr>
            <p:ph type="pic" idx="2"/>
          </p:nvPr>
        </p:nvSpPr>
        <p:spPr>
          <a:xfrm>
            <a:off x="708472" y="734793"/>
            <a:ext cx="3690000" cy="3674100"/>
          </a:xfrm>
          <a:prstGeom prst="round2SameRect">
            <a:avLst>
              <a:gd name="adj1" fmla="val 16667"/>
              <a:gd name="adj2" fmla="val 0"/>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388"/>
        <p:cNvGrpSpPr/>
        <p:nvPr/>
      </p:nvGrpSpPr>
      <p:grpSpPr>
        <a:xfrm>
          <a:off x="0" y="0"/>
          <a:ext cx="0" cy="0"/>
          <a:chOff x="0" y="0"/>
          <a:chExt cx="0" cy="0"/>
        </a:xfrm>
      </p:grpSpPr>
      <p:sp>
        <p:nvSpPr>
          <p:cNvPr id="389" name="Google Shape;389;p16"/>
          <p:cNvSpPr/>
          <p:nvPr/>
        </p:nvSpPr>
        <p:spPr>
          <a:xfrm rot="10800000" flipH="1">
            <a:off x="-45654" y="-879314"/>
            <a:ext cx="9378324" cy="1603513"/>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6"/>
          <p:cNvSpPr/>
          <p:nvPr/>
        </p:nvSpPr>
        <p:spPr>
          <a:xfrm rot="10800000" flipH="1">
            <a:off x="-45650" y="3862300"/>
            <a:ext cx="9189720" cy="2114809"/>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 name="Google Shape;391;p16"/>
          <p:cNvGrpSpPr/>
          <p:nvPr/>
        </p:nvGrpSpPr>
        <p:grpSpPr>
          <a:xfrm>
            <a:off x="713225" y="3903263"/>
            <a:ext cx="1168925" cy="284175"/>
            <a:chOff x="6017825" y="3809000"/>
            <a:chExt cx="1168925" cy="284175"/>
          </a:xfrm>
        </p:grpSpPr>
        <p:sp>
          <p:nvSpPr>
            <p:cNvPr id="392" name="Google Shape;392;p1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 name="Google Shape;410;p16"/>
          <p:cNvSpPr/>
          <p:nvPr/>
        </p:nvSpPr>
        <p:spPr>
          <a:xfrm rot="5400000">
            <a:off x="574125" y="1992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6"/>
          <p:cNvSpPr txBox="1">
            <a:spLocks noGrp="1"/>
          </p:cNvSpPr>
          <p:nvPr>
            <p:ph type="title"/>
          </p:nvPr>
        </p:nvSpPr>
        <p:spPr>
          <a:xfrm>
            <a:off x="720000" y="1559350"/>
            <a:ext cx="3233100" cy="1190100"/>
          </a:xfrm>
          <a:prstGeom prst="rect">
            <a:avLst/>
          </a:prstGeom>
        </p:spPr>
        <p:txBody>
          <a:bodyPr spcFirstLastPara="1" wrap="square" lIns="91425" tIns="91425" rIns="91425" bIns="91425" anchor="b" anchorCtr="0">
            <a:noAutofit/>
          </a:bodyPr>
          <a:lstStyle>
            <a:lvl1pPr lvl="0"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12" name="Google Shape;412;p16"/>
          <p:cNvSpPr txBox="1">
            <a:spLocks noGrp="1"/>
          </p:cNvSpPr>
          <p:nvPr>
            <p:ph type="subTitle" idx="1"/>
          </p:nvPr>
        </p:nvSpPr>
        <p:spPr>
          <a:xfrm>
            <a:off x="720000" y="2713600"/>
            <a:ext cx="32331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413"/>
        <p:cNvGrpSpPr/>
        <p:nvPr/>
      </p:nvGrpSpPr>
      <p:grpSpPr>
        <a:xfrm>
          <a:off x="0" y="0"/>
          <a:ext cx="0" cy="0"/>
          <a:chOff x="0" y="0"/>
          <a:chExt cx="0" cy="0"/>
        </a:xfrm>
      </p:grpSpPr>
      <p:sp>
        <p:nvSpPr>
          <p:cNvPr id="414" name="Google Shape;414;p17"/>
          <p:cNvSpPr/>
          <p:nvPr/>
        </p:nvSpPr>
        <p:spPr>
          <a:xfrm>
            <a:off x="-1981200" y="3689025"/>
            <a:ext cx="11244263" cy="1457094"/>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7"/>
          <p:cNvSpPr/>
          <p:nvPr/>
        </p:nvSpPr>
        <p:spPr>
          <a:xfrm>
            <a:off x="-137625" y="-1568625"/>
            <a:ext cx="9281874" cy="210428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7"/>
          <p:cNvSpPr/>
          <p:nvPr/>
        </p:nvSpPr>
        <p:spPr>
          <a:xfrm>
            <a:off x="7847975" y="1189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 name="Google Shape;417;p17"/>
          <p:cNvGrpSpPr/>
          <p:nvPr/>
        </p:nvGrpSpPr>
        <p:grpSpPr>
          <a:xfrm rot="-5400000">
            <a:off x="-249912" y="727925"/>
            <a:ext cx="1168925" cy="284175"/>
            <a:chOff x="6017825" y="3809000"/>
            <a:chExt cx="1168925" cy="284175"/>
          </a:xfrm>
        </p:grpSpPr>
        <p:sp>
          <p:nvSpPr>
            <p:cNvPr id="418" name="Google Shape;418;p17"/>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7"/>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7"/>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7"/>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7"/>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7"/>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7"/>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7"/>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7"/>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7"/>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7"/>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7"/>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7"/>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7"/>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7"/>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7"/>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7"/>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7"/>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 name="Google Shape;436;p17"/>
          <p:cNvSpPr/>
          <p:nvPr/>
        </p:nvSpPr>
        <p:spPr>
          <a:xfrm rot="5400000">
            <a:off x="567350" y="401367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7"/>
          <p:cNvSpPr txBox="1">
            <a:spLocks noGrp="1"/>
          </p:cNvSpPr>
          <p:nvPr>
            <p:ph type="title"/>
          </p:nvPr>
        </p:nvSpPr>
        <p:spPr>
          <a:xfrm>
            <a:off x="5800250" y="1559350"/>
            <a:ext cx="2630400" cy="1188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38" name="Google Shape;438;p17"/>
          <p:cNvSpPr txBox="1">
            <a:spLocks noGrp="1"/>
          </p:cNvSpPr>
          <p:nvPr>
            <p:ph type="subTitle" idx="1"/>
          </p:nvPr>
        </p:nvSpPr>
        <p:spPr>
          <a:xfrm>
            <a:off x="5800375" y="2713600"/>
            <a:ext cx="2630400" cy="1080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4_1_1">
    <p:spTree>
      <p:nvGrpSpPr>
        <p:cNvPr id="1" name="Shape 439"/>
        <p:cNvGrpSpPr/>
        <p:nvPr/>
      </p:nvGrpSpPr>
      <p:grpSpPr>
        <a:xfrm>
          <a:off x="0" y="0"/>
          <a:ext cx="0" cy="0"/>
          <a:chOff x="0" y="0"/>
          <a:chExt cx="0" cy="0"/>
        </a:xfrm>
      </p:grpSpPr>
      <p:sp>
        <p:nvSpPr>
          <p:cNvPr id="440" name="Google Shape;440;p18"/>
          <p:cNvSpPr/>
          <p:nvPr/>
        </p:nvSpPr>
        <p:spPr>
          <a:xfrm rot="10800000" flipH="1">
            <a:off x="-21875" y="4040915"/>
            <a:ext cx="9187741" cy="1153235"/>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 name="Google Shape;441;p18"/>
          <p:cNvGrpSpPr/>
          <p:nvPr/>
        </p:nvGrpSpPr>
        <p:grpSpPr>
          <a:xfrm>
            <a:off x="-378620" y="0"/>
            <a:ext cx="9667629" cy="1025400"/>
            <a:chOff x="-207175" y="-92875"/>
            <a:chExt cx="9439200" cy="1025400"/>
          </a:xfrm>
        </p:grpSpPr>
        <p:sp>
          <p:nvSpPr>
            <p:cNvPr id="442" name="Google Shape;442;p18"/>
            <p:cNvSpPr/>
            <p:nvPr/>
          </p:nvSpPr>
          <p:spPr>
            <a:xfrm>
              <a:off x="-207175" y="-92875"/>
              <a:ext cx="2700300" cy="10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8"/>
            <p:cNvSpPr/>
            <p:nvPr/>
          </p:nvSpPr>
          <p:spPr>
            <a:xfrm>
              <a:off x="-207175" y="-92875"/>
              <a:ext cx="9439200" cy="367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 name="Google Shape;444;p18"/>
          <p:cNvSpPr txBox="1">
            <a:spLocks noGrp="1"/>
          </p:cNvSpPr>
          <p:nvPr>
            <p:ph type="title"/>
          </p:nvPr>
        </p:nvSpPr>
        <p:spPr>
          <a:xfrm>
            <a:off x="720000" y="1559350"/>
            <a:ext cx="3233100" cy="1190100"/>
          </a:xfrm>
          <a:prstGeom prst="rect">
            <a:avLst/>
          </a:prstGeom>
        </p:spPr>
        <p:txBody>
          <a:bodyPr spcFirstLastPara="1" wrap="square" lIns="91425" tIns="91425" rIns="91425" bIns="91425" anchor="b" anchorCtr="0">
            <a:noAutofit/>
          </a:bodyPr>
          <a:lstStyle>
            <a:lvl1pPr lvl="0"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5" name="Google Shape;445;p18"/>
          <p:cNvSpPr txBox="1">
            <a:spLocks noGrp="1"/>
          </p:cNvSpPr>
          <p:nvPr>
            <p:ph type="subTitle" idx="1"/>
          </p:nvPr>
        </p:nvSpPr>
        <p:spPr>
          <a:xfrm>
            <a:off x="720000" y="2713600"/>
            <a:ext cx="32331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4">
  <p:cSld name="CUSTOM_4_1_1_1">
    <p:spTree>
      <p:nvGrpSpPr>
        <p:cNvPr id="1" name="Shape 446"/>
        <p:cNvGrpSpPr/>
        <p:nvPr/>
      </p:nvGrpSpPr>
      <p:grpSpPr>
        <a:xfrm>
          <a:off x="0" y="0"/>
          <a:ext cx="0" cy="0"/>
          <a:chOff x="0" y="0"/>
          <a:chExt cx="0" cy="0"/>
        </a:xfrm>
      </p:grpSpPr>
      <p:sp>
        <p:nvSpPr>
          <p:cNvPr id="447" name="Google Shape;447;p19"/>
          <p:cNvSpPr/>
          <p:nvPr/>
        </p:nvSpPr>
        <p:spPr>
          <a:xfrm>
            <a:off x="-238800" y="4522726"/>
            <a:ext cx="11244263" cy="623414"/>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9"/>
          <p:cNvSpPr/>
          <p:nvPr/>
        </p:nvSpPr>
        <p:spPr>
          <a:xfrm>
            <a:off x="-137875" y="-47300"/>
            <a:ext cx="9281874" cy="502563"/>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 name="Google Shape;449;p19"/>
          <p:cNvGrpSpPr/>
          <p:nvPr/>
        </p:nvGrpSpPr>
        <p:grpSpPr>
          <a:xfrm rot="5400000">
            <a:off x="8206950" y="1285600"/>
            <a:ext cx="1168925" cy="284175"/>
            <a:chOff x="6017825" y="3809000"/>
            <a:chExt cx="1168925" cy="284175"/>
          </a:xfrm>
        </p:grpSpPr>
        <p:sp>
          <p:nvSpPr>
            <p:cNvPr id="450" name="Google Shape;450;p1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 name="Google Shape;468;p19"/>
          <p:cNvSpPr/>
          <p:nvPr/>
        </p:nvSpPr>
        <p:spPr>
          <a:xfrm rot="10800000">
            <a:off x="45800" y="6897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9"/>
          <p:cNvSpPr txBox="1">
            <a:spLocks noGrp="1"/>
          </p:cNvSpPr>
          <p:nvPr>
            <p:ph type="title"/>
          </p:nvPr>
        </p:nvSpPr>
        <p:spPr>
          <a:xfrm>
            <a:off x="720000" y="443075"/>
            <a:ext cx="7710900" cy="658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70" name="Google Shape;470;p19"/>
          <p:cNvSpPr txBox="1">
            <a:spLocks noGrp="1"/>
          </p:cNvSpPr>
          <p:nvPr>
            <p:ph type="subTitle" idx="1"/>
          </p:nvPr>
        </p:nvSpPr>
        <p:spPr>
          <a:xfrm>
            <a:off x="720000" y="1176450"/>
            <a:ext cx="7710900" cy="502500"/>
          </a:xfrm>
          <a:prstGeom prst="rect">
            <a:avLst/>
          </a:prstGeom>
        </p:spPr>
        <p:txBody>
          <a:bodyPr spcFirstLastPara="1" wrap="square" lIns="91425" tIns="91425" rIns="91425" bIns="91425" anchor="t" anchorCtr="0">
            <a:noAutofit/>
          </a:bodyPr>
          <a:lstStyle>
            <a:lvl1pPr lvl="0" rtl="0">
              <a:lnSpc>
                <a:spcPct val="100000"/>
              </a:lnSpc>
              <a:spcBef>
                <a:spcPts val="30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471"/>
        <p:cNvGrpSpPr/>
        <p:nvPr/>
      </p:nvGrpSpPr>
      <p:grpSpPr>
        <a:xfrm>
          <a:off x="0" y="0"/>
          <a:ext cx="0" cy="0"/>
          <a:chOff x="0" y="0"/>
          <a:chExt cx="0" cy="0"/>
        </a:xfrm>
      </p:grpSpPr>
      <p:sp>
        <p:nvSpPr>
          <p:cNvPr id="472" name="Google Shape;472;p20"/>
          <p:cNvSpPr/>
          <p:nvPr/>
        </p:nvSpPr>
        <p:spPr>
          <a:xfrm>
            <a:off x="-65950" y="-200875"/>
            <a:ext cx="10028923" cy="645909"/>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0"/>
          <p:cNvSpPr/>
          <p:nvPr/>
        </p:nvSpPr>
        <p:spPr>
          <a:xfrm>
            <a:off x="-165467" y="4527700"/>
            <a:ext cx="9309124"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 name="Google Shape;474;p20"/>
          <p:cNvGrpSpPr/>
          <p:nvPr/>
        </p:nvGrpSpPr>
        <p:grpSpPr>
          <a:xfrm rot="5400000">
            <a:off x="-13337" y="2429650"/>
            <a:ext cx="1168925" cy="284175"/>
            <a:chOff x="6017825" y="3809000"/>
            <a:chExt cx="1168925" cy="284175"/>
          </a:xfrm>
        </p:grpSpPr>
        <p:sp>
          <p:nvSpPr>
            <p:cNvPr id="475" name="Google Shape;475;p20"/>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0"/>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0"/>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0"/>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0"/>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0"/>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0"/>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0"/>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0"/>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0"/>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0"/>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0"/>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0"/>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0"/>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0"/>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0"/>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0"/>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0"/>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 name="Google Shape;493;p20"/>
          <p:cNvSpPr/>
          <p:nvPr/>
        </p:nvSpPr>
        <p:spPr>
          <a:xfrm>
            <a:off x="8284900" y="44067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0"/>
          <p:cNvSpPr/>
          <p:nvPr/>
        </p:nvSpPr>
        <p:spPr>
          <a:xfrm>
            <a:off x="8284900" y="38136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0"/>
          <p:cNvSpPr txBox="1">
            <a:spLocks noGrp="1"/>
          </p:cNvSpPr>
          <p:nvPr>
            <p:ph type="title"/>
          </p:nvPr>
        </p:nvSpPr>
        <p:spPr>
          <a:xfrm>
            <a:off x="713275" y="445025"/>
            <a:ext cx="7717500" cy="67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96" name="Google Shape;496;p20"/>
          <p:cNvSpPr txBox="1">
            <a:spLocks noGrp="1"/>
          </p:cNvSpPr>
          <p:nvPr>
            <p:ph type="subTitle" idx="1"/>
          </p:nvPr>
        </p:nvSpPr>
        <p:spPr>
          <a:xfrm>
            <a:off x="4968997" y="2789222"/>
            <a:ext cx="24141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7" name="Google Shape;497;p20"/>
          <p:cNvSpPr txBox="1">
            <a:spLocks noGrp="1"/>
          </p:cNvSpPr>
          <p:nvPr>
            <p:ph type="subTitle" idx="2"/>
          </p:nvPr>
        </p:nvSpPr>
        <p:spPr>
          <a:xfrm>
            <a:off x="1761125" y="2789222"/>
            <a:ext cx="24141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98" name="Google Shape;498;p20"/>
          <p:cNvSpPr txBox="1">
            <a:spLocks noGrp="1"/>
          </p:cNvSpPr>
          <p:nvPr>
            <p:ph type="subTitle" idx="3"/>
          </p:nvPr>
        </p:nvSpPr>
        <p:spPr>
          <a:xfrm>
            <a:off x="1761125" y="2301600"/>
            <a:ext cx="24141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99" name="Google Shape;499;p20"/>
          <p:cNvSpPr txBox="1">
            <a:spLocks noGrp="1"/>
          </p:cNvSpPr>
          <p:nvPr>
            <p:ph type="subTitle" idx="4"/>
          </p:nvPr>
        </p:nvSpPr>
        <p:spPr>
          <a:xfrm>
            <a:off x="4969000" y="2301600"/>
            <a:ext cx="24141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500"/>
        <p:cNvGrpSpPr/>
        <p:nvPr/>
      </p:nvGrpSpPr>
      <p:grpSpPr>
        <a:xfrm>
          <a:off x="0" y="0"/>
          <a:ext cx="0" cy="0"/>
          <a:chOff x="0" y="0"/>
          <a:chExt cx="0" cy="0"/>
        </a:xfrm>
      </p:grpSpPr>
      <p:sp>
        <p:nvSpPr>
          <p:cNvPr id="501" name="Google Shape;501;p21"/>
          <p:cNvSpPr/>
          <p:nvPr/>
        </p:nvSpPr>
        <p:spPr>
          <a:xfrm rot="10800000">
            <a:off x="-16574" y="-39796"/>
            <a:ext cx="9378324" cy="571878"/>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1"/>
          <p:cNvSpPr/>
          <p:nvPr/>
        </p:nvSpPr>
        <p:spPr>
          <a:xfrm rot="10800000">
            <a:off x="-45650" y="4605350"/>
            <a:ext cx="9189720" cy="2114809"/>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 name="Google Shape;503;p21"/>
          <p:cNvGrpSpPr/>
          <p:nvPr/>
        </p:nvGrpSpPr>
        <p:grpSpPr>
          <a:xfrm>
            <a:off x="181150" y="1254450"/>
            <a:ext cx="1168925" cy="284175"/>
            <a:chOff x="6017825" y="3809000"/>
            <a:chExt cx="1168925" cy="284175"/>
          </a:xfrm>
        </p:grpSpPr>
        <p:sp>
          <p:nvSpPr>
            <p:cNvPr id="504" name="Google Shape;504;p2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2" name="Google Shape;522;p21"/>
          <p:cNvSpPr/>
          <p:nvPr/>
        </p:nvSpPr>
        <p:spPr>
          <a:xfrm>
            <a:off x="71775" y="4714275"/>
            <a:ext cx="582350" cy="291075"/>
          </a:xfrm>
          <a:custGeom>
            <a:avLst/>
            <a:gdLst/>
            <a:ahLst/>
            <a:cxnLst/>
            <a:rect l="l" t="t" r="r" b="b"/>
            <a:pathLst>
              <a:path w="23294" h="11643" extrusionOk="0">
                <a:moveTo>
                  <a:pt x="0" y="1"/>
                </a:moveTo>
                <a:cubicBezTo>
                  <a:pt x="0" y="6406"/>
                  <a:pt x="5219" y="11643"/>
                  <a:pt x="11642" y="11643"/>
                </a:cubicBezTo>
                <a:cubicBezTo>
                  <a:pt x="18065" y="11643"/>
                  <a:pt x="23293" y="6406"/>
                  <a:pt x="23293" y="1"/>
                </a:cubicBezTo>
                <a:lnTo>
                  <a:pt x="18030" y="1"/>
                </a:lnTo>
                <a:cubicBezTo>
                  <a:pt x="18030" y="3525"/>
                  <a:pt x="15175" y="6379"/>
                  <a:pt x="11651" y="6379"/>
                </a:cubicBezTo>
                <a:cubicBezTo>
                  <a:pt x="8127" y="6379"/>
                  <a:pt x="5273" y="3507"/>
                  <a:pt x="52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24" name="Google Shape;524;p21"/>
          <p:cNvSpPr txBox="1">
            <a:spLocks noGrp="1"/>
          </p:cNvSpPr>
          <p:nvPr>
            <p:ph type="subTitle" idx="1"/>
          </p:nvPr>
        </p:nvSpPr>
        <p:spPr>
          <a:xfrm>
            <a:off x="4989519" y="1767725"/>
            <a:ext cx="2978700" cy="249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25" name="Google Shape;525;p21"/>
          <p:cNvSpPr txBox="1">
            <a:spLocks noGrp="1"/>
          </p:cNvSpPr>
          <p:nvPr>
            <p:ph type="subTitle" idx="2"/>
          </p:nvPr>
        </p:nvSpPr>
        <p:spPr>
          <a:xfrm>
            <a:off x="1175775" y="1767725"/>
            <a:ext cx="2978700" cy="249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26" name="Google Shape;526;p21"/>
          <p:cNvSpPr/>
          <p:nvPr/>
        </p:nvSpPr>
        <p:spPr>
          <a:xfrm>
            <a:off x="7867424" y="3980301"/>
            <a:ext cx="1155453" cy="1072334"/>
          </a:xfrm>
          <a:custGeom>
            <a:avLst/>
            <a:gdLst/>
            <a:ahLst/>
            <a:cxnLst/>
            <a:rect l="l" t="t" r="r" b="b"/>
            <a:pathLst>
              <a:path w="38451" h="35685" extrusionOk="0">
                <a:moveTo>
                  <a:pt x="19225" y="0"/>
                </a:moveTo>
                <a:cubicBezTo>
                  <a:pt x="8609" y="0"/>
                  <a:pt x="1" y="8609"/>
                  <a:pt x="1" y="19225"/>
                </a:cubicBezTo>
                <a:lnTo>
                  <a:pt x="1" y="35684"/>
                </a:lnTo>
                <a:lnTo>
                  <a:pt x="38450" y="35684"/>
                </a:lnTo>
                <a:lnTo>
                  <a:pt x="38450" y="19225"/>
                </a:lnTo>
                <a:cubicBezTo>
                  <a:pt x="38450" y="8609"/>
                  <a:pt x="29841" y="0"/>
                  <a:pt x="19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527"/>
        <p:cNvGrpSpPr/>
        <p:nvPr/>
      </p:nvGrpSpPr>
      <p:grpSpPr>
        <a:xfrm>
          <a:off x="0" y="0"/>
          <a:ext cx="0" cy="0"/>
          <a:chOff x="0" y="0"/>
          <a:chExt cx="0" cy="0"/>
        </a:xfrm>
      </p:grpSpPr>
      <p:sp>
        <p:nvSpPr>
          <p:cNvPr id="528" name="Google Shape;528;p22"/>
          <p:cNvSpPr/>
          <p:nvPr/>
        </p:nvSpPr>
        <p:spPr>
          <a:xfrm rot="10800000" flipH="1">
            <a:off x="-16575" y="-39776"/>
            <a:ext cx="9378324" cy="518658"/>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2"/>
          <p:cNvSpPr/>
          <p:nvPr/>
        </p:nvSpPr>
        <p:spPr>
          <a:xfrm rot="10800000" flipH="1">
            <a:off x="-97400" y="4073446"/>
            <a:ext cx="9274513" cy="1070054"/>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 name="Google Shape;530;p22"/>
          <p:cNvGrpSpPr/>
          <p:nvPr/>
        </p:nvGrpSpPr>
        <p:grpSpPr>
          <a:xfrm rot="10800000">
            <a:off x="7846313" y="1427563"/>
            <a:ext cx="1168925" cy="284175"/>
            <a:chOff x="6017825" y="3809000"/>
            <a:chExt cx="1168925" cy="284175"/>
          </a:xfrm>
        </p:grpSpPr>
        <p:sp>
          <p:nvSpPr>
            <p:cNvPr id="531" name="Google Shape;531;p22"/>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2"/>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2"/>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2"/>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2"/>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2"/>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2"/>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2"/>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2"/>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2"/>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2"/>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2"/>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2"/>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2"/>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2"/>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2"/>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2"/>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2"/>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9" name="Google Shape;549;p22"/>
          <p:cNvSpPr/>
          <p:nvPr/>
        </p:nvSpPr>
        <p:spPr>
          <a:xfrm rot="10800000">
            <a:off x="8139375" y="431292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0" name="Google Shape;550;p22"/>
          <p:cNvGrpSpPr/>
          <p:nvPr/>
        </p:nvGrpSpPr>
        <p:grpSpPr>
          <a:xfrm rot="5400000">
            <a:off x="-13337" y="1204763"/>
            <a:ext cx="1168925" cy="284175"/>
            <a:chOff x="6017825" y="3809000"/>
            <a:chExt cx="1168925" cy="284175"/>
          </a:xfrm>
        </p:grpSpPr>
        <p:sp>
          <p:nvSpPr>
            <p:cNvPr id="551" name="Google Shape;551;p22"/>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2"/>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2"/>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2"/>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2"/>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2"/>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2"/>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2"/>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2"/>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2"/>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2"/>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2"/>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2"/>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2"/>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2"/>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2"/>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2"/>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2"/>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9" name="Google Shape;569;p22"/>
          <p:cNvSpPr txBox="1">
            <a:spLocks noGrp="1"/>
          </p:cNvSpPr>
          <p:nvPr>
            <p:ph type="title"/>
          </p:nvPr>
        </p:nvSpPr>
        <p:spPr>
          <a:xfrm>
            <a:off x="713225" y="445025"/>
            <a:ext cx="7717500" cy="715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70" name="Google Shape;570;p22"/>
          <p:cNvSpPr txBox="1">
            <a:spLocks noGrp="1"/>
          </p:cNvSpPr>
          <p:nvPr>
            <p:ph type="subTitle" idx="1"/>
          </p:nvPr>
        </p:nvSpPr>
        <p:spPr>
          <a:xfrm>
            <a:off x="937625" y="2788275"/>
            <a:ext cx="2175300" cy="791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71" name="Google Shape;571;p22"/>
          <p:cNvSpPr txBox="1">
            <a:spLocks noGrp="1"/>
          </p:cNvSpPr>
          <p:nvPr>
            <p:ph type="subTitle" idx="2"/>
          </p:nvPr>
        </p:nvSpPr>
        <p:spPr>
          <a:xfrm>
            <a:off x="3484347" y="2788275"/>
            <a:ext cx="2175300" cy="791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72" name="Google Shape;572;p22"/>
          <p:cNvSpPr txBox="1">
            <a:spLocks noGrp="1"/>
          </p:cNvSpPr>
          <p:nvPr>
            <p:ph type="subTitle" idx="3"/>
          </p:nvPr>
        </p:nvSpPr>
        <p:spPr>
          <a:xfrm>
            <a:off x="6031075" y="2788275"/>
            <a:ext cx="2175300" cy="791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73" name="Google Shape;573;p22"/>
          <p:cNvSpPr txBox="1">
            <a:spLocks noGrp="1"/>
          </p:cNvSpPr>
          <p:nvPr>
            <p:ph type="subTitle" idx="4"/>
          </p:nvPr>
        </p:nvSpPr>
        <p:spPr>
          <a:xfrm>
            <a:off x="937625" y="2301251"/>
            <a:ext cx="21753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74" name="Google Shape;574;p22"/>
          <p:cNvSpPr txBox="1">
            <a:spLocks noGrp="1"/>
          </p:cNvSpPr>
          <p:nvPr>
            <p:ph type="subTitle" idx="5"/>
          </p:nvPr>
        </p:nvSpPr>
        <p:spPr>
          <a:xfrm>
            <a:off x="3484350" y="2301251"/>
            <a:ext cx="21753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75" name="Google Shape;575;p22"/>
          <p:cNvSpPr txBox="1">
            <a:spLocks noGrp="1"/>
          </p:cNvSpPr>
          <p:nvPr>
            <p:ph type="subTitle" idx="6"/>
          </p:nvPr>
        </p:nvSpPr>
        <p:spPr>
          <a:xfrm>
            <a:off x="6031075" y="2301251"/>
            <a:ext cx="21753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576"/>
        <p:cNvGrpSpPr/>
        <p:nvPr/>
      </p:nvGrpSpPr>
      <p:grpSpPr>
        <a:xfrm>
          <a:off x="0" y="0"/>
          <a:ext cx="0" cy="0"/>
          <a:chOff x="0" y="0"/>
          <a:chExt cx="0" cy="0"/>
        </a:xfrm>
      </p:grpSpPr>
      <p:sp>
        <p:nvSpPr>
          <p:cNvPr id="577" name="Google Shape;577;p23"/>
          <p:cNvSpPr/>
          <p:nvPr/>
        </p:nvSpPr>
        <p:spPr>
          <a:xfrm>
            <a:off x="-137625" y="-1568625"/>
            <a:ext cx="9281874" cy="210428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3"/>
          <p:cNvSpPr/>
          <p:nvPr/>
        </p:nvSpPr>
        <p:spPr>
          <a:xfrm>
            <a:off x="-1981200" y="4667825"/>
            <a:ext cx="11244263" cy="1161132"/>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 name="Google Shape;579;p23"/>
          <p:cNvGrpSpPr/>
          <p:nvPr/>
        </p:nvGrpSpPr>
        <p:grpSpPr>
          <a:xfrm rot="10800000">
            <a:off x="7574838" y="82250"/>
            <a:ext cx="1168925" cy="284175"/>
            <a:chOff x="6017825" y="3809000"/>
            <a:chExt cx="1168925" cy="284175"/>
          </a:xfrm>
        </p:grpSpPr>
        <p:sp>
          <p:nvSpPr>
            <p:cNvPr id="580" name="Google Shape;580;p23"/>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3"/>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3"/>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3"/>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3"/>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3"/>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3"/>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3"/>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3"/>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3"/>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3"/>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3"/>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3"/>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3"/>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3"/>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3"/>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3"/>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3"/>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 name="Google Shape;598;p23"/>
          <p:cNvSpPr/>
          <p:nvPr/>
        </p:nvSpPr>
        <p:spPr>
          <a:xfrm rot="10800000">
            <a:off x="713225" y="47745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 name="Google Shape;599;p23"/>
          <p:cNvGrpSpPr/>
          <p:nvPr/>
        </p:nvGrpSpPr>
        <p:grpSpPr>
          <a:xfrm rot="-5400000">
            <a:off x="128750" y="999638"/>
            <a:ext cx="1168925" cy="284175"/>
            <a:chOff x="6017825" y="3809000"/>
            <a:chExt cx="1168925" cy="284175"/>
          </a:xfrm>
        </p:grpSpPr>
        <p:sp>
          <p:nvSpPr>
            <p:cNvPr id="600" name="Google Shape;600;p23"/>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3"/>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3"/>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3"/>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3"/>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3"/>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3"/>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3"/>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3"/>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3"/>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3"/>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3"/>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3"/>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3"/>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3"/>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3"/>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3"/>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3"/>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 name="Google Shape;618;p23"/>
          <p:cNvSpPr/>
          <p:nvPr/>
        </p:nvSpPr>
        <p:spPr>
          <a:xfrm rot="-5400000">
            <a:off x="8199050" y="28915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3"/>
          <p:cNvSpPr txBox="1">
            <a:spLocks noGrp="1"/>
          </p:cNvSpPr>
          <p:nvPr>
            <p:ph type="title"/>
          </p:nvPr>
        </p:nvSpPr>
        <p:spPr>
          <a:xfrm>
            <a:off x="713225" y="445025"/>
            <a:ext cx="7717500" cy="676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20" name="Google Shape;620;p23"/>
          <p:cNvSpPr txBox="1">
            <a:spLocks noGrp="1"/>
          </p:cNvSpPr>
          <p:nvPr>
            <p:ph type="subTitle" idx="1"/>
          </p:nvPr>
        </p:nvSpPr>
        <p:spPr>
          <a:xfrm>
            <a:off x="2424850" y="2310200"/>
            <a:ext cx="19377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21" name="Google Shape;621;p23"/>
          <p:cNvSpPr txBox="1">
            <a:spLocks noGrp="1"/>
          </p:cNvSpPr>
          <p:nvPr>
            <p:ph type="subTitle" idx="2"/>
          </p:nvPr>
        </p:nvSpPr>
        <p:spPr>
          <a:xfrm>
            <a:off x="4693457" y="2310200"/>
            <a:ext cx="19377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22" name="Google Shape;622;p23"/>
          <p:cNvSpPr txBox="1">
            <a:spLocks noGrp="1"/>
          </p:cNvSpPr>
          <p:nvPr>
            <p:ph type="subTitle" idx="3"/>
          </p:nvPr>
        </p:nvSpPr>
        <p:spPr>
          <a:xfrm>
            <a:off x="2424850" y="4119900"/>
            <a:ext cx="19377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23" name="Google Shape;623;p23"/>
          <p:cNvSpPr txBox="1">
            <a:spLocks noGrp="1"/>
          </p:cNvSpPr>
          <p:nvPr>
            <p:ph type="subTitle" idx="4"/>
          </p:nvPr>
        </p:nvSpPr>
        <p:spPr>
          <a:xfrm>
            <a:off x="4693457" y="4119900"/>
            <a:ext cx="1937700" cy="48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24" name="Google Shape;624;p23"/>
          <p:cNvSpPr txBox="1">
            <a:spLocks noGrp="1"/>
          </p:cNvSpPr>
          <p:nvPr>
            <p:ph type="subTitle" idx="5"/>
          </p:nvPr>
        </p:nvSpPr>
        <p:spPr>
          <a:xfrm>
            <a:off x="2424850" y="1824325"/>
            <a:ext cx="19377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25" name="Google Shape;625;p23"/>
          <p:cNvSpPr txBox="1">
            <a:spLocks noGrp="1"/>
          </p:cNvSpPr>
          <p:nvPr>
            <p:ph type="subTitle" idx="6"/>
          </p:nvPr>
        </p:nvSpPr>
        <p:spPr>
          <a:xfrm>
            <a:off x="2424850" y="3634100"/>
            <a:ext cx="19377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26" name="Google Shape;626;p23"/>
          <p:cNvSpPr txBox="1">
            <a:spLocks noGrp="1"/>
          </p:cNvSpPr>
          <p:nvPr>
            <p:ph type="subTitle" idx="7"/>
          </p:nvPr>
        </p:nvSpPr>
        <p:spPr>
          <a:xfrm>
            <a:off x="4693454" y="1824325"/>
            <a:ext cx="19377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27" name="Google Shape;627;p23"/>
          <p:cNvSpPr txBox="1">
            <a:spLocks noGrp="1"/>
          </p:cNvSpPr>
          <p:nvPr>
            <p:ph type="subTitle" idx="8"/>
          </p:nvPr>
        </p:nvSpPr>
        <p:spPr>
          <a:xfrm>
            <a:off x="4693454" y="3634100"/>
            <a:ext cx="19377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628"/>
        <p:cNvGrpSpPr/>
        <p:nvPr/>
      </p:nvGrpSpPr>
      <p:grpSpPr>
        <a:xfrm>
          <a:off x="0" y="0"/>
          <a:ext cx="0" cy="0"/>
          <a:chOff x="0" y="0"/>
          <a:chExt cx="0" cy="0"/>
        </a:xfrm>
      </p:grpSpPr>
      <p:sp>
        <p:nvSpPr>
          <p:cNvPr id="629" name="Google Shape;629;p24"/>
          <p:cNvSpPr/>
          <p:nvPr/>
        </p:nvSpPr>
        <p:spPr>
          <a:xfrm rot="10800000">
            <a:off x="-43750" y="4832050"/>
            <a:ext cx="9187741" cy="651811"/>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 name="Google Shape;630;p24"/>
          <p:cNvGrpSpPr/>
          <p:nvPr/>
        </p:nvGrpSpPr>
        <p:grpSpPr>
          <a:xfrm>
            <a:off x="-2010334" y="-41400"/>
            <a:ext cx="10931538" cy="651900"/>
            <a:chOff x="-1315460" y="-92875"/>
            <a:chExt cx="9439200" cy="651900"/>
          </a:xfrm>
        </p:grpSpPr>
        <p:sp>
          <p:nvSpPr>
            <p:cNvPr id="631" name="Google Shape;631;p24"/>
            <p:cNvSpPr/>
            <p:nvPr/>
          </p:nvSpPr>
          <p:spPr>
            <a:xfrm>
              <a:off x="-1315460" y="-92875"/>
              <a:ext cx="2700300" cy="651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4"/>
            <p:cNvSpPr/>
            <p:nvPr/>
          </p:nvSpPr>
          <p:spPr>
            <a:xfrm>
              <a:off x="-1315460" y="-92875"/>
              <a:ext cx="9439200" cy="233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24"/>
          <p:cNvGrpSpPr/>
          <p:nvPr/>
        </p:nvGrpSpPr>
        <p:grpSpPr>
          <a:xfrm rot="-5400000">
            <a:off x="78663" y="1955775"/>
            <a:ext cx="1168925" cy="284175"/>
            <a:chOff x="6017825" y="3809000"/>
            <a:chExt cx="1168925" cy="284175"/>
          </a:xfrm>
        </p:grpSpPr>
        <p:sp>
          <p:nvSpPr>
            <p:cNvPr id="634" name="Google Shape;634;p24"/>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4"/>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4"/>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4"/>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4"/>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4"/>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4"/>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4"/>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4"/>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4"/>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4"/>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4"/>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4"/>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4"/>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4"/>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4"/>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4"/>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4"/>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 name="Google Shape;652;p24"/>
          <p:cNvSpPr/>
          <p:nvPr/>
        </p:nvSpPr>
        <p:spPr>
          <a:xfrm rot="-5400000">
            <a:off x="276275" y="42117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 name="Google Shape;653;p24"/>
          <p:cNvGrpSpPr/>
          <p:nvPr/>
        </p:nvGrpSpPr>
        <p:grpSpPr>
          <a:xfrm rot="-5400000">
            <a:off x="8417438" y="4351300"/>
            <a:ext cx="1168925" cy="284175"/>
            <a:chOff x="6017825" y="3809000"/>
            <a:chExt cx="1168925" cy="284175"/>
          </a:xfrm>
        </p:grpSpPr>
        <p:sp>
          <p:nvSpPr>
            <p:cNvPr id="654" name="Google Shape;654;p24"/>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4"/>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4"/>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4"/>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4"/>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4"/>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4"/>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4"/>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4"/>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4"/>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4"/>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4"/>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4"/>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4"/>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4"/>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4"/>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4"/>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4"/>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 name="Google Shape;672;p24"/>
          <p:cNvSpPr/>
          <p:nvPr/>
        </p:nvSpPr>
        <p:spPr>
          <a:xfrm rot="10800000">
            <a:off x="8458252" y="473569"/>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4"/>
          <p:cNvSpPr txBox="1">
            <a:spLocks noGrp="1"/>
          </p:cNvSpPr>
          <p:nvPr>
            <p:ph type="title"/>
          </p:nvPr>
        </p:nvSpPr>
        <p:spPr>
          <a:xfrm>
            <a:off x="720000" y="445025"/>
            <a:ext cx="7704000" cy="59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4" name="Google Shape;674;p24"/>
          <p:cNvSpPr txBox="1">
            <a:spLocks noGrp="1"/>
          </p:cNvSpPr>
          <p:nvPr>
            <p:ph type="subTitle" idx="1"/>
          </p:nvPr>
        </p:nvSpPr>
        <p:spPr>
          <a:xfrm>
            <a:off x="1109155" y="23102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5" name="Google Shape;675;p24"/>
          <p:cNvSpPr txBox="1">
            <a:spLocks noGrp="1"/>
          </p:cNvSpPr>
          <p:nvPr>
            <p:ph type="subTitle" idx="2"/>
          </p:nvPr>
        </p:nvSpPr>
        <p:spPr>
          <a:xfrm>
            <a:off x="3579000" y="23102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6" name="Google Shape;676;p24"/>
          <p:cNvSpPr txBox="1">
            <a:spLocks noGrp="1"/>
          </p:cNvSpPr>
          <p:nvPr>
            <p:ph type="subTitle" idx="3"/>
          </p:nvPr>
        </p:nvSpPr>
        <p:spPr>
          <a:xfrm>
            <a:off x="1109155" y="414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7" name="Google Shape;677;p24"/>
          <p:cNvSpPr txBox="1">
            <a:spLocks noGrp="1"/>
          </p:cNvSpPr>
          <p:nvPr>
            <p:ph type="subTitle" idx="4"/>
          </p:nvPr>
        </p:nvSpPr>
        <p:spPr>
          <a:xfrm>
            <a:off x="3579000" y="414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8" name="Google Shape;678;p24"/>
          <p:cNvSpPr txBox="1">
            <a:spLocks noGrp="1"/>
          </p:cNvSpPr>
          <p:nvPr>
            <p:ph type="subTitle" idx="5"/>
          </p:nvPr>
        </p:nvSpPr>
        <p:spPr>
          <a:xfrm>
            <a:off x="6048845" y="2310200"/>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9" name="Google Shape;679;p24"/>
          <p:cNvSpPr txBox="1">
            <a:spLocks noGrp="1"/>
          </p:cNvSpPr>
          <p:nvPr>
            <p:ph type="subTitle" idx="6"/>
          </p:nvPr>
        </p:nvSpPr>
        <p:spPr>
          <a:xfrm>
            <a:off x="6048845" y="414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80" name="Google Shape;680;p24"/>
          <p:cNvSpPr txBox="1">
            <a:spLocks noGrp="1"/>
          </p:cNvSpPr>
          <p:nvPr>
            <p:ph type="subTitle" idx="7"/>
          </p:nvPr>
        </p:nvSpPr>
        <p:spPr>
          <a:xfrm>
            <a:off x="1113055" y="1824313"/>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1" name="Google Shape;681;p24"/>
          <p:cNvSpPr txBox="1">
            <a:spLocks noGrp="1"/>
          </p:cNvSpPr>
          <p:nvPr>
            <p:ph type="subTitle" idx="8"/>
          </p:nvPr>
        </p:nvSpPr>
        <p:spPr>
          <a:xfrm>
            <a:off x="3582900" y="1824313"/>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2" name="Google Shape;682;p24"/>
          <p:cNvSpPr txBox="1">
            <a:spLocks noGrp="1"/>
          </p:cNvSpPr>
          <p:nvPr>
            <p:ph type="subTitle" idx="9"/>
          </p:nvPr>
        </p:nvSpPr>
        <p:spPr>
          <a:xfrm>
            <a:off x="6052745" y="1824313"/>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3" name="Google Shape;683;p24"/>
          <p:cNvSpPr txBox="1">
            <a:spLocks noGrp="1"/>
          </p:cNvSpPr>
          <p:nvPr>
            <p:ph type="subTitle" idx="13"/>
          </p:nvPr>
        </p:nvSpPr>
        <p:spPr>
          <a:xfrm>
            <a:off x="1113055" y="3651975"/>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4" name="Google Shape;684;p24"/>
          <p:cNvSpPr txBox="1">
            <a:spLocks noGrp="1"/>
          </p:cNvSpPr>
          <p:nvPr>
            <p:ph type="subTitle" idx="14"/>
          </p:nvPr>
        </p:nvSpPr>
        <p:spPr>
          <a:xfrm>
            <a:off x="3582900" y="3651975"/>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5" name="Google Shape;685;p24"/>
          <p:cNvSpPr txBox="1">
            <a:spLocks noGrp="1"/>
          </p:cNvSpPr>
          <p:nvPr>
            <p:ph type="subTitle" idx="15"/>
          </p:nvPr>
        </p:nvSpPr>
        <p:spPr>
          <a:xfrm>
            <a:off x="6052745" y="3651975"/>
            <a:ext cx="1978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686"/>
        <p:cNvGrpSpPr/>
        <p:nvPr/>
      </p:nvGrpSpPr>
      <p:grpSpPr>
        <a:xfrm>
          <a:off x="0" y="0"/>
          <a:ext cx="0" cy="0"/>
          <a:chOff x="0" y="0"/>
          <a:chExt cx="0" cy="0"/>
        </a:xfrm>
      </p:grpSpPr>
      <p:sp>
        <p:nvSpPr>
          <p:cNvPr id="687" name="Google Shape;687;p25"/>
          <p:cNvSpPr/>
          <p:nvPr/>
        </p:nvSpPr>
        <p:spPr>
          <a:xfrm flipH="1">
            <a:off x="-165474" y="4634296"/>
            <a:ext cx="9309124" cy="1168946"/>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5"/>
          <p:cNvSpPr/>
          <p:nvPr/>
        </p:nvSpPr>
        <p:spPr>
          <a:xfrm flipH="1">
            <a:off x="-71685" y="-273450"/>
            <a:ext cx="10034660" cy="911934"/>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5"/>
          <p:cNvSpPr/>
          <p:nvPr/>
        </p:nvSpPr>
        <p:spPr>
          <a:xfrm rot="10800000">
            <a:off x="7842350" y="7919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 name="Google Shape;690;p25"/>
          <p:cNvGrpSpPr/>
          <p:nvPr/>
        </p:nvGrpSpPr>
        <p:grpSpPr>
          <a:xfrm rot="5400000">
            <a:off x="432625" y="2287863"/>
            <a:ext cx="1168925" cy="284175"/>
            <a:chOff x="6017825" y="3809000"/>
            <a:chExt cx="1168925" cy="284175"/>
          </a:xfrm>
        </p:grpSpPr>
        <p:sp>
          <p:nvSpPr>
            <p:cNvPr id="691" name="Google Shape;691;p2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9" name="Google Shape;709;p25"/>
          <p:cNvSpPr/>
          <p:nvPr/>
        </p:nvSpPr>
        <p:spPr>
          <a:xfrm>
            <a:off x="438380" y="3420826"/>
            <a:ext cx="1157439" cy="1074657"/>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5"/>
          <p:cNvSpPr/>
          <p:nvPr/>
        </p:nvSpPr>
        <p:spPr>
          <a:xfrm rot="10800000">
            <a:off x="7842338" y="35328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5"/>
          <p:cNvSpPr txBox="1">
            <a:spLocks noGrp="1"/>
          </p:cNvSpPr>
          <p:nvPr>
            <p:ph type="title" hasCustomPrompt="1"/>
          </p:nvPr>
        </p:nvSpPr>
        <p:spPr>
          <a:xfrm>
            <a:off x="2223600" y="670225"/>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12" name="Google Shape;712;p25"/>
          <p:cNvSpPr txBox="1">
            <a:spLocks noGrp="1"/>
          </p:cNvSpPr>
          <p:nvPr>
            <p:ph type="subTitle" idx="1"/>
          </p:nvPr>
        </p:nvSpPr>
        <p:spPr>
          <a:xfrm>
            <a:off x="2223600" y="1275827"/>
            <a:ext cx="4696800" cy="59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7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713" name="Google Shape;713;p25"/>
          <p:cNvSpPr txBox="1">
            <a:spLocks noGrp="1"/>
          </p:cNvSpPr>
          <p:nvPr>
            <p:ph type="title" idx="2" hasCustomPrompt="1"/>
          </p:nvPr>
        </p:nvSpPr>
        <p:spPr>
          <a:xfrm>
            <a:off x="2223600" y="1967931"/>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14" name="Google Shape;714;p25"/>
          <p:cNvSpPr txBox="1">
            <a:spLocks noGrp="1"/>
          </p:cNvSpPr>
          <p:nvPr>
            <p:ph type="subTitle" idx="3"/>
          </p:nvPr>
        </p:nvSpPr>
        <p:spPr>
          <a:xfrm>
            <a:off x="2223600" y="2586246"/>
            <a:ext cx="4696800" cy="59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7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715" name="Google Shape;715;p25"/>
          <p:cNvSpPr txBox="1">
            <a:spLocks noGrp="1"/>
          </p:cNvSpPr>
          <p:nvPr>
            <p:ph type="title" idx="4" hasCustomPrompt="1"/>
          </p:nvPr>
        </p:nvSpPr>
        <p:spPr>
          <a:xfrm>
            <a:off x="2223600" y="3265638"/>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16" name="Google Shape;716;p25"/>
          <p:cNvSpPr txBox="1">
            <a:spLocks noGrp="1"/>
          </p:cNvSpPr>
          <p:nvPr>
            <p:ph type="subTitle" idx="5"/>
          </p:nvPr>
        </p:nvSpPr>
        <p:spPr>
          <a:xfrm>
            <a:off x="2223600" y="3896665"/>
            <a:ext cx="4696800" cy="598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7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717"/>
        <p:cNvGrpSpPr/>
        <p:nvPr/>
      </p:nvGrpSpPr>
      <p:grpSpPr>
        <a:xfrm>
          <a:off x="0" y="0"/>
          <a:ext cx="0" cy="0"/>
          <a:chOff x="0" y="0"/>
          <a:chExt cx="0" cy="0"/>
        </a:xfrm>
      </p:grpSpPr>
      <p:sp>
        <p:nvSpPr>
          <p:cNvPr id="718" name="Google Shape;718;p26"/>
          <p:cNvSpPr/>
          <p:nvPr/>
        </p:nvSpPr>
        <p:spPr>
          <a:xfrm>
            <a:off x="-65950" y="-273450"/>
            <a:ext cx="10028923" cy="759615"/>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6"/>
          <p:cNvSpPr/>
          <p:nvPr/>
        </p:nvSpPr>
        <p:spPr>
          <a:xfrm>
            <a:off x="-165467" y="4527700"/>
            <a:ext cx="9309124"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 name="Google Shape;720;p26"/>
          <p:cNvGrpSpPr/>
          <p:nvPr/>
        </p:nvGrpSpPr>
        <p:grpSpPr>
          <a:xfrm>
            <a:off x="7261838" y="4696625"/>
            <a:ext cx="1168925" cy="284175"/>
            <a:chOff x="6017825" y="3809000"/>
            <a:chExt cx="1168925" cy="284175"/>
          </a:xfrm>
        </p:grpSpPr>
        <p:sp>
          <p:nvSpPr>
            <p:cNvPr id="721" name="Google Shape;721;p2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 name="Google Shape;739;p26"/>
          <p:cNvSpPr/>
          <p:nvPr/>
        </p:nvSpPr>
        <p:spPr>
          <a:xfrm>
            <a:off x="44450" y="46361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0" name="Google Shape;740;p26"/>
          <p:cNvGrpSpPr/>
          <p:nvPr/>
        </p:nvGrpSpPr>
        <p:grpSpPr>
          <a:xfrm rot="-5400000">
            <a:off x="-96212" y="892500"/>
            <a:ext cx="1168925" cy="284175"/>
            <a:chOff x="6017825" y="3809000"/>
            <a:chExt cx="1168925" cy="284175"/>
          </a:xfrm>
        </p:grpSpPr>
        <p:sp>
          <p:nvSpPr>
            <p:cNvPr id="741" name="Google Shape;741;p2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 name="Google Shape;759;p26"/>
          <p:cNvSpPr txBox="1">
            <a:spLocks noGrp="1"/>
          </p:cNvSpPr>
          <p:nvPr>
            <p:ph type="title" hasCustomPrompt="1"/>
          </p:nvPr>
        </p:nvSpPr>
        <p:spPr>
          <a:xfrm>
            <a:off x="1325650" y="1962150"/>
            <a:ext cx="13989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300" b="0">
                <a:latin typeface="Red Hat Text Light"/>
                <a:ea typeface="Red Hat Text Light"/>
                <a:cs typeface="Red Hat Text Light"/>
                <a:sym typeface="Red Hat Text Light"/>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60" name="Google Shape;760;p26"/>
          <p:cNvSpPr txBox="1">
            <a:spLocks noGrp="1"/>
          </p:cNvSpPr>
          <p:nvPr>
            <p:ph type="subTitle" idx="1"/>
          </p:nvPr>
        </p:nvSpPr>
        <p:spPr>
          <a:xfrm>
            <a:off x="938500" y="3449900"/>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761" name="Google Shape;761;p26"/>
          <p:cNvSpPr txBox="1">
            <a:spLocks noGrp="1"/>
          </p:cNvSpPr>
          <p:nvPr>
            <p:ph type="subTitle" idx="2"/>
          </p:nvPr>
        </p:nvSpPr>
        <p:spPr>
          <a:xfrm>
            <a:off x="938500" y="2960625"/>
            <a:ext cx="2173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62" name="Google Shape;762;p26"/>
          <p:cNvSpPr txBox="1">
            <a:spLocks noGrp="1"/>
          </p:cNvSpPr>
          <p:nvPr>
            <p:ph type="title" idx="3" hasCustomPrompt="1"/>
          </p:nvPr>
        </p:nvSpPr>
        <p:spPr>
          <a:xfrm>
            <a:off x="3873100" y="19621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300" b="0">
                <a:latin typeface="Red Hat Text Light"/>
                <a:ea typeface="Red Hat Text Light"/>
                <a:cs typeface="Red Hat Text Light"/>
                <a:sym typeface="Red Hat Text Light"/>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63" name="Google Shape;763;p26"/>
          <p:cNvSpPr txBox="1">
            <a:spLocks noGrp="1"/>
          </p:cNvSpPr>
          <p:nvPr>
            <p:ph type="subTitle" idx="4"/>
          </p:nvPr>
        </p:nvSpPr>
        <p:spPr>
          <a:xfrm>
            <a:off x="3485400" y="3448250"/>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764" name="Google Shape;764;p26"/>
          <p:cNvSpPr txBox="1">
            <a:spLocks noGrp="1"/>
          </p:cNvSpPr>
          <p:nvPr>
            <p:ph type="subTitle" idx="5"/>
          </p:nvPr>
        </p:nvSpPr>
        <p:spPr>
          <a:xfrm>
            <a:off x="3485400" y="2958975"/>
            <a:ext cx="2173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65" name="Google Shape;765;p26"/>
          <p:cNvSpPr txBox="1">
            <a:spLocks noGrp="1"/>
          </p:cNvSpPr>
          <p:nvPr>
            <p:ph type="title" idx="6" hasCustomPrompt="1"/>
          </p:nvPr>
        </p:nvSpPr>
        <p:spPr>
          <a:xfrm>
            <a:off x="6417675" y="19621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300" b="0">
                <a:latin typeface="Red Hat Text Light"/>
                <a:ea typeface="Red Hat Text Light"/>
                <a:cs typeface="Red Hat Text Light"/>
                <a:sym typeface="Red Hat Text Light"/>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66" name="Google Shape;766;p26"/>
          <p:cNvSpPr txBox="1">
            <a:spLocks noGrp="1"/>
          </p:cNvSpPr>
          <p:nvPr>
            <p:ph type="subTitle" idx="7"/>
          </p:nvPr>
        </p:nvSpPr>
        <p:spPr>
          <a:xfrm>
            <a:off x="6032300" y="3448250"/>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767" name="Google Shape;767;p26"/>
          <p:cNvSpPr txBox="1">
            <a:spLocks noGrp="1"/>
          </p:cNvSpPr>
          <p:nvPr>
            <p:ph type="subTitle" idx="8"/>
          </p:nvPr>
        </p:nvSpPr>
        <p:spPr>
          <a:xfrm>
            <a:off x="6032300" y="2958975"/>
            <a:ext cx="2173200" cy="55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1"/>
                </a:solidFill>
                <a:latin typeface="Red Hat Text"/>
                <a:ea typeface="Red Hat Text"/>
                <a:cs typeface="Red Hat Text"/>
                <a:sym typeface="Red Hat Text"/>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768" name="Google Shape;768;p26"/>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1">
  <p:cSld name="CUSTOM_11">
    <p:spTree>
      <p:nvGrpSpPr>
        <p:cNvPr id="1" name="Shape 769"/>
        <p:cNvGrpSpPr/>
        <p:nvPr/>
      </p:nvGrpSpPr>
      <p:grpSpPr>
        <a:xfrm>
          <a:off x="0" y="0"/>
          <a:ext cx="0" cy="0"/>
          <a:chOff x="0" y="0"/>
          <a:chExt cx="0" cy="0"/>
        </a:xfrm>
      </p:grpSpPr>
      <p:sp>
        <p:nvSpPr>
          <p:cNvPr id="770" name="Google Shape;770;p27"/>
          <p:cNvSpPr/>
          <p:nvPr/>
        </p:nvSpPr>
        <p:spPr>
          <a:xfrm>
            <a:off x="-65950" y="-197250"/>
            <a:ext cx="10028923" cy="674094"/>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7"/>
          <p:cNvSpPr/>
          <p:nvPr/>
        </p:nvSpPr>
        <p:spPr>
          <a:xfrm>
            <a:off x="-165467" y="4756300"/>
            <a:ext cx="9309124"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 name="Google Shape;772;p27"/>
          <p:cNvGrpSpPr/>
          <p:nvPr/>
        </p:nvGrpSpPr>
        <p:grpSpPr>
          <a:xfrm>
            <a:off x="7512100" y="128563"/>
            <a:ext cx="1168925" cy="284175"/>
            <a:chOff x="6017825" y="3809000"/>
            <a:chExt cx="1168925" cy="284175"/>
          </a:xfrm>
        </p:grpSpPr>
        <p:sp>
          <p:nvSpPr>
            <p:cNvPr id="773" name="Google Shape;773;p27"/>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7"/>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7"/>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7"/>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7"/>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7"/>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7"/>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7"/>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7"/>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7"/>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7"/>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7"/>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7"/>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7"/>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7"/>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7"/>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7"/>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7"/>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 name="Google Shape;791;p27"/>
          <p:cNvSpPr/>
          <p:nvPr/>
        </p:nvSpPr>
        <p:spPr>
          <a:xfrm>
            <a:off x="130425" y="46039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7"/>
          <p:cNvSpPr txBox="1">
            <a:spLocks noGrp="1"/>
          </p:cNvSpPr>
          <p:nvPr>
            <p:ph type="title"/>
          </p:nvPr>
        </p:nvSpPr>
        <p:spPr>
          <a:xfrm>
            <a:off x="713225" y="445025"/>
            <a:ext cx="7717500" cy="67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2">
  <p:cSld name="CUSTOM_11_1">
    <p:spTree>
      <p:nvGrpSpPr>
        <p:cNvPr id="1" name="Shape 793"/>
        <p:cNvGrpSpPr/>
        <p:nvPr/>
      </p:nvGrpSpPr>
      <p:grpSpPr>
        <a:xfrm>
          <a:off x="0" y="0"/>
          <a:ext cx="0" cy="0"/>
          <a:chOff x="0" y="0"/>
          <a:chExt cx="0" cy="0"/>
        </a:xfrm>
      </p:grpSpPr>
      <p:sp>
        <p:nvSpPr>
          <p:cNvPr id="794" name="Google Shape;794;p28"/>
          <p:cNvSpPr/>
          <p:nvPr/>
        </p:nvSpPr>
        <p:spPr>
          <a:xfrm rot="10800000">
            <a:off x="-43750" y="4713825"/>
            <a:ext cx="9187741" cy="651811"/>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 name="Google Shape;795;p28"/>
          <p:cNvGrpSpPr/>
          <p:nvPr/>
        </p:nvGrpSpPr>
        <p:grpSpPr>
          <a:xfrm>
            <a:off x="-523620" y="0"/>
            <a:ext cx="9667629" cy="1025400"/>
            <a:chOff x="-207175" y="-92875"/>
            <a:chExt cx="9439200" cy="1025400"/>
          </a:xfrm>
        </p:grpSpPr>
        <p:sp>
          <p:nvSpPr>
            <p:cNvPr id="796" name="Google Shape;796;p28"/>
            <p:cNvSpPr/>
            <p:nvPr/>
          </p:nvSpPr>
          <p:spPr>
            <a:xfrm>
              <a:off x="-207175" y="-92875"/>
              <a:ext cx="2700300" cy="10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8"/>
            <p:cNvSpPr/>
            <p:nvPr/>
          </p:nvSpPr>
          <p:spPr>
            <a:xfrm>
              <a:off x="-207175" y="-92875"/>
              <a:ext cx="9439200" cy="3678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28"/>
          <p:cNvGrpSpPr/>
          <p:nvPr/>
        </p:nvGrpSpPr>
        <p:grpSpPr>
          <a:xfrm rot="-5400000">
            <a:off x="7896400" y="1025388"/>
            <a:ext cx="1168925" cy="284175"/>
            <a:chOff x="6017825" y="3809000"/>
            <a:chExt cx="1168925" cy="284175"/>
          </a:xfrm>
        </p:grpSpPr>
        <p:sp>
          <p:nvSpPr>
            <p:cNvPr id="799" name="Google Shape;799;p2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 name="Google Shape;817;p28"/>
          <p:cNvSpPr/>
          <p:nvPr/>
        </p:nvSpPr>
        <p:spPr>
          <a:xfrm>
            <a:off x="421825" y="4450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 name="Google Shape;818;p28"/>
          <p:cNvGrpSpPr/>
          <p:nvPr/>
        </p:nvGrpSpPr>
        <p:grpSpPr>
          <a:xfrm rot="-5400000">
            <a:off x="-216275" y="4416938"/>
            <a:ext cx="1168925" cy="284175"/>
            <a:chOff x="6017825" y="3809000"/>
            <a:chExt cx="1168925" cy="284175"/>
          </a:xfrm>
        </p:grpSpPr>
        <p:sp>
          <p:nvSpPr>
            <p:cNvPr id="819" name="Google Shape;819;p2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 name="Google Shape;837;p28"/>
          <p:cNvSpPr txBox="1">
            <a:spLocks noGrp="1"/>
          </p:cNvSpPr>
          <p:nvPr>
            <p:ph type="title"/>
          </p:nvPr>
        </p:nvSpPr>
        <p:spPr>
          <a:xfrm>
            <a:off x="713225" y="445025"/>
            <a:ext cx="7717500" cy="64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3">
  <p:cSld name="CUSTOM_11_1_1">
    <p:spTree>
      <p:nvGrpSpPr>
        <p:cNvPr id="1" name="Shape 838"/>
        <p:cNvGrpSpPr/>
        <p:nvPr/>
      </p:nvGrpSpPr>
      <p:grpSpPr>
        <a:xfrm>
          <a:off x="0" y="0"/>
          <a:ext cx="0" cy="0"/>
          <a:chOff x="0" y="0"/>
          <a:chExt cx="0" cy="0"/>
        </a:xfrm>
      </p:grpSpPr>
      <p:sp>
        <p:nvSpPr>
          <p:cNvPr id="839" name="Google Shape;839;p29"/>
          <p:cNvSpPr/>
          <p:nvPr/>
        </p:nvSpPr>
        <p:spPr>
          <a:xfrm rot="10800000" flipH="1">
            <a:off x="-45650" y="-671952"/>
            <a:ext cx="9378324" cy="1056256"/>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9"/>
          <p:cNvSpPr/>
          <p:nvPr/>
        </p:nvSpPr>
        <p:spPr>
          <a:xfrm rot="10800000" flipH="1">
            <a:off x="-45650" y="4311100"/>
            <a:ext cx="9189720" cy="2114809"/>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9"/>
          <p:cNvSpPr/>
          <p:nvPr/>
        </p:nvSpPr>
        <p:spPr>
          <a:xfrm>
            <a:off x="84850" y="3504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 name="Google Shape;842;p29"/>
          <p:cNvGrpSpPr/>
          <p:nvPr/>
        </p:nvGrpSpPr>
        <p:grpSpPr>
          <a:xfrm rot="-5400000">
            <a:off x="8202525" y="1052963"/>
            <a:ext cx="1168925" cy="284175"/>
            <a:chOff x="6017825" y="3809000"/>
            <a:chExt cx="1168925" cy="284175"/>
          </a:xfrm>
        </p:grpSpPr>
        <p:sp>
          <p:nvSpPr>
            <p:cNvPr id="843" name="Google Shape;843;p2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 name="Google Shape;861;p29"/>
          <p:cNvSpPr/>
          <p:nvPr/>
        </p:nvSpPr>
        <p:spPr>
          <a:xfrm>
            <a:off x="8495588" y="38549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9"/>
          <p:cNvSpPr txBox="1">
            <a:spLocks noGrp="1"/>
          </p:cNvSpPr>
          <p:nvPr>
            <p:ph type="title"/>
          </p:nvPr>
        </p:nvSpPr>
        <p:spPr>
          <a:xfrm>
            <a:off x="713225" y="445025"/>
            <a:ext cx="7710900" cy="72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4">
  <p:cSld name="CUSTOM_11_1_1_1">
    <p:spTree>
      <p:nvGrpSpPr>
        <p:cNvPr id="1" name="Shape 863"/>
        <p:cNvGrpSpPr/>
        <p:nvPr/>
      </p:nvGrpSpPr>
      <p:grpSpPr>
        <a:xfrm>
          <a:off x="0" y="0"/>
          <a:ext cx="0" cy="0"/>
          <a:chOff x="0" y="0"/>
          <a:chExt cx="0" cy="0"/>
        </a:xfrm>
      </p:grpSpPr>
      <p:sp>
        <p:nvSpPr>
          <p:cNvPr id="864" name="Google Shape;864;p30"/>
          <p:cNvSpPr/>
          <p:nvPr/>
        </p:nvSpPr>
        <p:spPr>
          <a:xfrm rot="10800000">
            <a:off x="8511850" y="5394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0"/>
          <p:cNvSpPr/>
          <p:nvPr/>
        </p:nvSpPr>
        <p:spPr>
          <a:xfrm>
            <a:off x="-137625" y="-236483"/>
            <a:ext cx="9281874" cy="648055"/>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0"/>
          <p:cNvSpPr/>
          <p:nvPr/>
        </p:nvSpPr>
        <p:spPr>
          <a:xfrm>
            <a:off x="-1981200" y="4604000"/>
            <a:ext cx="11244263" cy="1161132"/>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 name="Google Shape;867;p30"/>
          <p:cNvGrpSpPr/>
          <p:nvPr/>
        </p:nvGrpSpPr>
        <p:grpSpPr>
          <a:xfrm>
            <a:off x="7763575" y="0"/>
            <a:ext cx="1168925" cy="284175"/>
            <a:chOff x="6017825" y="3809000"/>
            <a:chExt cx="1168925" cy="284175"/>
          </a:xfrm>
        </p:grpSpPr>
        <p:sp>
          <p:nvSpPr>
            <p:cNvPr id="868" name="Google Shape;868;p30"/>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0"/>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0"/>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0"/>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0"/>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0"/>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0"/>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0"/>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0"/>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0"/>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0"/>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0"/>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0"/>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0"/>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0"/>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0"/>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0"/>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0"/>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 name="Google Shape;886;p30"/>
          <p:cNvSpPr/>
          <p:nvPr/>
        </p:nvSpPr>
        <p:spPr>
          <a:xfrm>
            <a:off x="76788" y="3477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0"/>
          <p:cNvSpPr txBox="1">
            <a:spLocks noGrp="1"/>
          </p:cNvSpPr>
          <p:nvPr>
            <p:ph type="title"/>
          </p:nvPr>
        </p:nvSpPr>
        <p:spPr>
          <a:xfrm>
            <a:off x="713225" y="445025"/>
            <a:ext cx="7717500" cy="705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5">
  <p:cSld name="CUSTOM_11_1_1_1_1">
    <p:spTree>
      <p:nvGrpSpPr>
        <p:cNvPr id="1" name="Shape 888"/>
        <p:cNvGrpSpPr/>
        <p:nvPr/>
      </p:nvGrpSpPr>
      <p:grpSpPr>
        <a:xfrm>
          <a:off x="0" y="0"/>
          <a:ext cx="0" cy="0"/>
          <a:chOff x="0" y="0"/>
          <a:chExt cx="0" cy="0"/>
        </a:xfrm>
      </p:grpSpPr>
      <p:sp>
        <p:nvSpPr>
          <p:cNvPr id="889" name="Google Shape;889;p31"/>
          <p:cNvSpPr/>
          <p:nvPr/>
        </p:nvSpPr>
        <p:spPr>
          <a:xfrm>
            <a:off x="-137625" y="-1692800"/>
            <a:ext cx="9281874" cy="210428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1"/>
          <p:cNvSpPr/>
          <p:nvPr/>
        </p:nvSpPr>
        <p:spPr>
          <a:xfrm>
            <a:off x="-1981200" y="4604000"/>
            <a:ext cx="11244263" cy="1161132"/>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 name="Google Shape;891;p31"/>
          <p:cNvGrpSpPr/>
          <p:nvPr/>
        </p:nvGrpSpPr>
        <p:grpSpPr>
          <a:xfrm>
            <a:off x="7589825" y="4586050"/>
            <a:ext cx="1168925" cy="284175"/>
            <a:chOff x="6017825" y="3809000"/>
            <a:chExt cx="1168925" cy="284175"/>
          </a:xfrm>
        </p:grpSpPr>
        <p:sp>
          <p:nvSpPr>
            <p:cNvPr id="892" name="Google Shape;892;p3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 name="Google Shape;910;p31"/>
          <p:cNvSpPr/>
          <p:nvPr/>
        </p:nvSpPr>
        <p:spPr>
          <a:xfrm>
            <a:off x="8139363" y="-48412"/>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1"/>
          <p:cNvSpPr/>
          <p:nvPr/>
        </p:nvSpPr>
        <p:spPr>
          <a:xfrm rot="5400000">
            <a:off x="103563" y="7897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1"/>
          <p:cNvSpPr txBox="1">
            <a:spLocks noGrp="1"/>
          </p:cNvSpPr>
          <p:nvPr>
            <p:ph type="title"/>
          </p:nvPr>
        </p:nvSpPr>
        <p:spPr>
          <a:xfrm>
            <a:off x="713175" y="445025"/>
            <a:ext cx="7717500" cy="693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6">
  <p:cSld name="CUSTOM_11_1_1_1_1_1">
    <p:spTree>
      <p:nvGrpSpPr>
        <p:cNvPr id="1" name="Shape 913"/>
        <p:cNvGrpSpPr/>
        <p:nvPr/>
      </p:nvGrpSpPr>
      <p:grpSpPr>
        <a:xfrm>
          <a:off x="0" y="0"/>
          <a:ext cx="0" cy="0"/>
          <a:chOff x="0" y="0"/>
          <a:chExt cx="0" cy="0"/>
        </a:xfrm>
      </p:grpSpPr>
      <p:sp>
        <p:nvSpPr>
          <p:cNvPr id="914" name="Google Shape;914;p32"/>
          <p:cNvSpPr/>
          <p:nvPr/>
        </p:nvSpPr>
        <p:spPr>
          <a:xfrm flipH="1">
            <a:off x="-65948" y="-273450"/>
            <a:ext cx="10028923" cy="781898"/>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2"/>
          <p:cNvSpPr/>
          <p:nvPr/>
        </p:nvSpPr>
        <p:spPr>
          <a:xfrm flipH="1">
            <a:off x="-165467" y="4705075"/>
            <a:ext cx="9309124"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 name="Google Shape;916;p32"/>
          <p:cNvGrpSpPr/>
          <p:nvPr/>
        </p:nvGrpSpPr>
        <p:grpSpPr>
          <a:xfrm rot="-5400000">
            <a:off x="8220250" y="760950"/>
            <a:ext cx="1168925" cy="284175"/>
            <a:chOff x="6017825" y="3809000"/>
            <a:chExt cx="1168925" cy="284175"/>
          </a:xfrm>
        </p:grpSpPr>
        <p:sp>
          <p:nvSpPr>
            <p:cNvPr id="917" name="Google Shape;917;p32"/>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2"/>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2"/>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2"/>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2"/>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2"/>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2"/>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2"/>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2"/>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2"/>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2"/>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2"/>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2"/>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2"/>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2"/>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2"/>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2"/>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2"/>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 name="Google Shape;935;p32"/>
          <p:cNvSpPr/>
          <p:nvPr/>
        </p:nvSpPr>
        <p:spPr>
          <a:xfrm>
            <a:off x="59050" y="44140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2"/>
          <p:cNvSpPr txBox="1">
            <a:spLocks noGrp="1"/>
          </p:cNvSpPr>
          <p:nvPr>
            <p:ph type="title"/>
          </p:nvPr>
        </p:nvSpPr>
        <p:spPr>
          <a:xfrm>
            <a:off x="713225" y="445025"/>
            <a:ext cx="7717500" cy="6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7">
  <p:cSld name="CUSTOM_11_1_1_1_1_1_1">
    <p:spTree>
      <p:nvGrpSpPr>
        <p:cNvPr id="1" name="Shape 937"/>
        <p:cNvGrpSpPr/>
        <p:nvPr/>
      </p:nvGrpSpPr>
      <p:grpSpPr>
        <a:xfrm>
          <a:off x="0" y="0"/>
          <a:ext cx="0" cy="0"/>
          <a:chOff x="0" y="0"/>
          <a:chExt cx="0" cy="0"/>
        </a:xfrm>
      </p:grpSpPr>
      <p:sp>
        <p:nvSpPr>
          <p:cNvPr id="938" name="Google Shape;938;p33"/>
          <p:cNvSpPr/>
          <p:nvPr/>
        </p:nvSpPr>
        <p:spPr>
          <a:xfrm rot="10800000" flipH="1">
            <a:off x="-45650" y="-53174"/>
            <a:ext cx="9378324" cy="529548"/>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3"/>
          <p:cNvSpPr/>
          <p:nvPr/>
        </p:nvSpPr>
        <p:spPr>
          <a:xfrm rot="10800000" flipH="1">
            <a:off x="-45650" y="4778169"/>
            <a:ext cx="9189720" cy="418556"/>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3"/>
          <p:cNvSpPr txBox="1">
            <a:spLocks noGrp="1"/>
          </p:cNvSpPr>
          <p:nvPr>
            <p:ph type="title"/>
          </p:nvPr>
        </p:nvSpPr>
        <p:spPr>
          <a:xfrm>
            <a:off x="719975" y="445025"/>
            <a:ext cx="77040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8">
  <p:cSld name="CUSTOM_11_1_1_1_1_1_1_1">
    <p:spTree>
      <p:nvGrpSpPr>
        <p:cNvPr id="1" name="Shape 941"/>
        <p:cNvGrpSpPr/>
        <p:nvPr/>
      </p:nvGrpSpPr>
      <p:grpSpPr>
        <a:xfrm>
          <a:off x="0" y="0"/>
          <a:ext cx="0" cy="0"/>
          <a:chOff x="0" y="0"/>
          <a:chExt cx="0" cy="0"/>
        </a:xfrm>
      </p:grpSpPr>
      <p:sp>
        <p:nvSpPr>
          <p:cNvPr id="942" name="Google Shape;942;p34"/>
          <p:cNvSpPr/>
          <p:nvPr/>
        </p:nvSpPr>
        <p:spPr>
          <a:xfrm rot="10800000" flipH="1">
            <a:off x="-45650" y="-35309"/>
            <a:ext cx="9378324" cy="614681"/>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4"/>
          <p:cNvSpPr/>
          <p:nvPr/>
        </p:nvSpPr>
        <p:spPr>
          <a:xfrm rot="10800000" flipH="1">
            <a:off x="-22862" y="4629563"/>
            <a:ext cx="9189720" cy="616162"/>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 name="Google Shape;944;p34"/>
          <p:cNvGrpSpPr/>
          <p:nvPr/>
        </p:nvGrpSpPr>
        <p:grpSpPr>
          <a:xfrm rot="-5400000">
            <a:off x="-244525" y="3761388"/>
            <a:ext cx="1168925" cy="284175"/>
            <a:chOff x="6017825" y="3809000"/>
            <a:chExt cx="1168925" cy="284175"/>
          </a:xfrm>
        </p:grpSpPr>
        <p:sp>
          <p:nvSpPr>
            <p:cNvPr id="945" name="Google Shape;945;p34"/>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4"/>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4"/>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4"/>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4"/>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4"/>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4"/>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4"/>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4"/>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4"/>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4"/>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4"/>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4"/>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4"/>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4"/>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4"/>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4"/>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4"/>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 name="Google Shape;963;p34"/>
          <p:cNvSpPr/>
          <p:nvPr/>
        </p:nvSpPr>
        <p:spPr>
          <a:xfrm>
            <a:off x="8490400" y="70178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4"/>
          <p:cNvSpPr txBox="1">
            <a:spLocks noGrp="1"/>
          </p:cNvSpPr>
          <p:nvPr>
            <p:ph type="title"/>
          </p:nvPr>
        </p:nvSpPr>
        <p:spPr>
          <a:xfrm>
            <a:off x="713225" y="445025"/>
            <a:ext cx="7717500" cy="657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9">
  <p:cSld name="CUSTOM_11_1_1_1_1_1_1_1_1">
    <p:spTree>
      <p:nvGrpSpPr>
        <p:cNvPr id="1" name="Shape 965"/>
        <p:cNvGrpSpPr/>
        <p:nvPr/>
      </p:nvGrpSpPr>
      <p:grpSpPr>
        <a:xfrm>
          <a:off x="0" y="0"/>
          <a:ext cx="0" cy="0"/>
          <a:chOff x="0" y="0"/>
          <a:chExt cx="0" cy="0"/>
        </a:xfrm>
      </p:grpSpPr>
      <p:sp>
        <p:nvSpPr>
          <p:cNvPr id="966" name="Google Shape;966;p35"/>
          <p:cNvSpPr/>
          <p:nvPr/>
        </p:nvSpPr>
        <p:spPr>
          <a:xfrm>
            <a:off x="-65950" y="-197925"/>
            <a:ext cx="10028923" cy="642958"/>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5"/>
          <p:cNvSpPr/>
          <p:nvPr/>
        </p:nvSpPr>
        <p:spPr>
          <a:xfrm>
            <a:off x="-165475" y="4527700"/>
            <a:ext cx="9391165" cy="127557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 name="Google Shape;968;p35"/>
          <p:cNvGrpSpPr/>
          <p:nvPr/>
        </p:nvGrpSpPr>
        <p:grpSpPr>
          <a:xfrm>
            <a:off x="459075" y="160838"/>
            <a:ext cx="1168925" cy="284175"/>
            <a:chOff x="6017825" y="3809000"/>
            <a:chExt cx="1168925" cy="284175"/>
          </a:xfrm>
        </p:grpSpPr>
        <p:sp>
          <p:nvSpPr>
            <p:cNvPr id="969" name="Google Shape;969;p3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 name="Google Shape;987;p35"/>
          <p:cNvSpPr/>
          <p:nvPr/>
        </p:nvSpPr>
        <p:spPr>
          <a:xfrm>
            <a:off x="8496300" y="440273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5"/>
          <p:cNvSpPr txBox="1">
            <a:spLocks noGrp="1"/>
          </p:cNvSpPr>
          <p:nvPr>
            <p:ph type="title"/>
          </p:nvPr>
        </p:nvSpPr>
        <p:spPr>
          <a:xfrm>
            <a:off x="713175" y="445025"/>
            <a:ext cx="7717500" cy="72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10">
  <p:cSld name="CUSTOM_11_1_1_1_1_1_1_1_1_1">
    <p:spTree>
      <p:nvGrpSpPr>
        <p:cNvPr id="1" name="Shape 989"/>
        <p:cNvGrpSpPr/>
        <p:nvPr/>
      </p:nvGrpSpPr>
      <p:grpSpPr>
        <a:xfrm>
          <a:off x="0" y="0"/>
          <a:ext cx="0" cy="0"/>
          <a:chOff x="0" y="0"/>
          <a:chExt cx="0" cy="0"/>
        </a:xfrm>
      </p:grpSpPr>
      <p:sp>
        <p:nvSpPr>
          <p:cNvPr id="990" name="Google Shape;990;p36"/>
          <p:cNvSpPr/>
          <p:nvPr/>
        </p:nvSpPr>
        <p:spPr>
          <a:xfrm rot="10800000">
            <a:off x="-43703" y="4713815"/>
            <a:ext cx="9245828" cy="651810"/>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 name="Google Shape;991;p36"/>
          <p:cNvGrpSpPr/>
          <p:nvPr/>
        </p:nvGrpSpPr>
        <p:grpSpPr>
          <a:xfrm>
            <a:off x="-1416353" y="-29551"/>
            <a:ext cx="10674791" cy="1054932"/>
            <a:chOff x="-207175" y="-92875"/>
            <a:chExt cx="9439200" cy="1025400"/>
          </a:xfrm>
        </p:grpSpPr>
        <p:sp>
          <p:nvSpPr>
            <p:cNvPr id="992" name="Google Shape;992;p36"/>
            <p:cNvSpPr/>
            <p:nvPr/>
          </p:nvSpPr>
          <p:spPr>
            <a:xfrm>
              <a:off x="-207175" y="-92875"/>
              <a:ext cx="2700300" cy="10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6"/>
            <p:cNvSpPr/>
            <p:nvPr/>
          </p:nvSpPr>
          <p:spPr>
            <a:xfrm>
              <a:off x="-207175" y="-92875"/>
              <a:ext cx="9439200" cy="3678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36"/>
          <p:cNvGrpSpPr/>
          <p:nvPr/>
        </p:nvGrpSpPr>
        <p:grpSpPr>
          <a:xfrm rot="-5400000">
            <a:off x="8168350" y="1025388"/>
            <a:ext cx="1168925" cy="284175"/>
            <a:chOff x="6017825" y="3809000"/>
            <a:chExt cx="1168925" cy="284175"/>
          </a:xfrm>
        </p:grpSpPr>
        <p:sp>
          <p:nvSpPr>
            <p:cNvPr id="995" name="Google Shape;995;p3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 name="Google Shape;1013;p36"/>
          <p:cNvSpPr/>
          <p:nvPr/>
        </p:nvSpPr>
        <p:spPr>
          <a:xfrm>
            <a:off x="49350" y="12963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6"/>
          <p:cNvSpPr txBox="1">
            <a:spLocks noGrp="1"/>
          </p:cNvSpPr>
          <p:nvPr>
            <p:ph type="title"/>
          </p:nvPr>
        </p:nvSpPr>
        <p:spPr>
          <a:xfrm>
            <a:off x="713225" y="445025"/>
            <a:ext cx="7717500" cy="740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015" name="Google Shape;1015;p36"/>
          <p:cNvGrpSpPr/>
          <p:nvPr/>
        </p:nvGrpSpPr>
        <p:grpSpPr>
          <a:xfrm>
            <a:off x="128763" y="610238"/>
            <a:ext cx="1168925" cy="284175"/>
            <a:chOff x="6017825" y="3809000"/>
            <a:chExt cx="1168925" cy="284175"/>
          </a:xfrm>
        </p:grpSpPr>
        <p:sp>
          <p:nvSpPr>
            <p:cNvPr id="1016" name="Google Shape;1016;p3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11">
  <p:cSld name="CUSTOM_11_1_1_1_1_1_1_1_1_1_1">
    <p:spTree>
      <p:nvGrpSpPr>
        <p:cNvPr id="1" name="Shape 1034"/>
        <p:cNvGrpSpPr/>
        <p:nvPr/>
      </p:nvGrpSpPr>
      <p:grpSpPr>
        <a:xfrm>
          <a:off x="0" y="0"/>
          <a:ext cx="0" cy="0"/>
          <a:chOff x="0" y="0"/>
          <a:chExt cx="0" cy="0"/>
        </a:xfrm>
      </p:grpSpPr>
      <p:sp>
        <p:nvSpPr>
          <p:cNvPr id="1035" name="Google Shape;1035;p37"/>
          <p:cNvSpPr/>
          <p:nvPr/>
        </p:nvSpPr>
        <p:spPr>
          <a:xfrm>
            <a:off x="-777425" y="-469450"/>
            <a:ext cx="9921954" cy="871471"/>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7"/>
          <p:cNvSpPr/>
          <p:nvPr/>
        </p:nvSpPr>
        <p:spPr>
          <a:xfrm>
            <a:off x="-1981200" y="4826529"/>
            <a:ext cx="11244263" cy="484773"/>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7"/>
          <p:cNvSpPr/>
          <p:nvPr/>
        </p:nvSpPr>
        <p:spPr>
          <a:xfrm>
            <a:off x="8077950" y="62752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37"/>
          <p:cNvGrpSpPr/>
          <p:nvPr/>
        </p:nvGrpSpPr>
        <p:grpSpPr>
          <a:xfrm>
            <a:off x="128750" y="722588"/>
            <a:ext cx="1168925" cy="284175"/>
            <a:chOff x="6017825" y="3809000"/>
            <a:chExt cx="1168925" cy="284175"/>
          </a:xfrm>
        </p:grpSpPr>
        <p:sp>
          <p:nvSpPr>
            <p:cNvPr id="1039" name="Google Shape;1039;p37"/>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7"/>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7"/>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7"/>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7"/>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7"/>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7"/>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7"/>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7"/>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7"/>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7"/>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7"/>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7"/>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7"/>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7"/>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7"/>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7"/>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7"/>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 name="Google Shape;1057;p37"/>
          <p:cNvGrpSpPr/>
          <p:nvPr/>
        </p:nvGrpSpPr>
        <p:grpSpPr>
          <a:xfrm rot="-5400000">
            <a:off x="8218375" y="3868975"/>
            <a:ext cx="1168925" cy="284175"/>
            <a:chOff x="6017825" y="3809000"/>
            <a:chExt cx="1168925" cy="284175"/>
          </a:xfrm>
        </p:grpSpPr>
        <p:sp>
          <p:nvSpPr>
            <p:cNvPr id="1058" name="Google Shape;1058;p37"/>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7"/>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7"/>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7"/>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7"/>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7"/>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7"/>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7"/>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7"/>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7"/>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7"/>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7"/>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7"/>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7"/>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7"/>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37"/>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7"/>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7"/>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 name="Google Shape;1076;p37"/>
          <p:cNvSpPr txBox="1">
            <a:spLocks noGrp="1"/>
          </p:cNvSpPr>
          <p:nvPr>
            <p:ph type="title"/>
          </p:nvPr>
        </p:nvSpPr>
        <p:spPr>
          <a:xfrm>
            <a:off x="717125" y="445025"/>
            <a:ext cx="7709700" cy="656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only 12">
  <p:cSld name="CUSTOM_11_1_1_1_1_1_1_1_1_1_1_1">
    <p:spTree>
      <p:nvGrpSpPr>
        <p:cNvPr id="1" name="Shape 1077"/>
        <p:cNvGrpSpPr/>
        <p:nvPr/>
      </p:nvGrpSpPr>
      <p:grpSpPr>
        <a:xfrm>
          <a:off x="0" y="0"/>
          <a:ext cx="0" cy="0"/>
          <a:chOff x="0" y="0"/>
          <a:chExt cx="0" cy="0"/>
        </a:xfrm>
      </p:grpSpPr>
      <p:grpSp>
        <p:nvGrpSpPr>
          <p:cNvPr id="1078" name="Google Shape;1078;p38"/>
          <p:cNvGrpSpPr/>
          <p:nvPr/>
        </p:nvGrpSpPr>
        <p:grpSpPr>
          <a:xfrm>
            <a:off x="-520259" y="0"/>
            <a:ext cx="10426612" cy="1025400"/>
            <a:chOff x="-269171" y="-92875"/>
            <a:chExt cx="9501196" cy="1025400"/>
          </a:xfrm>
        </p:grpSpPr>
        <p:sp>
          <p:nvSpPr>
            <p:cNvPr id="1079" name="Google Shape;1079;p38"/>
            <p:cNvSpPr/>
            <p:nvPr/>
          </p:nvSpPr>
          <p:spPr>
            <a:xfrm>
              <a:off x="-269171" y="-92875"/>
              <a:ext cx="2700300" cy="10254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8"/>
            <p:cNvSpPr/>
            <p:nvPr/>
          </p:nvSpPr>
          <p:spPr>
            <a:xfrm>
              <a:off x="-207175" y="-92875"/>
              <a:ext cx="9439200" cy="3678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 name="Google Shape;1081;p38"/>
          <p:cNvSpPr/>
          <p:nvPr/>
        </p:nvSpPr>
        <p:spPr>
          <a:xfrm rot="10800000">
            <a:off x="-43741" y="4587799"/>
            <a:ext cx="9187741" cy="777828"/>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8"/>
          <p:cNvSpPr/>
          <p:nvPr/>
        </p:nvSpPr>
        <p:spPr>
          <a:xfrm>
            <a:off x="8515425" y="45878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 name="Google Shape;1083;p38"/>
          <p:cNvGrpSpPr/>
          <p:nvPr/>
        </p:nvGrpSpPr>
        <p:grpSpPr>
          <a:xfrm rot="5400000">
            <a:off x="-225975" y="1626463"/>
            <a:ext cx="1168925" cy="284175"/>
            <a:chOff x="6017825" y="3809000"/>
            <a:chExt cx="1168925" cy="284175"/>
          </a:xfrm>
        </p:grpSpPr>
        <p:sp>
          <p:nvSpPr>
            <p:cNvPr id="1084" name="Google Shape;1084;p3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 name="Google Shape;1102;p38"/>
          <p:cNvSpPr/>
          <p:nvPr/>
        </p:nvSpPr>
        <p:spPr>
          <a:xfrm rot="10800000">
            <a:off x="8490475" y="48352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8"/>
          <p:cNvSpPr txBox="1">
            <a:spLocks noGrp="1"/>
          </p:cNvSpPr>
          <p:nvPr>
            <p:ph type="title"/>
          </p:nvPr>
        </p:nvSpPr>
        <p:spPr>
          <a:xfrm>
            <a:off x="713225" y="445025"/>
            <a:ext cx="7717500" cy="66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104"/>
        <p:cNvGrpSpPr/>
        <p:nvPr/>
      </p:nvGrpSpPr>
      <p:grpSpPr>
        <a:xfrm>
          <a:off x="0" y="0"/>
          <a:ext cx="0" cy="0"/>
          <a:chOff x="0" y="0"/>
          <a:chExt cx="0" cy="0"/>
        </a:xfrm>
      </p:grpSpPr>
      <p:sp>
        <p:nvSpPr>
          <p:cNvPr id="1105" name="Google Shape;1105;p39"/>
          <p:cNvSpPr/>
          <p:nvPr/>
        </p:nvSpPr>
        <p:spPr>
          <a:xfrm flipH="1">
            <a:off x="-165475" y="4433274"/>
            <a:ext cx="9309124" cy="1768665"/>
          </a:xfrm>
          <a:custGeom>
            <a:avLst/>
            <a:gdLst/>
            <a:ahLst/>
            <a:cxnLst/>
            <a:rect l="l" t="t" r="r" b="b"/>
            <a:pathLst>
              <a:path w="285359" h="37879" extrusionOk="0">
                <a:moveTo>
                  <a:pt x="1" y="0"/>
                </a:moveTo>
                <a:lnTo>
                  <a:pt x="1" y="37879"/>
                </a:lnTo>
                <a:lnTo>
                  <a:pt x="285358" y="37879"/>
                </a:lnTo>
                <a:lnTo>
                  <a:pt x="285358" y="9448"/>
                </a:lnTo>
                <a:lnTo>
                  <a:pt x="218076" y="9448"/>
                </a:lnTo>
                <a:lnTo>
                  <a:pt x="2180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9"/>
          <p:cNvSpPr/>
          <p:nvPr/>
        </p:nvSpPr>
        <p:spPr>
          <a:xfrm flipH="1">
            <a:off x="-107160" y="-378275"/>
            <a:ext cx="10034660" cy="1058709"/>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9"/>
          <p:cNvSpPr/>
          <p:nvPr/>
        </p:nvSpPr>
        <p:spPr>
          <a:xfrm>
            <a:off x="166422" y="3256188"/>
            <a:ext cx="1748622" cy="1623558"/>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9"/>
          <p:cNvSpPr/>
          <p:nvPr/>
        </p:nvSpPr>
        <p:spPr>
          <a:xfrm>
            <a:off x="7995025" y="1334276"/>
            <a:ext cx="871489" cy="80915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9"/>
          <p:cNvSpPr txBox="1">
            <a:spLocks noGrp="1"/>
          </p:cNvSpPr>
          <p:nvPr>
            <p:ph type="title"/>
          </p:nvPr>
        </p:nvSpPr>
        <p:spPr>
          <a:xfrm>
            <a:off x="1999250" y="540000"/>
            <a:ext cx="51456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8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10" name="Google Shape;1110;p39"/>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11" name="Google Shape;1111;p39"/>
          <p:cNvSpPr txBox="1"/>
          <p:nvPr/>
        </p:nvSpPr>
        <p:spPr>
          <a:xfrm>
            <a:off x="2099100" y="3611950"/>
            <a:ext cx="49458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b="1">
                <a:solidFill>
                  <a:schemeClr val="dk1"/>
                </a:solidFill>
                <a:latin typeface="Roboto Condensed"/>
                <a:ea typeface="Roboto Condensed"/>
                <a:cs typeface="Roboto Condensed"/>
                <a:sym typeface="Roboto Condensed"/>
              </a:rPr>
              <a:t>CREDITS: </a:t>
            </a:r>
            <a:r>
              <a:rPr lang="en" sz="1200">
                <a:solidFill>
                  <a:schemeClr val="dk1"/>
                </a:solidFill>
                <a:latin typeface="Roboto Condensed"/>
                <a:ea typeface="Roboto Condensed"/>
                <a:cs typeface="Roboto Condensed"/>
                <a:sym typeface="Roboto Condensed"/>
              </a:rPr>
              <a:t>This presentation template was created by </a:t>
            </a:r>
            <a:r>
              <a:rPr lang="en" sz="1200" b="1">
                <a:solidFill>
                  <a:schemeClr val="dk1"/>
                </a:solidFill>
                <a:uFill>
                  <a:noFill/>
                </a:uFill>
                <a:latin typeface="Roboto Condensed"/>
                <a:ea typeface="Roboto Condensed"/>
                <a:cs typeface="Roboto Condensed"/>
                <a:sym typeface="Roboto Condensed"/>
                <a:hlinkClick r:id="rId2">
                  <a:extLst>
                    <a:ext uri="{A12FA001-AC4F-418D-AE19-62706E023703}">
                      <ahyp:hlinkClr xmlns:ahyp="http://schemas.microsoft.com/office/drawing/2018/hyperlinkcolor" val="tx"/>
                    </a:ext>
                  </a:extLst>
                </a:hlinkClick>
              </a:rPr>
              <a:t>Slidesgo</a:t>
            </a:r>
            <a:r>
              <a:rPr lang="en" sz="1200">
                <a:solidFill>
                  <a:schemeClr val="dk1"/>
                </a:solidFill>
                <a:latin typeface="Roboto Condensed"/>
                <a:ea typeface="Roboto Condensed"/>
                <a:cs typeface="Roboto Condensed"/>
                <a:sym typeface="Roboto Condensed"/>
              </a:rPr>
              <a:t>, and includes icons by </a:t>
            </a:r>
            <a:r>
              <a:rPr lang="en" sz="1200" b="1">
                <a:solidFill>
                  <a:schemeClr val="dk1"/>
                </a:solidFill>
                <a:uFill>
                  <a:noFill/>
                </a:uFill>
                <a:latin typeface="Roboto Condensed"/>
                <a:ea typeface="Roboto Condensed"/>
                <a:cs typeface="Roboto Condensed"/>
                <a:sym typeface="Roboto Condensed"/>
                <a:hlinkClick r:id="rId3">
                  <a:extLst>
                    <a:ext uri="{A12FA001-AC4F-418D-AE19-62706E023703}">
                      <ahyp:hlinkClr xmlns:ahyp="http://schemas.microsoft.com/office/drawing/2018/hyperlinkcolor" val="tx"/>
                    </a:ext>
                  </a:extLst>
                </a:hlinkClick>
              </a:rPr>
              <a:t>Flaticon</a:t>
            </a:r>
            <a:r>
              <a:rPr lang="en" sz="1200" b="1">
                <a:solidFill>
                  <a:schemeClr val="dk1"/>
                </a:solidFill>
                <a:latin typeface="Roboto Condensed"/>
                <a:ea typeface="Roboto Condensed"/>
                <a:cs typeface="Roboto Condensed"/>
                <a:sym typeface="Roboto Condensed"/>
              </a:rPr>
              <a:t>,</a:t>
            </a:r>
            <a:r>
              <a:rPr lang="en" sz="1200">
                <a:solidFill>
                  <a:schemeClr val="dk1"/>
                </a:solidFill>
                <a:latin typeface="Roboto Condensed"/>
                <a:ea typeface="Roboto Condensed"/>
                <a:cs typeface="Roboto Condensed"/>
                <a:sym typeface="Roboto Condensed"/>
              </a:rPr>
              <a:t> and infographics &amp; images by </a:t>
            </a:r>
            <a:r>
              <a:rPr lang="en" sz="1200" b="1">
                <a:solidFill>
                  <a:schemeClr val="dk1"/>
                </a:solidFill>
                <a:uFill>
                  <a:noFill/>
                </a:uFill>
                <a:latin typeface="Roboto Condensed"/>
                <a:ea typeface="Roboto Condensed"/>
                <a:cs typeface="Roboto Condensed"/>
                <a:sym typeface="Roboto Condensed"/>
                <a:hlinkClick r:id="rId4">
                  <a:extLst>
                    <a:ext uri="{A12FA001-AC4F-418D-AE19-62706E023703}">
                      <ahyp:hlinkClr xmlns:ahyp="http://schemas.microsoft.com/office/drawing/2018/hyperlinkcolor" val="tx"/>
                    </a:ext>
                  </a:extLst>
                </a:hlinkClick>
              </a:rPr>
              <a:t>Freepik</a:t>
            </a:r>
            <a:r>
              <a:rPr lang="en" sz="1200" b="1">
                <a:solidFill>
                  <a:schemeClr val="dk1"/>
                </a:solidFill>
                <a:latin typeface="Roboto Condensed"/>
                <a:ea typeface="Roboto Condensed"/>
                <a:cs typeface="Roboto Condensed"/>
                <a:sym typeface="Roboto Condensed"/>
              </a:rPr>
              <a:t> </a:t>
            </a:r>
            <a:endParaRPr sz="1200" b="1">
              <a:solidFill>
                <a:schemeClr val="dk1"/>
              </a:solidFill>
              <a:latin typeface="Roboto Condensed"/>
              <a:ea typeface="Roboto Condensed"/>
              <a:cs typeface="Roboto Condensed"/>
              <a:sym typeface="Roboto Condense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112"/>
        <p:cNvGrpSpPr/>
        <p:nvPr/>
      </p:nvGrpSpPr>
      <p:grpSpPr>
        <a:xfrm>
          <a:off x="0" y="0"/>
          <a:ext cx="0" cy="0"/>
          <a:chOff x="0" y="0"/>
          <a:chExt cx="0" cy="0"/>
        </a:xfrm>
      </p:grpSpPr>
      <p:sp>
        <p:nvSpPr>
          <p:cNvPr id="1113" name="Google Shape;1113;p40"/>
          <p:cNvSpPr/>
          <p:nvPr/>
        </p:nvSpPr>
        <p:spPr>
          <a:xfrm>
            <a:off x="-1981200" y="3689025"/>
            <a:ext cx="11244263" cy="1457094"/>
          </a:xfrm>
          <a:custGeom>
            <a:avLst/>
            <a:gdLst/>
            <a:ahLst/>
            <a:cxnLst/>
            <a:rect l="l" t="t" r="r" b="b"/>
            <a:pathLst>
              <a:path w="285750" h="25242" extrusionOk="0">
                <a:moveTo>
                  <a:pt x="0" y="0"/>
                </a:moveTo>
                <a:lnTo>
                  <a:pt x="0" y="25242"/>
                </a:lnTo>
                <a:lnTo>
                  <a:pt x="285750" y="25242"/>
                </a:lnTo>
                <a:lnTo>
                  <a:pt x="285750" y="8204"/>
                </a:lnTo>
                <a:lnTo>
                  <a:pt x="218373" y="8204"/>
                </a:lnTo>
                <a:lnTo>
                  <a:pt x="2183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0"/>
          <p:cNvSpPr/>
          <p:nvPr/>
        </p:nvSpPr>
        <p:spPr>
          <a:xfrm>
            <a:off x="-137625" y="-1568625"/>
            <a:ext cx="9281874" cy="2104288"/>
          </a:xfrm>
          <a:custGeom>
            <a:avLst/>
            <a:gdLst/>
            <a:ahLst/>
            <a:cxnLst/>
            <a:rect l="l" t="t" r="r" b="b"/>
            <a:pathLst>
              <a:path w="285750" h="65759" extrusionOk="0">
                <a:moveTo>
                  <a:pt x="0" y="0"/>
                </a:moveTo>
                <a:lnTo>
                  <a:pt x="0" y="51816"/>
                </a:lnTo>
                <a:lnTo>
                  <a:pt x="67377" y="51816"/>
                </a:lnTo>
                <a:lnTo>
                  <a:pt x="67377" y="65758"/>
                </a:lnTo>
                <a:lnTo>
                  <a:pt x="285750" y="65758"/>
                </a:lnTo>
                <a:lnTo>
                  <a:pt x="2857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0"/>
          <p:cNvSpPr/>
          <p:nvPr/>
        </p:nvSpPr>
        <p:spPr>
          <a:xfrm>
            <a:off x="7847975" y="1189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 name="Google Shape;1116;p40"/>
          <p:cNvGrpSpPr/>
          <p:nvPr/>
        </p:nvGrpSpPr>
        <p:grpSpPr>
          <a:xfrm rot="-5400000">
            <a:off x="-249912" y="727925"/>
            <a:ext cx="1168925" cy="284175"/>
            <a:chOff x="6017825" y="3809000"/>
            <a:chExt cx="1168925" cy="284175"/>
          </a:xfrm>
        </p:grpSpPr>
        <p:sp>
          <p:nvSpPr>
            <p:cNvPr id="1117" name="Google Shape;1117;p40"/>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0"/>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0"/>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0"/>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0"/>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0"/>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0"/>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0"/>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0"/>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0"/>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0"/>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0"/>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0"/>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0"/>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0"/>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0"/>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0"/>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0"/>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 name="Google Shape;1135;p40"/>
          <p:cNvSpPr/>
          <p:nvPr/>
        </p:nvSpPr>
        <p:spPr>
          <a:xfrm rot="5400000">
            <a:off x="567350" y="401367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136"/>
        <p:cNvGrpSpPr/>
        <p:nvPr/>
      </p:nvGrpSpPr>
      <p:grpSpPr>
        <a:xfrm>
          <a:off x="0" y="0"/>
          <a:ext cx="0" cy="0"/>
          <a:chOff x="0" y="0"/>
          <a:chExt cx="0" cy="0"/>
        </a:xfrm>
      </p:grpSpPr>
      <p:sp>
        <p:nvSpPr>
          <p:cNvPr id="1137" name="Google Shape;1137;p41"/>
          <p:cNvSpPr/>
          <p:nvPr/>
        </p:nvSpPr>
        <p:spPr>
          <a:xfrm rot="10800000">
            <a:off x="-43703" y="4713815"/>
            <a:ext cx="9245828" cy="651810"/>
          </a:xfrm>
          <a:custGeom>
            <a:avLst/>
            <a:gdLst/>
            <a:ahLst/>
            <a:cxnLst/>
            <a:rect l="l" t="t" r="r" b="b"/>
            <a:pathLst>
              <a:path w="286848" h="20350" extrusionOk="0">
                <a:moveTo>
                  <a:pt x="0" y="1"/>
                </a:moveTo>
                <a:lnTo>
                  <a:pt x="0" y="8993"/>
                </a:lnTo>
                <a:lnTo>
                  <a:pt x="67640" y="8993"/>
                </a:lnTo>
                <a:lnTo>
                  <a:pt x="67640" y="20349"/>
                </a:lnTo>
                <a:lnTo>
                  <a:pt x="286847" y="20349"/>
                </a:lnTo>
                <a:lnTo>
                  <a:pt x="2868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 name="Google Shape;1138;p41"/>
          <p:cNvGrpSpPr/>
          <p:nvPr/>
        </p:nvGrpSpPr>
        <p:grpSpPr>
          <a:xfrm>
            <a:off x="-523625" y="-29548"/>
            <a:ext cx="9719544" cy="1054932"/>
            <a:chOff x="-207175" y="-92875"/>
            <a:chExt cx="9439200" cy="1025400"/>
          </a:xfrm>
        </p:grpSpPr>
        <p:sp>
          <p:nvSpPr>
            <p:cNvPr id="1139" name="Google Shape;1139;p41"/>
            <p:cNvSpPr/>
            <p:nvPr/>
          </p:nvSpPr>
          <p:spPr>
            <a:xfrm>
              <a:off x="-207175" y="-92875"/>
              <a:ext cx="2700300" cy="10254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1"/>
            <p:cNvSpPr/>
            <p:nvPr/>
          </p:nvSpPr>
          <p:spPr>
            <a:xfrm>
              <a:off x="-207175" y="-92875"/>
              <a:ext cx="9439200" cy="3678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 name="Google Shape;1141;p41"/>
          <p:cNvGrpSpPr/>
          <p:nvPr/>
        </p:nvGrpSpPr>
        <p:grpSpPr>
          <a:xfrm rot="-5400000">
            <a:off x="8168350" y="1025388"/>
            <a:ext cx="1168925" cy="284175"/>
            <a:chOff x="6017825" y="3809000"/>
            <a:chExt cx="1168925" cy="284175"/>
          </a:xfrm>
        </p:grpSpPr>
        <p:sp>
          <p:nvSpPr>
            <p:cNvPr id="1142" name="Google Shape;1142;p4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 name="Google Shape;1160;p41"/>
          <p:cNvSpPr/>
          <p:nvPr/>
        </p:nvSpPr>
        <p:spPr>
          <a:xfrm>
            <a:off x="49350" y="12963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 name="Google Shape;1161;p41"/>
          <p:cNvGrpSpPr/>
          <p:nvPr/>
        </p:nvGrpSpPr>
        <p:grpSpPr>
          <a:xfrm>
            <a:off x="128763" y="610238"/>
            <a:ext cx="1168925" cy="284175"/>
            <a:chOff x="6017825" y="3809000"/>
            <a:chExt cx="1168925" cy="284175"/>
          </a:xfrm>
        </p:grpSpPr>
        <p:sp>
          <p:nvSpPr>
            <p:cNvPr id="1162" name="Google Shape;1162;p4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183"/>
        <p:cNvGrpSpPr/>
        <p:nvPr/>
      </p:nvGrpSpPr>
      <p:grpSpPr>
        <a:xfrm>
          <a:off x="0" y="0"/>
          <a:ext cx="0" cy="0"/>
          <a:chOff x="0" y="0"/>
          <a:chExt cx="0" cy="0"/>
        </a:xfrm>
      </p:grpSpPr>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184"/>
        <p:cNvGrpSpPr/>
        <p:nvPr/>
      </p:nvGrpSpPr>
      <p:grpSpPr>
        <a:xfrm>
          <a:off x="0" y="0"/>
          <a:ext cx="0" cy="0"/>
          <a:chOff x="0" y="0"/>
          <a:chExt cx="0" cy="0"/>
        </a:xfrm>
      </p:grpSpPr>
      <p:sp>
        <p:nvSpPr>
          <p:cNvPr id="1185" name="Google Shape;1185;p4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2.xml"/><Relationship Id="rId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11433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800"/>
              <a:buFont typeface="Red Hat Text"/>
              <a:buNone/>
              <a:defRPr sz="3800" b="1">
                <a:solidFill>
                  <a:schemeClr val="dk1"/>
                </a:solidFill>
                <a:latin typeface="Red Hat Text"/>
                <a:ea typeface="Red Hat Text"/>
                <a:cs typeface="Red Hat Text"/>
                <a:sym typeface="Red Hat Text"/>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1pPr>
            <a:lvl2pPr marL="914400" lvl="1"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2pPr>
            <a:lvl3pPr marL="1371600" lvl="2"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3pPr>
            <a:lvl4pPr marL="1828800" lvl="3"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4pPr>
            <a:lvl5pPr marL="2286000" lvl="4"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5pPr>
            <a:lvl6pPr marL="2743200" lvl="5"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6pPr>
            <a:lvl7pPr marL="3200400" lvl="6"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7pPr>
            <a:lvl8pPr marL="3657600" lvl="7" indent="-317500">
              <a:lnSpc>
                <a:spcPct val="100000"/>
              </a:lnSpc>
              <a:spcBef>
                <a:spcPts val="1600"/>
              </a:spcBef>
              <a:spcAft>
                <a:spcPts val="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8pPr>
            <a:lvl9pPr marL="4114800" lvl="8" indent="-317500">
              <a:lnSpc>
                <a:spcPct val="100000"/>
              </a:lnSpc>
              <a:spcBef>
                <a:spcPts val="1600"/>
              </a:spcBef>
              <a:spcAft>
                <a:spcPts val="1600"/>
              </a:spcAft>
              <a:buClr>
                <a:schemeClr val="dk1"/>
              </a:buClr>
              <a:buSzPts val="1400"/>
              <a:buFont typeface="Roboto Condensed"/>
              <a:buChar char="■"/>
              <a:defRPr>
                <a:solidFill>
                  <a:schemeClr val="dk1"/>
                </a:solidFill>
                <a:latin typeface="Roboto Condensed"/>
                <a:ea typeface="Roboto Condensed"/>
                <a:cs typeface="Roboto Condensed"/>
                <a:sym typeface="Roboto Condensed"/>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180"/>
        <p:cNvGrpSpPr/>
        <p:nvPr/>
      </p:nvGrpSpPr>
      <p:grpSpPr>
        <a:xfrm>
          <a:off x="0" y="0"/>
          <a:ext cx="0" cy="0"/>
          <a:chOff x="0" y="0"/>
          <a:chExt cx="0" cy="0"/>
        </a:xfrm>
      </p:grpSpPr>
      <p:sp>
        <p:nvSpPr>
          <p:cNvPr id="1181" name="Google Shape;1181;p4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182" name="Google Shape;1182;p4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8" r:id="rId1"/>
    <p:sldLayoutId id="214748368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hyperlink" Target="https://storyset.com/?utm_source=slidesgo_template&amp;utm_medium=referral-link&amp;utm_campaign=promo-slide&amp;utm_term=slidesgo&amp;utm_content=storyset" TargetMode="External"/><Relationship Id="rId13" Type="http://schemas.openxmlformats.org/officeDocument/2006/relationships/slide" Target="slide36.xml"/><Relationship Id="rId3" Type="http://schemas.openxmlformats.org/officeDocument/2006/relationships/hyperlink" Target="https://bit.ly/3A1uf1Q"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12" Type="http://schemas.openxmlformats.org/officeDocument/2006/relationships/slide" Target="slide37.xml"/><Relationship Id="rId1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2" Type="http://schemas.openxmlformats.org/officeDocument/2006/relationships/notesSlide" Target="../notesSlides/notesSlide2.xml"/><Relationship Id="rId16" Type="http://schemas.openxmlformats.org/officeDocument/2006/relationships/slide" Target="slide43.xml"/><Relationship Id="rId1" Type="http://schemas.openxmlformats.org/officeDocument/2006/relationships/slideLayout" Target="../slideLayouts/slideLayout3.xml"/><Relationship Id="rId6" Type="http://schemas.openxmlformats.org/officeDocument/2006/relationships/hyperlink" Target="https://www.freepik.com/?utm_source=slidesgo_template&amp;utm_medium=referral-link&amp;utm_campaign=promo-slide&amp;utm_term=slidesgo&amp;utm_content=freepik" TargetMode="External"/><Relationship Id="rId11" Type="http://schemas.openxmlformats.org/officeDocument/2006/relationships/slide" Target="slide41.xml"/><Relationship Id="rId5" Type="http://schemas.openxmlformats.org/officeDocument/2006/relationships/hyperlink" Target="http://bit.ly/33VAFh3" TargetMode="External"/><Relationship Id="rId15" Type="http://schemas.openxmlformats.org/officeDocument/2006/relationships/slide" Target="slide49.xml"/><Relationship Id="rId10" Type="http://schemas.openxmlformats.org/officeDocument/2006/relationships/hyperlink" Target="https://www.videvo.net/?utm_source=slidesgo_template&amp;utm_medium=referral-link&amp;utm_campaign=sg_resources&amp;utm_content=videvo"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14" Type="http://schemas.openxmlformats.org/officeDocument/2006/relationships/slide" Target="slide3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9.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31.xml"/><Relationship Id="rId5" Type="http://schemas.openxmlformats.org/officeDocument/2006/relationships/image" Target="../media/image7.png"/><Relationship Id="rId4" Type="http://schemas.openxmlformats.org/officeDocument/2006/relationships/hyperlink" Target="https://docs.google.com/spreadsheets/d/1qG7CKUpNjiaOIJ83xDLKPBZO9BLfsp8d_pJgEQgXGUs/copy"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8.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vector/flat-design-fashion-collection-twitch-banner_34479465.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32.xml"/><Relationship Id="rId4" Type="http://schemas.openxmlformats.org/officeDocument/2006/relationships/hyperlink" Target="https://www.freepik.com/free-vector/geometric-background-concept_8398866.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full-shot-woman-drinking-coffee_19673030.htm?utm_source=slidesgo_template&amp;utm_medium=referral-link&amp;utm_campaign=sg_resources&amp;utm_content=freepik" TargetMode="External"/><Relationship Id="rId3" Type="http://schemas.openxmlformats.org/officeDocument/2006/relationships/hyperlink" Target="https://www.freepik.com/free-vector/flat-design-fashion-collection-youtube-channel-art_34479470.htm?utm_source=slidesgo_template&amp;utm_medium=referral-link&amp;utm_campaign=sg_resources&amp;utm_content=freepik" TargetMode="External"/><Relationship Id="rId7" Type="http://schemas.openxmlformats.org/officeDocument/2006/relationships/hyperlink" Target="https://www.freepik.com/free-photo/medium-shot-men-with-drinks_23992818.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18.xml"/><Relationship Id="rId6" Type="http://schemas.openxmlformats.org/officeDocument/2006/relationships/hyperlink" Target="https://www.freepik.com/free-photo/sick-young-woman-checking-temperature-body-with-thermometer_2982746.htm?utm_source=slidesgo_template&amp;utm_medium=referral-link&amp;utm_campaign=sg_resources&amp;utm_content=freepik" TargetMode="External"/><Relationship Id="rId11" Type="http://schemas.openxmlformats.org/officeDocument/2006/relationships/hyperlink" Target="https://www.freepik.com/free-photo/doctor-preparing-consult_23441533.htm?utm_source=slidesgo_template&amp;utm_medium=referral-link&amp;utm_campaign=sg_resources&amp;utm_content=freepik" TargetMode="External"/><Relationship Id="rId5" Type="http://schemas.openxmlformats.org/officeDocument/2006/relationships/hyperlink" Target="https://www.freepik.com/free-vector/flat-design-fashion-collection-landing-page_34479468.htm?utm_source=slidesgo_template&amp;utm_medium=referral-link&amp;utm_campaign=sg_resources&amp;utm_content=freepik" TargetMode="External"/><Relationship Id="rId10" Type="http://schemas.openxmlformats.org/officeDocument/2006/relationships/hyperlink" Target="https://www.freepik.com/free-photo/front-view-smiley-doctor-clinic_32338415.htm?utm_source=slidesgo_template&amp;utm_medium=referral-link&amp;utm_campaign=sg_resources&amp;utm_content=freepik" TargetMode="External"/><Relationship Id="rId4" Type="http://schemas.openxmlformats.org/officeDocument/2006/relationships/hyperlink" Target="https://www.freepik.com/free-vector/flat-design-fashion-collection-twitch-background_34479467.htm?utm_source=slidesgo_template&amp;utm_medium=referral-link&amp;utm_campaign=sg_resources&amp;utm_content=freepik" TargetMode="External"/><Relationship Id="rId9" Type="http://schemas.openxmlformats.org/officeDocument/2006/relationships/hyperlink" Target="https://www.freepik.com/free-photo/charming-lady-mittens-hat-scarf-with-cup-hands_339777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8.xml"/><Relationship Id="rId1" Type="http://schemas.openxmlformats.org/officeDocument/2006/relationships/slideLayout" Target="../slideLayouts/slideLayout42.xml"/><Relationship Id="rId6" Type="http://schemas.openxmlformats.org/officeDocument/2006/relationships/slide" Target="slide35.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4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Red+Hat+Text" TargetMode="External"/><Relationship Id="rId2" Type="http://schemas.openxmlformats.org/officeDocument/2006/relationships/notesSlide" Target="../notesSlides/notesSlide40.xml"/><Relationship Id="rId1" Type="http://schemas.openxmlformats.org/officeDocument/2006/relationships/slideLayout" Target="../slideLayouts/slideLayout42.xml"/><Relationship Id="rId4" Type="http://schemas.openxmlformats.org/officeDocument/2006/relationships/hyperlink" Target="https://fonts.google.com/specimen/Roboto+Condensed"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5.png"/><Relationship Id="rId2" Type="http://schemas.openxmlformats.org/officeDocument/2006/relationships/notesSlide" Target="../notesSlides/notesSlide41.xml"/><Relationship Id="rId1" Type="http://schemas.openxmlformats.org/officeDocument/2006/relationships/slideLayout" Target="../slideLayouts/slideLayout4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3.png"/><Relationship Id="rId4" Type="http://schemas.openxmlformats.org/officeDocument/2006/relationships/image" Target="../media/image11.png"/><Relationship Id="rId9" Type="http://schemas.openxmlformats.org/officeDocument/2006/relationships/image" Target="../media/image12.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2.xml"/><Relationship Id="rId1" Type="http://schemas.openxmlformats.org/officeDocument/2006/relationships/slideLayout" Target="../slideLayouts/slideLayout4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4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1.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8.xml"/><Relationship Id="rId1" Type="http://schemas.openxmlformats.org/officeDocument/2006/relationships/slideLayout" Target="../slideLayouts/slideLayout4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1.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5.xml"/><Relationship Id="rId1" Type="http://schemas.openxmlformats.org/officeDocument/2006/relationships/slideLayout" Target="../slideLayouts/slideLayout41.xm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189"/>
        <p:cNvGrpSpPr/>
        <p:nvPr/>
      </p:nvGrpSpPr>
      <p:grpSpPr>
        <a:xfrm>
          <a:off x="0" y="0"/>
          <a:ext cx="0" cy="0"/>
          <a:chOff x="0" y="0"/>
          <a:chExt cx="0" cy="0"/>
        </a:xfrm>
      </p:grpSpPr>
      <p:sp>
        <p:nvSpPr>
          <p:cNvPr id="1190" name="Google Shape;1190;p45"/>
          <p:cNvSpPr/>
          <p:nvPr/>
        </p:nvSpPr>
        <p:spPr>
          <a:xfrm>
            <a:off x="5335650" y="771525"/>
            <a:ext cx="3119337" cy="2894946"/>
          </a:xfrm>
          <a:custGeom>
            <a:avLst/>
            <a:gdLst/>
            <a:ahLst/>
            <a:cxnLst/>
            <a:rect l="l" t="t" r="r" b="b"/>
            <a:pathLst>
              <a:path w="38451" h="35685" extrusionOk="0">
                <a:moveTo>
                  <a:pt x="19225" y="0"/>
                </a:moveTo>
                <a:cubicBezTo>
                  <a:pt x="8609" y="0"/>
                  <a:pt x="1" y="8609"/>
                  <a:pt x="1" y="19225"/>
                </a:cubicBezTo>
                <a:lnTo>
                  <a:pt x="1" y="35684"/>
                </a:lnTo>
                <a:lnTo>
                  <a:pt x="38450" y="35684"/>
                </a:lnTo>
                <a:lnTo>
                  <a:pt x="38450" y="19225"/>
                </a:lnTo>
                <a:cubicBezTo>
                  <a:pt x="38450" y="8609"/>
                  <a:pt x="29841" y="0"/>
                  <a:pt x="19225"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5"/>
          <p:cNvSpPr txBox="1">
            <a:spLocks noGrp="1"/>
          </p:cNvSpPr>
          <p:nvPr>
            <p:ph type="ctrTitle"/>
          </p:nvPr>
        </p:nvSpPr>
        <p:spPr>
          <a:xfrm>
            <a:off x="713250" y="1617600"/>
            <a:ext cx="7717500" cy="190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HUMAN </a:t>
            </a:r>
            <a:r>
              <a:rPr lang="en" sz="5200" b="0" dirty="0">
                <a:latin typeface="Red Hat Text Light"/>
                <a:ea typeface="Red Hat Text Light"/>
                <a:cs typeface="Red Hat Text Light"/>
                <a:sym typeface="Red Hat Text Light"/>
              </a:rPr>
              <a:t>THERMOREGULATION</a:t>
            </a:r>
            <a:endParaRPr sz="5200" b="0" dirty="0">
              <a:latin typeface="Red Hat Text Light"/>
              <a:ea typeface="Red Hat Text Light"/>
              <a:cs typeface="Red Hat Text Light"/>
              <a:sym typeface="Red Hat Text Light"/>
            </a:endParaRPr>
          </a:p>
        </p:txBody>
      </p:sp>
      <p:sp>
        <p:nvSpPr>
          <p:cNvPr id="1192" name="Google Shape;1192;p45"/>
          <p:cNvSpPr/>
          <p:nvPr/>
        </p:nvSpPr>
        <p:spPr>
          <a:xfrm>
            <a:off x="713225" y="91196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rgbClr val="AD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5"/>
          <p:cNvSpPr txBox="1">
            <a:spLocks noGrp="1"/>
          </p:cNvSpPr>
          <p:nvPr>
            <p:ph type="subTitle" idx="1"/>
          </p:nvPr>
        </p:nvSpPr>
        <p:spPr>
          <a:xfrm>
            <a:off x="713300" y="4033575"/>
            <a:ext cx="45288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rPr>
              <a:t>Here is where your presentation begins</a:t>
            </a:r>
            <a:endParaRPr dirty="0">
              <a:solidFill>
                <a:schemeClr val="dk1"/>
              </a:solidFill>
            </a:endParaRPr>
          </a:p>
        </p:txBody>
      </p:sp>
      <p:grpSp>
        <p:nvGrpSpPr>
          <p:cNvPr id="1194" name="Google Shape;1194;p45"/>
          <p:cNvGrpSpPr/>
          <p:nvPr/>
        </p:nvGrpSpPr>
        <p:grpSpPr>
          <a:xfrm>
            <a:off x="7463300" y="1687900"/>
            <a:ext cx="1168925" cy="284175"/>
            <a:chOff x="6017825" y="3809000"/>
            <a:chExt cx="1168925" cy="284175"/>
          </a:xfrm>
        </p:grpSpPr>
        <p:sp>
          <p:nvSpPr>
            <p:cNvPr id="1195" name="Google Shape;1195;p4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216"/>
        <p:cNvGrpSpPr/>
        <p:nvPr/>
      </p:nvGrpSpPr>
      <p:grpSpPr>
        <a:xfrm>
          <a:off x="0" y="0"/>
          <a:ext cx="0" cy="0"/>
          <a:chOff x="0" y="0"/>
          <a:chExt cx="0" cy="0"/>
        </a:xfrm>
      </p:grpSpPr>
      <p:sp>
        <p:nvSpPr>
          <p:cNvPr id="1217" name="Google Shape;1217;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a:t>
            </a:r>
            <a:r>
              <a:rPr lang="en" b="0">
                <a:latin typeface="Red Hat Text Light"/>
                <a:ea typeface="Red Hat Text Light"/>
                <a:cs typeface="Red Hat Text Light"/>
                <a:sym typeface="Red Hat Text Light"/>
              </a:rPr>
              <a:t>OF THIS TEMPLATE</a:t>
            </a:r>
            <a:endParaRPr b="0">
              <a:latin typeface="Red Hat Text Light"/>
              <a:ea typeface="Red Hat Text Light"/>
              <a:cs typeface="Red Hat Text Light"/>
              <a:sym typeface="Red Hat Text Light"/>
            </a:endParaRPr>
          </a:p>
        </p:txBody>
      </p:sp>
      <p:sp>
        <p:nvSpPr>
          <p:cNvPr id="1218" name="Google Shape;1218;p46"/>
          <p:cNvSpPr txBox="1">
            <a:spLocks noGrp="1"/>
          </p:cNvSpPr>
          <p:nvPr>
            <p:ph type="body" idx="1"/>
          </p:nvPr>
        </p:nvSpPr>
        <p:spPr>
          <a:xfrm>
            <a:off x="720000" y="1215751"/>
            <a:ext cx="7704000" cy="37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delete this slide when you’re done editing the presentation</a:t>
            </a:r>
            <a:endParaRPr/>
          </a:p>
        </p:txBody>
      </p:sp>
      <p:sp>
        <p:nvSpPr>
          <p:cNvPr id="1219" name="Google Shape;1219;p46"/>
          <p:cNvSpPr txBox="1"/>
          <p:nvPr/>
        </p:nvSpPr>
        <p:spPr>
          <a:xfrm>
            <a:off x="719925" y="4150200"/>
            <a:ext cx="3201300" cy="459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dirty="0">
                <a:solidFill>
                  <a:schemeClr val="dk1"/>
                </a:solidFill>
                <a:latin typeface="Roboto Condensed"/>
                <a:ea typeface="Roboto Condensed"/>
                <a:cs typeface="Roboto Condensed"/>
                <a:sym typeface="Roboto Condensed"/>
              </a:rPr>
              <a:t>More information:</a:t>
            </a:r>
            <a:endParaRPr b="1" dirty="0">
              <a:solidFill>
                <a:schemeClr val="dk1"/>
              </a:solidFill>
              <a:latin typeface="Roboto Condensed"/>
              <a:ea typeface="Roboto Condensed"/>
              <a:cs typeface="Roboto Condensed"/>
              <a:sym typeface="Roboto Condensed"/>
            </a:endParaRPr>
          </a:p>
          <a:p>
            <a:pPr marL="0" lvl="0" indent="0" algn="l" rtl="0">
              <a:spcBef>
                <a:spcPts val="0"/>
              </a:spcBef>
              <a:spcAft>
                <a:spcPts val="0"/>
              </a:spcAft>
              <a:buNone/>
            </a:pPr>
            <a:r>
              <a:rPr lang="en" sz="1200" dirty="0">
                <a:solidFill>
                  <a:schemeClr val="hlink"/>
                </a:solidFill>
                <a:uFill>
                  <a:noFill/>
                </a:uFill>
                <a:latin typeface="Roboto Condensed"/>
                <a:ea typeface="Roboto Condensed"/>
                <a:cs typeface="Roboto Condensed"/>
                <a:sym typeface="Roboto Condensed"/>
                <a:hlinkClick r:id="rId3"/>
              </a:rPr>
              <a:t>SLIDESGO </a:t>
            </a:r>
            <a:r>
              <a:rPr lang="en" sz="1200" dirty="0">
                <a:solidFill>
                  <a:schemeClr val="dk1"/>
                </a:solidFill>
                <a:latin typeface="Roboto Condensed"/>
                <a:ea typeface="Roboto Condensed"/>
                <a:cs typeface="Roboto Condensed"/>
                <a:sym typeface="Roboto Condensed"/>
              </a:rPr>
              <a:t> ·  </a:t>
            </a:r>
            <a:r>
              <a:rPr lang="en" sz="1200" dirty="0">
                <a:solidFill>
                  <a:schemeClr val="hlink"/>
                </a:solidFill>
                <a:uFill>
                  <a:noFill/>
                </a:uFill>
                <a:latin typeface="Roboto Condensed"/>
                <a:ea typeface="Roboto Condensed"/>
                <a:cs typeface="Roboto Condensed"/>
                <a:sym typeface="Roboto Condensed"/>
                <a:hlinkClick r:id="rId4"/>
              </a:rPr>
              <a:t>BLOG</a:t>
            </a:r>
            <a:r>
              <a:rPr lang="en" sz="1200" dirty="0">
                <a:solidFill>
                  <a:schemeClr val="dk1"/>
                </a:solidFill>
                <a:latin typeface="Roboto Condensed"/>
                <a:ea typeface="Roboto Condensed"/>
                <a:cs typeface="Roboto Condensed"/>
                <a:sym typeface="Roboto Condensed"/>
              </a:rPr>
              <a:t>  ·  </a:t>
            </a:r>
            <a:r>
              <a:rPr lang="en" sz="1200" dirty="0">
                <a:solidFill>
                  <a:schemeClr val="dk1"/>
                </a:solidFill>
                <a:uFill>
                  <a:noFill/>
                </a:uFill>
                <a:latin typeface="Roboto Condensed"/>
                <a:ea typeface="Roboto Condensed"/>
                <a:cs typeface="Roboto Condensed"/>
                <a:sym typeface="Roboto Condensed"/>
                <a:hlinkClick r:id="rId5">
                  <a:extLst>
                    <a:ext uri="{A12FA001-AC4F-418D-AE19-62706E023703}">
                      <ahyp:hlinkClr xmlns:ahyp="http://schemas.microsoft.com/office/drawing/2018/hyperlinkcolor" val="tx"/>
                    </a:ext>
                  </a:extLst>
                </a:hlinkClick>
              </a:rPr>
              <a:t>FAQS</a:t>
            </a:r>
            <a:endParaRPr sz="1200" dirty="0">
              <a:solidFill>
                <a:schemeClr val="dk1"/>
              </a:solidFill>
              <a:latin typeface="Roboto Condensed"/>
              <a:ea typeface="Roboto Condensed"/>
              <a:cs typeface="Roboto Condensed"/>
              <a:sym typeface="Roboto Condensed"/>
            </a:endParaRPr>
          </a:p>
          <a:p>
            <a:pPr marL="0" lvl="0" indent="0" algn="l" rtl="0">
              <a:spcBef>
                <a:spcPts val="0"/>
              </a:spcBef>
              <a:spcAft>
                <a:spcPts val="0"/>
              </a:spcAft>
              <a:buNone/>
            </a:pPr>
            <a:endParaRPr dirty="0">
              <a:solidFill>
                <a:schemeClr val="dk1"/>
              </a:solidFill>
              <a:latin typeface="Lato"/>
              <a:ea typeface="Lato"/>
              <a:cs typeface="Lato"/>
              <a:sym typeface="Lato"/>
            </a:endParaRPr>
          </a:p>
        </p:txBody>
      </p:sp>
      <p:sp>
        <p:nvSpPr>
          <p:cNvPr id="1220" name="Google Shape;1220;p46"/>
          <p:cNvSpPr txBox="1"/>
          <p:nvPr/>
        </p:nvSpPr>
        <p:spPr>
          <a:xfrm>
            <a:off x="4870375" y="4150200"/>
            <a:ext cx="3560400" cy="459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dk1"/>
                </a:solidFill>
                <a:latin typeface="Roboto Condensed"/>
                <a:ea typeface="Roboto Condensed"/>
                <a:cs typeface="Roboto Condensed"/>
                <a:sym typeface="Roboto Condensed"/>
              </a:rPr>
              <a:t>Visit our projects:</a:t>
            </a:r>
            <a:endParaRPr b="1">
              <a:solidFill>
                <a:schemeClr val="dk1"/>
              </a:solidFill>
              <a:latin typeface="Roboto Condensed"/>
              <a:ea typeface="Roboto Condensed"/>
              <a:cs typeface="Roboto Condensed"/>
              <a:sym typeface="Roboto Condensed"/>
            </a:endParaRPr>
          </a:p>
          <a:p>
            <a:pPr marL="0" lvl="0" indent="0" algn="l" rtl="0">
              <a:spcBef>
                <a:spcPts val="0"/>
              </a:spcBef>
              <a:spcAft>
                <a:spcPts val="0"/>
              </a:spcAft>
              <a:buNone/>
            </a:pPr>
            <a:r>
              <a:rPr lang="en" sz="1200">
                <a:solidFill>
                  <a:schemeClr val="dk1"/>
                </a:solidFill>
                <a:uFill>
                  <a:noFill/>
                </a:uFill>
                <a:latin typeface="Roboto Condensed"/>
                <a:ea typeface="Roboto Condensed"/>
                <a:cs typeface="Roboto Condensed"/>
                <a:sym typeface="Roboto Condensed"/>
                <a:hlinkClick r:id="rId6">
                  <a:extLst>
                    <a:ext uri="{A12FA001-AC4F-418D-AE19-62706E023703}">
                      <ahyp:hlinkClr xmlns:ahyp="http://schemas.microsoft.com/office/drawing/2018/hyperlinkcolor" val="tx"/>
                    </a:ext>
                  </a:extLst>
                </a:hlinkClick>
              </a:rPr>
              <a:t>FREEPIK</a:t>
            </a:r>
            <a:r>
              <a:rPr lang="en" sz="1200">
                <a:solidFill>
                  <a:schemeClr val="dk1"/>
                </a:solidFill>
                <a:latin typeface="Roboto Condensed"/>
                <a:ea typeface="Roboto Condensed"/>
                <a:cs typeface="Roboto Condensed"/>
                <a:sym typeface="Roboto Condensed"/>
              </a:rPr>
              <a:t>  ·   </a:t>
            </a:r>
            <a:r>
              <a:rPr lang="en" sz="1200">
                <a:solidFill>
                  <a:schemeClr val="dk1"/>
                </a:solidFill>
                <a:uFill>
                  <a:noFill/>
                </a:uFill>
                <a:latin typeface="Roboto Condensed"/>
                <a:ea typeface="Roboto Condensed"/>
                <a:cs typeface="Roboto Condensed"/>
                <a:sym typeface="Roboto Condensed"/>
                <a:hlinkClick r:id="rId7">
                  <a:extLst>
                    <a:ext uri="{A12FA001-AC4F-418D-AE19-62706E023703}">
                      <ahyp:hlinkClr xmlns:ahyp="http://schemas.microsoft.com/office/drawing/2018/hyperlinkcolor" val="tx"/>
                    </a:ext>
                  </a:extLst>
                </a:hlinkClick>
              </a:rPr>
              <a:t>FLATICON</a:t>
            </a:r>
            <a:r>
              <a:rPr lang="en" sz="1200">
                <a:solidFill>
                  <a:schemeClr val="dk1"/>
                </a:solidFill>
                <a:latin typeface="Roboto Condensed"/>
                <a:ea typeface="Roboto Condensed"/>
                <a:cs typeface="Roboto Condensed"/>
                <a:sym typeface="Roboto Condensed"/>
              </a:rPr>
              <a:t>  ·  </a:t>
            </a:r>
            <a:r>
              <a:rPr lang="en" sz="1200">
                <a:solidFill>
                  <a:schemeClr val="dk1"/>
                </a:solidFill>
                <a:uFill>
                  <a:noFill/>
                </a:uFill>
                <a:latin typeface="Roboto Condensed"/>
                <a:ea typeface="Roboto Condensed"/>
                <a:cs typeface="Roboto Condensed"/>
                <a:sym typeface="Roboto Condensed"/>
                <a:hlinkClick r:id="rId8">
                  <a:extLst>
                    <a:ext uri="{A12FA001-AC4F-418D-AE19-62706E023703}">
                      <ahyp:hlinkClr xmlns:ahyp="http://schemas.microsoft.com/office/drawing/2018/hyperlinkcolor" val="tx"/>
                    </a:ext>
                  </a:extLst>
                </a:hlinkClick>
              </a:rPr>
              <a:t>STORYSET</a:t>
            </a:r>
            <a:r>
              <a:rPr lang="en" sz="1200">
                <a:solidFill>
                  <a:schemeClr val="dk1"/>
                </a:solidFill>
                <a:latin typeface="Roboto Condensed"/>
                <a:ea typeface="Roboto Condensed"/>
                <a:cs typeface="Roboto Condensed"/>
                <a:sym typeface="Roboto Condensed"/>
              </a:rPr>
              <a:t>  · </a:t>
            </a:r>
            <a:r>
              <a:rPr lang="en" sz="1200">
                <a:solidFill>
                  <a:schemeClr val="dk1"/>
                </a:solidFill>
                <a:uFill>
                  <a:noFill/>
                </a:uFill>
                <a:latin typeface="Roboto Condensed"/>
                <a:ea typeface="Roboto Condensed"/>
                <a:cs typeface="Roboto Condensed"/>
                <a:sym typeface="Roboto Condensed"/>
                <a:hlinkClick r:id="rId9">
                  <a:extLst>
                    <a:ext uri="{A12FA001-AC4F-418D-AE19-62706E023703}">
                      <ahyp:hlinkClr xmlns:ahyp="http://schemas.microsoft.com/office/drawing/2018/hyperlinkcolor" val="tx"/>
                    </a:ext>
                  </a:extLst>
                </a:hlinkClick>
              </a:rPr>
              <a:t>WEPIK</a:t>
            </a:r>
            <a:r>
              <a:rPr lang="en" sz="1200">
                <a:solidFill>
                  <a:schemeClr val="dk1"/>
                </a:solidFill>
                <a:latin typeface="Roboto Condensed"/>
                <a:ea typeface="Roboto Condensed"/>
                <a:cs typeface="Roboto Condensed"/>
                <a:sym typeface="Roboto Condensed"/>
              </a:rPr>
              <a:t>  ·  </a:t>
            </a:r>
            <a:r>
              <a:rPr lang="en" sz="1200">
                <a:solidFill>
                  <a:schemeClr val="dk1"/>
                </a:solidFill>
                <a:uFill>
                  <a:noFill/>
                </a:uFill>
                <a:latin typeface="Roboto Condensed"/>
                <a:ea typeface="Roboto Condensed"/>
                <a:cs typeface="Roboto Condensed"/>
                <a:sym typeface="Roboto Condensed"/>
                <a:hlinkClick r:id="rId10">
                  <a:extLst>
                    <a:ext uri="{A12FA001-AC4F-418D-AE19-62706E023703}">
                      <ahyp:hlinkClr xmlns:ahyp="http://schemas.microsoft.com/office/drawing/2018/hyperlinkcolor" val="tx"/>
                    </a:ext>
                  </a:extLst>
                </a:hlinkClick>
              </a:rPr>
              <a:t>VIDEVO</a:t>
            </a:r>
            <a:endParaRPr sz="1200">
              <a:solidFill>
                <a:schemeClr val="dk1"/>
              </a:solidFill>
              <a:latin typeface="Roboto Condensed"/>
              <a:ea typeface="Roboto Condensed"/>
              <a:cs typeface="Roboto Condensed"/>
              <a:sym typeface="Roboto Condensed"/>
            </a:endParaRPr>
          </a:p>
        </p:txBody>
      </p:sp>
      <p:sp>
        <p:nvSpPr>
          <p:cNvPr id="1221" name="Google Shape;1221;p46"/>
          <p:cNvSpPr/>
          <p:nvPr/>
        </p:nvSpPr>
        <p:spPr>
          <a:xfrm>
            <a:off x="7879250" y="132132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 name="Google Shape;1222;p46"/>
          <p:cNvGrpSpPr/>
          <p:nvPr/>
        </p:nvGrpSpPr>
        <p:grpSpPr>
          <a:xfrm>
            <a:off x="7846313" y="3950650"/>
            <a:ext cx="1168925" cy="284175"/>
            <a:chOff x="6017825" y="3809000"/>
            <a:chExt cx="1168925" cy="284175"/>
          </a:xfrm>
        </p:grpSpPr>
        <p:sp>
          <p:nvSpPr>
            <p:cNvPr id="1223" name="Google Shape;1223;p46"/>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6"/>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6"/>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6"/>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6"/>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6"/>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6"/>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6"/>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6"/>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6"/>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6"/>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6"/>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6"/>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6"/>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6"/>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6"/>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6"/>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6"/>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241" name="Google Shape;1241;p46"/>
          <p:cNvGraphicFramePr/>
          <p:nvPr/>
        </p:nvGraphicFramePr>
        <p:xfrm>
          <a:off x="872400" y="1752169"/>
          <a:ext cx="7709700" cy="2103000"/>
        </p:xfrm>
        <a:graphic>
          <a:graphicData uri="http://schemas.openxmlformats.org/drawingml/2006/table">
            <a:tbl>
              <a:tblPr>
                <a:noFill/>
                <a:tableStyleId>{2C76F040-00AF-454E-9F18-E26525FB8E53}</a:tableStyleId>
              </a:tblPr>
              <a:tblGrid>
                <a:gridCol w="2522775">
                  <a:extLst>
                    <a:ext uri="{9D8B030D-6E8A-4147-A177-3AD203B41FA5}">
                      <a16:colId xmlns:a16="http://schemas.microsoft.com/office/drawing/2014/main" val="20000"/>
                    </a:ext>
                  </a:extLst>
                </a:gridCol>
                <a:gridCol w="5186925">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b="1" dirty="0">
                          <a:solidFill>
                            <a:schemeClr val="dk1"/>
                          </a:solidFill>
                          <a:uFill>
                            <a:noFill/>
                          </a:uFill>
                          <a:latin typeface="Roboto Condensed"/>
                          <a:ea typeface="Roboto Condensed"/>
                          <a:cs typeface="Roboto Condensed"/>
                          <a:sym typeface="Roboto Condensed"/>
                          <a:hlinkClick r:id="rId11" action="ppaction://hlinksldjump">
                            <a:extLst>
                              <a:ext uri="{A12FA001-AC4F-418D-AE19-62706E023703}">
                                <ahyp:hlinkClr xmlns:ahyp="http://schemas.microsoft.com/office/drawing/2018/hyperlinkcolor" val="tx"/>
                              </a:ext>
                            </a:extLst>
                          </a:hlinkClick>
                        </a:rPr>
                        <a:t>Fonts</a:t>
                      </a:r>
                      <a:endParaRPr sz="1100" b="1" dirty="0">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Roboto Condensed"/>
                          <a:ea typeface="Roboto Condensed"/>
                          <a:cs typeface="Roboto Condensed"/>
                          <a:sym typeface="Roboto Condensed"/>
                        </a:rPr>
                        <a:t>To view this template correctly in PowerPoint, download and install the fonts we used</a:t>
                      </a:r>
                      <a:endParaRPr sz="100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b="1" dirty="0">
                          <a:solidFill>
                            <a:schemeClr val="dk1"/>
                          </a:solidFill>
                          <a:uFill>
                            <a:noFill/>
                          </a:uFill>
                          <a:latin typeface="Roboto Condensed"/>
                          <a:ea typeface="Roboto Condensed"/>
                          <a:cs typeface="Roboto Condensed"/>
                          <a:sym typeface="Roboto Condensed"/>
                          <a:hlinkClick r:id="rId12" action="ppaction://hlinksldjump">
                            <a:extLst>
                              <a:ext uri="{A12FA001-AC4F-418D-AE19-62706E023703}">
                                <ahyp:hlinkClr xmlns:ahyp="http://schemas.microsoft.com/office/drawing/2018/hyperlinkcolor" val="tx"/>
                              </a:ext>
                            </a:extLst>
                          </a:hlinkClick>
                        </a:rPr>
                        <a:t>Used </a:t>
                      </a:r>
                      <a:r>
                        <a:rPr lang="en" sz="1100" b="1" dirty="0">
                          <a:solidFill>
                            <a:schemeClr val="dk1"/>
                          </a:solidFill>
                          <a:latin typeface="Roboto Condensed"/>
                          <a:ea typeface="Roboto Condensed"/>
                          <a:cs typeface="Roboto Condensed"/>
                          <a:sym typeface="Roboto Condensed"/>
                        </a:rPr>
                        <a:t>and </a:t>
                      </a:r>
                      <a:r>
                        <a:rPr lang="en" sz="1100" b="1" dirty="0">
                          <a:solidFill>
                            <a:schemeClr val="dk1"/>
                          </a:solidFill>
                          <a:uFill>
                            <a:noFill/>
                          </a:uFill>
                          <a:latin typeface="Roboto Condensed"/>
                          <a:ea typeface="Roboto Condensed"/>
                          <a:cs typeface="Roboto Condensed"/>
                          <a:sym typeface="Roboto Condensed"/>
                          <a:hlinkClick r:id="rId13" action="ppaction://hlinksldjump">
                            <a:extLst>
                              <a:ext uri="{A12FA001-AC4F-418D-AE19-62706E023703}">
                                <ahyp:hlinkClr xmlns:ahyp="http://schemas.microsoft.com/office/drawing/2018/hyperlinkcolor" val="tx"/>
                              </a:ext>
                            </a:extLst>
                          </a:hlinkClick>
                        </a:rPr>
                        <a:t>alternative resources</a:t>
                      </a:r>
                      <a:endParaRPr sz="1100" b="1" dirty="0">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marR="0" lvl="0" indent="0" algn="l" rtl="0">
                        <a:lnSpc>
                          <a:spcPct val="100000"/>
                        </a:lnSpc>
                        <a:spcBef>
                          <a:spcPts val="0"/>
                        </a:spcBef>
                        <a:spcAft>
                          <a:spcPts val="1600"/>
                        </a:spcAft>
                        <a:buNone/>
                      </a:pPr>
                      <a:r>
                        <a:rPr lang="en" sz="1000">
                          <a:solidFill>
                            <a:schemeClr val="dk1"/>
                          </a:solidFill>
                          <a:latin typeface="Roboto Condensed"/>
                          <a:ea typeface="Roboto Condensed"/>
                          <a:cs typeface="Roboto Condensed"/>
                          <a:sym typeface="Roboto Condensed"/>
                        </a:rPr>
                        <a:t>An assortment of graphic resources that are suitable for use in this presentation</a:t>
                      </a:r>
                      <a:endParaRPr sz="100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b="1">
                          <a:solidFill>
                            <a:schemeClr val="dk1"/>
                          </a:solidFill>
                          <a:uFill>
                            <a:noFill/>
                          </a:uFill>
                          <a:latin typeface="Roboto Condensed"/>
                          <a:ea typeface="Roboto Condensed"/>
                          <a:cs typeface="Roboto Condensed"/>
                          <a:sym typeface="Roboto Condensed"/>
                          <a:hlinkClick r:id="rId14" action="ppaction://hlinksldjump">
                            <a:extLst>
                              <a:ext uri="{A12FA001-AC4F-418D-AE19-62706E023703}">
                                <ahyp:hlinkClr xmlns:ahyp="http://schemas.microsoft.com/office/drawing/2018/hyperlinkcolor" val="tx"/>
                              </a:ext>
                            </a:extLst>
                          </a:hlinkClick>
                        </a:rPr>
                        <a:t>Thanks slide</a:t>
                      </a:r>
                      <a:endParaRPr sz="1100" b="1">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Roboto Condensed"/>
                          <a:ea typeface="Roboto Condensed"/>
                          <a:cs typeface="Roboto Condensed"/>
                          <a:sym typeface="Roboto Condensed"/>
                        </a:rPr>
                        <a:t>You must keep it so that proper credits for our design are given</a:t>
                      </a:r>
                      <a:endParaRPr sz="100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b="1">
                          <a:solidFill>
                            <a:schemeClr val="dk1"/>
                          </a:solidFill>
                          <a:uFill>
                            <a:noFill/>
                          </a:uFill>
                          <a:latin typeface="Roboto Condensed"/>
                          <a:ea typeface="Roboto Condensed"/>
                          <a:cs typeface="Roboto Condensed"/>
                          <a:sym typeface="Roboto Condensed"/>
                          <a:hlinkClick r:id="rId11" action="ppaction://hlinksldjump">
                            <a:extLst>
                              <a:ext uri="{A12FA001-AC4F-418D-AE19-62706E023703}">
                                <ahyp:hlinkClr xmlns:ahyp="http://schemas.microsoft.com/office/drawing/2018/hyperlinkcolor" val="tx"/>
                              </a:ext>
                            </a:extLst>
                          </a:hlinkClick>
                        </a:rPr>
                        <a:t>Colors</a:t>
                      </a:r>
                      <a:endParaRPr sz="1100" b="1">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Roboto Condensed"/>
                          <a:ea typeface="Roboto Condensed"/>
                          <a:cs typeface="Roboto Condensed"/>
                          <a:sym typeface="Roboto Condensed"/>
                        </a:rPr>
                        <a:t>All the colors used in this presentation</a:t>
                      </a:r>
                      <a:endParaRPr sz="100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b="1">
                          <a:solidFill>
                            <a:schemeClr val="dk1"/>
                          </a:solidFill>
                          <a:uFill>
                            <a:noFill/>
                          </a:uFill>
                          <a:latin typeface="Roboto Condensed"/>
                          <a:ea typeface="Roboto Condensed"/>
                          <a:cs typeface="Roboto Condensed"/>
                          <a:sym typeface="Roboto Condensed"/>
                          <a:hlinkClick r:id="rId15" action="ppaction://hlinksldjump">
                            <a:extLst>
                              <a:ext uri="{A12FA001-AC4F-418D-AE19-62706E023703}">
                                <ahyp:hlinkClr xmlns:ahyp="http://schemas.microsoft.com/office/drawing/2018/hyperlinkcolor" val="tx"/>
                              </a:ext>
                            </a:extLst>
                          </a:hlinkClick>
                        </a:rPr>
                        <a:t>Icons</a:t>
                      </a:r>
                      <a:r>
                        <a:rPr lang="en" sz="1100" b="1">
                          <a:solidFill>
                            <a:schemeClr val="dk1"/>
                          </a:solidFill>
                          <a:latin typeface="Roboto Condensed"/>
                          <a:ea typeface="Roboto Condensed"/>
                          <a:cs typeface="Roboto Condensed"/>
                          <a:sym typeface="Roboto Condensed"/>
                        </a:rPr>
                        <a:t> and i</a:t>
                      </a:r>
                      <a:r>
                        <a:rPr lang="en" sz="1100" b="1">
                          <a:solidFill>
                            <a:schemeClr val="dk1"/>
                          </a:solidFill>
                          <a:uFill>
                            <a:noFill/>
                          </a:uFill>
                          <a:latin typeface="Roboto Condensed"/>
                          <a:ea typeface="Roboto Condensed"/>
                          <a:cs typeface="Roboto Condensed"/>
                          <a:sym typeface="Roboto Condensed"/>
                          <a:hlinkClick r:id="rId16" action="ppaction://hlinksldjump">
                            <a:extLst>
                              <a:ext uri="{A12FA001-AC4F-418D-AE19-62706E023703}">
                                <ahyp:hlinkClr xmlns:ahyp="http://schemas.microsoft.com/office/drawing/2018/hyperlinkcolor" val="tx"/>
                              </a:ext>
                            </a:extLst>
                          </a:hlinkClick>
                        </a:rPr>
                        <a:t>nfographic resources</a:t>
                      </a:r>
                      <a:endParaRPr sz="1100" b="1">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sz="1000">
                          <a:solidFill>
                            <a:schemeClr val="dk1"/>
                          </a:solidFill>
                          <a:latin typeface="Roboto Condensed"/>
                          <a:ea typeface="Roboto Condensed"/>
                          <a:cs typeface="Roboto Condensed"/>
                          <a:sym typeface="Roboto Condensed"/>
                        </a:rPr>
                        <a:t>These can be used in the template, and their size and color can be edited</a:t>
                      </a:r>
                      <a:endParaRPr sz="100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b="1">
                          <a:solidFill>
                            <a:schemeClr val="dk1"/>
                          </a:solidFill>
                          <a:latin typeface="Roboto Condensed"/>
                          <a:ea typeface="Roboto Condensed"/>
                          <a:cs typeface="Roboto Condensed"/>
                          <a:sym typeface="Roboto Condensed"/>
                        </a:rPr>
                        <a:t>Editable presentation theme </a:t>
                      </a:r>
                      <a:endParaRPr sz="1100" b="1">
                        <a:solidFill>
                          <a:schemeClr val="dk1"/>
                        </a:solidFill>
                        <a:latin typeface="Roboto Condensed"/>
                        <a:ea typeface="Roboto Condensed"/>
                        <a:cs typeface="Roboto Condensed"/>
                        <a:sym typeface="Roboto Condensed"/>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accent1"/>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dirty="0">
                          <a:solidFill>
                            <a:schemeClr val="dk1"/>
                          </a:solidFill>
                          <a:latin typeface="Roboto Condensed"/>
                          <a:ea typeface="Roboto Condensed"/>
                          <a:cs typeface="Roboto Condensed"/>
                          <a:sym typeface="Roboto Condensed"/>
                        </a:rPr>
                        <a:t>You can edit the master slides easily. For more info, click </a:t>
                      </a:r>
                      <a:r>
                        <a:rPr lang="en" sz="1000" b="1" dirty="0">
                          <a:solidFill>
                            <a:schemeClr val="dk1"/>
                          </a:solidFill>
                          <a:uFill>
                            <a:noFill/>
                          </a:uFill>
                          <a:latin typeface="Roboto Condensed"/>
                          <a:ea typeface="Roboto Condensed"/>
                          <a:cs typeface="Roboto Condensed"/>
                          <a:sym typeface="Roboto Condensed"/>
                          <a:hlinkClick r:id="rId17">
                            <a:extLst>
                              <a:ext uri="{A12FA001-AC4F-418D-AE19-62706E023703}">
                                <ahyp:hlinkClr xmlns:ahyp="http://schemas.microsoft.com/office/drawing/2018/hyperlinkcolor" val="tx"/>
                              </a:ext>
                            </a:extLst>
                          </a:hlinkClick>
                        </a:rPr>
                        <a:t>here</a:t>
                      </a:r>
                      <a:endParaRPr sz="1000" b="1" dirty="0">
                        <a:solidFill>
                          <a:schemeClr val="dk1"/>
                        </a:solidFill>
                        <a:latin typeface="Roboto Condensed"/>
                        <a:ea typeface="Roboto Condensed"/>
                        <a:cs typeface="Roboto Condensed"/>
                        <a:sym typeface="Roboto Condensed"/>
                      </a:endParaRPr>
                    </a:p>
                  </a:txBody>
                  <a:tcPr marL="91425" marR="91425" marT="91425" marB="91425">
                    <a:lnL w="9525" cap="flat" cmpd="sng">
                      <a:solidFill>
                        <a:schemeClr val="accent1"/>
                      </a:solidFill>
                      <a:prstDash val="solid"/>
                      <a:round/>
                      <a:headEnd type="none" w="sm" len="sm"/>
                      <a:tailEnd type="none" w="sm" len="sm"/>
                    </a:lnL>
                    <a:lnR w="9525" cap="flat" cmpd="sng">
                      <a:solidFill>
                        <a:schemeClr val="accent1"/>
                      </a:solidFill>
                      <a:prstDash val="solid"/>
                      <a:round/>
                      <a:headEnd type="none" w="sm" len="sm"/>
                      <a:tailEnd type="none" w="sm" len="sm"/>
                    </a:lnR>
                    <a:lnT w="9525" cap="flat" cmpd="sng">
                      <a:solidFill>
                        <a:schemeClr val="accent1"/>
                      </a:solidFill>
                      <a:prstDash val="solid"/>
                      <a:round/>
                      <a:headEnd type="none" w="sm" len="sm"/>
                      <a:tailEnd type="none" w="sm" len="sm"/>
                    </a:lnT>
                    <a:lnB w="9525" cap="flat" cmpd="sng">
                      <a:solidFill>
                        <a:schemeClr val="accent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245"/>
        <p:cNvGrpSpPr/>
        <p:nvPr/>
      </p:nvGrpSpPr>
      <p:grpSpPr>
        <a:xfrm>
          <a:off x="0" y="0"/>
          <a:ext cx="0" cy="0"/>
          <a:chOff x="0" y="0"/>
          <a:chExt cx="0" cy="0"/>
        </a:xfrm>
      </p:grpSpPr>
      <p:sp>
        <p:nvSpPr>
          <p:cNvPr id="1246" name="Google Shape;1246;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TABLE OF </a:t>
            </a:r>
            <a:r>
              <a:rPr lang="en"/>
              <a:t>CONTENTS</a:t>
            </a:r>
            <a:endParaRPr/>
          </a:p>
        </p:txBody>
      </p:sp>
      <p:sp>
        <p:nvSpPr>
          <p:cNvPr id="1247" name="Google Shape;1247;p47"/>
          <p:cNvSpPr txBox="1">
            <a:spLocks noGrp="1"/>
          </p:cNvSpPr>
          <p:nvPr>
            <p:ph type="subTitle" idx="3"/>
          </p:nvPr>
        </p:nvSpPr>
        <p:spPr>
          <a:xfrm>
            <a:off x="2096611" y="3470246"/>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1248" name="Google Shape;1248;p47"/>
          <p:cNvSpPr txBox="1">
            <a:spLocks noGrp="1"/>
          </p:cNvSpPr>
          <p:nvPr>
            <p:ph type="subTitle" idx="1"/>
          </p:nvPr>
        </p:nvSpPr>
        <p:spPr>
          <a:xfrm>
            <a:off x="2096611" y="2036846"/>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249" name="Google Shape;1249;p47"/>
          <p:cNvSpPr txBox="1">
            <a:spLocks noGrp="1"/>
          </p:cNvSpPr>
          <p:nvPr>
            <p:ph type="subTitle" idx="2"/>
          </p:nvPr>
        </p:nvSpPr>
        <p:spPr>
          <a:xfrm>
            <a:off x="5481681" y="2036846"/>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250" name="Google Shape;1250;p47"/>
          <p:cNvSpPr txBox="1">
            <a:spLocks noGrp="1"/>
          </p:cNvSpPr>
          <p:nvPr>
            <p:ph type="subTitle" idx="4"/>
          </p:nvPr>
        </p:nvSpPr>
        <p:spPr>
          <a:xfrm>
            <a:off x="5481681" y="3470246"/>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1251" name="Google Shape;1251;p47"/>
          <p:cNvSpPr txBox="1">
            <a:spLocks noGrp="1"/>
          </p:cNvSpPr>
          <p:nvPr>
            <p:ph type="title" idx="5"/>
          </p:nvPr>
        </p:nvSpPr>
        <p:spPr>
          <a:xfrm>
            <a:off x="1356814" y="1645654"/>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252" name="Google Shape;1252;p47"/>
          <p:cNvSpPr txBox="1">
            <a:spLocks noGrp="1"/>
          </p:cNvSpPr>
          <p:nvPr>
            <p:ph type="title" idx="6"/>
          </p:nvPr>
        </p:nvSpPr>
        <p:spPr>
          <a:xfrm>
            <a:off x="1356814" y="3079062"/>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1253" name="Google Shape;1253;p47"/>
          <p:cNvSpPr txBox="1">
            <a:spLocks noGrp="1"/>
          </p:cNvSpPr>
          <p:nvPr>
            <p:ph type="title" idx="7"/>
          </p:nvPr>
        </p:nvSpPr>
        <p:spPr>
          <a:xfrm>
            <a:off x="4741889" y="1645654"/>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254" name="Google Shape;1254;p47"/>
          <p:cNvSpPr txBox="1">
            <a:spLocks noGrp="1"/>
          </p:cNvSpPr>
          <p:nvPr>
            <p:ph type="title" idx="8"/>
          </p:nvPr>
        </p:nvSpPr>
        <p:spPr>
          <a:xfrm>
            <a:off x="4741889" y="3079062"/>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1255" name="Google Shape;1255;p47"/>
          <p:cNvSpPr txBox="1">
            <a:spLocks noGrp="1"/>
          </p:cNvSpPr>
          <p:nvPr>
            <p:ph type="subTitle" idx="9"/>
          </p:nvPr>
        </p:nvSpPr>
        <p:spPr>
          <a:xfrm>
            <a:off x="2096611" y="1747846"/>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1256" name="Google Shape;1256;p47"/>
          <p:cNvSpPr txBox="1">
            <a:spLocks noGrp="1"/>
          </p:cNvSpPr>
          <p:nvPr>
            <p:ph type="subTitle" idx="13"/>
          </p:nvPr>
        </p:nvSpPr>
        <p:spPr>
          <a:xfrm>
            <a:off x="5481686" y="1747846"/>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1257" name="Google Shape;1257;p47"/>
          <p:cNvSpPr txBox="1">
            <a:spLocks noGrp="1"/>
          </p:cNvSpPr>
          <p:nvPr>
            <p:ph type="subTitle" idx="14"/>
          </p:nvPr>
        </p:nvSpPr>
        <p:spPr>
          <a:xfrm>
            <a:off x="2096611" y="3181321"/>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1258" name="Google Shape;1258;p47"/>
          <p:cNvSpPr txBox="1">
            <a:spLocks noGrp="1"/>
          </p:cNvSpPr>
          <p:nvPr>
            <p:ph type="subTitle" idx="15"/>
          </p:nvPr>
        </p:nvSpPr>
        <p:spPr>
          <a:xfrm>
            <a:off x="5481686" y="3181321"/>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1262"/>
        <p:cNvGrpSpPr/>
        <p:nvPr/>
      </p:nvGrpSpPr>
      <p:grpSpPr>
        <a:xfrm>
          <a:off x="0" y="0"/>
          <a:ext cx="0" cy="0"/>
          <a:chOff x="0" y="0"/>
          <a:chExt cx="0" cy="0"/>
        </a:xfrm>
      </p:grpSpPr>
      <p:sp>
        <p:nvSpPr>
          <p:cNvPr id="1263" name="Google Shape;1263;p48"/>
          <p:cNvSpPr txBox="1">
            <a:spLocks noGrp="1"/>
          </p:cNvSpPr>
          <p:nvPr>
            <p:ph type="title"/>
          </p:nvPr>
        </p:nvSpPr>
        <p:spPr>
          <a:xfrm>
            <a:off x="753800" y="1189100"/>
            <a:ext cx="7636500" cy="196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WHOA!</a:t>
            </a:r>
            <a:endParaRPr>
              <a:solidFill>
                <a:schemeClr val="dk1"/>
              </a:solidFill>
            </a:endParaRPr>
          </a:p>
        </p:txBody>
      </p:sp>
      <p:sp>
        <p:nvSpPr>
          <p:cNvPr id="1264" name="Google Shape;1264;p48"/>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This can be the part of the presentation where you introduce yourself, write your email…</a:t>
            </a:r>
            <a:endParaRPr>
              <a:solidFill>
                <a:schemeClr val="dk1"/>
              </a:solidFill>
            </a:endParaRPr>
          </a:p>
        </p:txBody>
      </p:sp>
      <p:grpSp>
        <p:nvGrpSpPr>
          <p:cNvPr id="1265" name="Google Shape;1265;p48"/>
          <p:cNvGrpSpPr/>
          <p:nvPr/>
        </p:nvGrpSpPr>
        <p:grpSpPr>
          <a:xfrm>
            <a:off x="5064913" y="4461913"/>
            <a:ext cx="1168925" cy="284175"/>
            <a:chOff x="6017825" y="3809000"/>
            <a:chExt cx="1168925" cy="284175"/>
          </a:xfrm>
        </p:grpSpPr>
        <p:sp>
          <p:nvSpPr>
            <p:cNvPr id="1266" name="Google Shape;1266;p48"/>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8"/>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8"/>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8"/>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8"/>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8"/>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8"/>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8"/>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8"/>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8"/>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8"/>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8"/>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8"/>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8"/>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8"/>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8"/>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8"/>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8"/>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1287"/>
        <p:cNvGrpSpPr/>
        <p:nvPr/>
      </p:nvGrpSpPr>
      <p:grpSpPr>
        <a:xfrm>
          <a:off x="0" y="0"/>
          <a:ext cx="0" cy="0"/>
          <a:chOff x="0" y="0"/>
          <a:chExt cx="0" cy="0"/>
        </a:xfrm>
      </p:grpSpPr>
      <p:sp>
        <p:nvSpPr>
          <p:cNvPr id="1288" name="Google Shape;1288;p49"/>
          <p:cNvSpPr txBox="1">
            <a:spLocks noGrp="1"/>
          </p:cNvSpPr>
          <p:nvPr>
            <p:ph type="title"/>
          </p:nvPr>
        </p:nvSpPr>
        <p:spPr>
          <a:xfrm>
            <a:off x="716613" y="2469075"/>
            <a:ext cx="4556400" cy="126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NAME </a:t>
            </a:r>
            <a:r>
              <a:rPr lang="en" b="0">
                <a:latin typeface="Red Hat Text Light"/>
                <a:ea typeface="Red Hat Text Light"/>
                <a:cs typeface="Red Hat Text Light"/>
                <a:sym typeface="Red Hat Text Light"/>
              </a:rPr>
              <a:t>OF THE SECTION</a:t>
            </a:r>
            <a:endParaRPr b="0">
              <a:latin typeface="Red Hat Text Light"/>
              <a:ea typeface="Red Hat Text Light"/>
              <a:cs typeface="Red Hat Text Light"/>
              <a:sym typeface="Red Hat Text Light"/>
            </a:endParaRPr>
          </a:p>
        </p:txBody>
      </p:sp>
      <p:sp>
        <p:nvSpPr>
          <p:cNvPr id="1289" name="Google Shape;1289;p49"/>
          <p:cNvSpPr txBox="1">
            <a:spLocks noGrp="1"/>
          </p:cNvSpPr>
          <p:nvPr>
            <p:ph type="title" idx="2"/>
          </p:nvPr>
        </p:nvSpPr>
        <p:spPr>
          <a:xfrm>
            <a:off x="4238613" y="1414425"/>
            <a:ext cx="10344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01</a:t>
            </a:r>
            <a:endParaRPr>
              <a:solidFill>
                <a:schemeClr val="dk1"/>
              </a:solidFill>
            </a:endParaRPr>
          </a:p>
        </p:txBody>
      </p:sp>
      <p:sp>
        <p:nvSpPr>
          <p:cNvPr id="1290" name="Google Shape;1290;p49"/>
          <p:cNvSpPr txBox="1">
            <a:spLocks noGrp="1"/>
          </p:cNvSpPr>
          <p:nvPr>
            <p:ph type="subTitle" idx="1"/>
          </p:nvPr>
        </p:nvSpPr>
        <p:spPr>
          <a:xfrm>
            <a:off x="5910688" y="3138975"/>
            <a:ext cx="2516700" cy="59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grpSp>
        <p:nvGrpSpPr>
          <p:cNvPr id="1291" name="Google Shape;1291;p49"/>
          <p:cNvGrpSpPr/>
          <p:nvPr/>
        </p:nvGrpSpPr>
        <p:grpSpPr>
          <a:xfrm rot="5400000">
            <a:off x="959343" y="975971"/>
            <a:ext cx="1168925" cy="284175"/>
            <a:chOff x="6017825" y="3809000"/>
            <a:chExt cx="1168925" cy="284175"/>
          </a:xfrm>
        </p:grpSpPr>
        <p:sp>
          <p:nvSpPr>
            <p:cNvPr id="1292" name="Google Shape;1292;p4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 name="Google Shape;1310;p49"/>
          <p:cNvSpPr/>
          <p:nvPr/>
        </p:nvSpPr>
        <p:spPr>
          <a:xfrm>
            <a:off x="5991875" y="972525"/>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9"/>
          <p:cNvSpPr/>
          <p:nvPr/>
        </p:nvSpPr>
        <p:spPr>
          <a:xfrm rot="5400000">
            <a:off x="570750" y="44584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15"/>
        <p:cNvGrpSpPr/>
        <p:nvPr/>
      </p:nvGrpSpPr>
      <p:grpSpPr>
        <a:xfrm>
          <a:off x="0" y="0"/>
          <a:ext cx="0" cy="0"/>
          <a:chOff x="0" y="0"/>
          <a:chExt cx="0" cy="0"/>
        </a:xfrm>
      </p:grpSpPr>
      <p:sp>
        <p:nvSpPr>
          <p:cNvPr id="1316" name="Google Shape;1316;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DO YOU NEED</a:t>
            </a:r>
            <a:r>
              <a:rPr lang="en" b="0"/>
              <a:t> </a:t>
            </a:r>
            <a:r>
              <a:rPr lang="en"/>
              <a:t>LONGER</a:t>
            </a:r>
            <a:r>
              <a:rPr lang="en" b="0">
                <a:latin typeface="Red Hat Text Light"/>
                <a:ea typeface="Red Hat Text Light"/>
                <a:cs typeface="Red Hat Text Light"/>
                <a:sym typeface="Red Hat Text Light"/>
              </a:rPr>
              <a:t> TEXT?</a:t>
            </a:r>
            <a:endParaRPr b="0">
              <a:latin typeface="Red Hat Text Light"/>
              <a:ea typeface="Red Hat Text Light"/>
              <a:cs typeface="Red Hat Text Light"/>
              <a:sym typeface="Red Hat Text Light"/>
            </a:endParaRPr>
          </a:p>
        </p:txBody>
      </p:sp>
      <p:sp>
        <p:nvSpPr>
          <p:cNvPr id="1317" name="Google Shape;1317;p50"/>
          <p:cNvSpPr txBox="1">
            <a:spLocks noGrp="1"/>
          </p:cNvSpPr>
          <p:nvPr>
            <p:ph type="subTitle" idx="1"/>
          </p:nvPr>
        </p:nvSpPr>
        <p:spPr>
          <a:xfrm>
            <a:off x="4989519" y="1767725"/>
            <a:ext cx="2978700" cy="249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1318" name="Google Shape;1318;p50"/>
          <p:cNvSpPr txBox="1">
            <a:spLocks noGrp="1"/>
          </p:cNvSpPr>
          <p:nvPr>
            <p:ph type="subTitle" idx="2"/>
          </p:nvPr>
        </p:nvSpPr>
        <p:spPr>
          <a:xfrm>
            <a:off x="1175775" y="1767725"/>
            <a:ext cx="2978700" cy="249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322"/>
        <p:cNvGrpSpPr/>
        <p:nvPr/>
      </p:nvGrpSpPr>
      <p:grpSpPr>
        <a:xfrm>
          <a:off x="0" y="0"/>
          <a:ext cx="0" cy="0"/>
          <a:chOff x="0" y="0"/>
          <a:chExt cx="0" cy="0"/>
        </a:xfrm>
      </p:grpSpPr>
      <p:sp>
        <p:nvSpPr>
          <p:cNvPr id="1323" name="Google Shape;1323;p51"/>
          <p:cNvSpPr/>
          <p:nvPr/>
        </p:nvSpPr>
        <p:spPr>
          <a:xfrm>
            <a:off x="4638698" y="3533650"/>
            <a:ext cx="1543095" cy="1432731"/>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1"/>
          <p:cNvSpPr txBox="1">
            <a:spLocks noGrp="1"/>
          </p:cNvSpPr>
          <p:nvPr>
            <p:ph type="title"/>
          </p:nvPr>
        </p:nvSpPr>
        <p:spPr>
          <a:xfrm>
            <a:off x="720000" y="732775"/>
            <a:ext cx="4151400" cy="115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0">
                <a:latin typeface="Red Hat Text Light"/>
                <a:ea typeface="Red Hat Text Light"/>
                <a:cs typeface="Red Hat Text Light"/>
                <a:sym typeface="Red Hat Text Light"/>
              </a:rPr>
              <a:t>THE SLIDE</a:t>
            </a:r>
            <a:r>
              <a:rPr lang="en"/>
              <a:t> TITLE </a:t>
            </a:r>
            <a:r>
              <a:rPr lang="en" b="0">
                <a:latin typeface="Red Hat Text Light"/>
                <a:ea typeface="Red Hat Text Light"/>
                <a:cs typeface="Red Hat Text Light"/>
                <a:sym typeface="Red Hat Text Light"/>
              </a:rPr>
              <a:t>GOES HERE!</a:t>
            </a:r>
            <a:endParaRPr b="0">
              <a:latin typeface="Red Hat Text Light"/>
              <a:ea typeface="Red Hat Text Light"/>
              <a:cs typeface="Red Hat Text Light"/>
              <a:sym typeface="Red Hat Text Light"/>
            </a:endParaRPr>
          </a:p>
        </p:txBody>
      </p:sp>
      <p:sp>
        <p:nvSpPr>
          <p:cNvPr id="1325" name="Google Shape;1325;p51"/>
          <p:cNvSpPr txBox="1">
            <a:spLocks noGrp="1"/>
          </p:cNvSpPr>
          <p:nvPr>
            <p:ph type="subTitle" idx="1"/>
          </p:nvPr>
        </p:nvSpPr>
        <p:spPr>
          <a:xfrm>
            <a:off x="720000" y="1971575"/>
            <a:ext cx="4151400" cy="229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30200" algn="l" rtl="0">
              <a:spcBef>
                <a:spcPts val="1000"/>
              </a:spcBef>
              <a:spcAft>
                <a:spcPts val="0"/>
              </a:spcAft>
              <a:buSzPts val="1600"/>
              <a:buChar char="●"/>
            </a:pPr>
            <a:r>
              <a:rPr lang="en"/>
              <a:t>They’re simple </a:t>
            </a:r>
            <a:endParaRPr/>
          </a:p>
          <a:p>
            <a:pPr marL="457200" lvl="0" indent="-330200" algn="l" rtl="0">
              <a:spcBef>
                <a:spcPts val="0"/>
              </a:spcBef>
              <a:spcAft>
                <a:spcPts val="0"/>
              </a:spcAft>
              <a:buSzPts val="1600"/>
              <a:buChar char="●"/>
            </a:pPr>
            <a:r>
              <a:rPr lang="en"/>
              <a:t>You can organize your ideas clearly</a:t>
            </a:r>
            <a:endParaRPr/>
          </a:p>
          <a:p>
            <a:pPr marL="457200" lvl="0" indent="-330200" algn="l" rtl="0">
              <a:spcBef>
                <a:spcPts val="0"/>
              </a:spcBef>
              <a:spcAft>
                <a:spcPts val="0"/>
              </a:spcAft>
              <a:buSzPts val="16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1327" name="Google Shape;1327;p51"/>
          <p:cNvPicPr preferRelativeResize="0">
            <a:picLocks noGrp="1"/>
          </p:cNvPicPr>
          <p:nvPr>
            <p:ph type="pic" idx="2"/>
          </p:nvPr>
        </p:nvPicPr>
        <p:blipFill rotWithShape="1">
          <a:blip r:embed="rId3">
            <a:alphaModFix/>
          </a:blip>
          <a:srcRect t="8880" b="23332"/>
          <a:stretch/>
        </p:blipFill>
        <p:spPr>
          <a:xfrm>
            <a:off x="5235125" y="782650"/>
            <a:ext cx="3195600" cy="3244200"/>
          </a:xfrm>
          <a:prstGeom prst="round2SameRect">
            <a:avLst>
              <a:gd name="adj1" fmla="val 50000"/>
              <a:gd name="adj2" fmla="val 0"/>
            </a:avLst>
          </a:prstGeom>
        </p:spPr>
      </p:pic>
      <p:sp>
        <p:nvSpPr>
          <p:cNvPr id="2" name="Rectangle 1">
            <a:extLst>
              <a:ext uri="{FF2B5EF4-FFF2-40B4-BE49-F238E27FC236}">
                <a16:creationId xmlns:a16="http://schemas.microsoft.com/office/drawing/2014/main" id="{50BCFE4A-4832-3393-3A0E-E5461B006E73}"/>
              </a:ext>
            </a:extLst>
          </p:cNvPr>
          <p:cNvSpPr/>
          <p:nvPr/>
        </p:nvSpPr>
        <p:spPr>
          <a:xfrm>
            <a:off x="4972050" y="481693"/>
            <a:ext cx="3739243" cy="3788182"/>
          </a:xfrm>
          <a:prstGeom prst="rect">
            <a:avLst/>
          </a:prstGeom>
          <a:noFill/>
          <a:ln>
            <a:solidFill>
              <a:schemeClr val="tx1"/>
            </a:solidFill>
          </a:ln>
          <a:effectLst>
            <a:softEdge rad="12700"/>
          </a:effectLst>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331"/>
        <p:cNvGrpSpPr/>
        <p:nvPr/>
      </p:nvGrpSpPr>
      <p:grpSpPr>
        <a:xfrm>
          <a:off x="0" y="0"/>
          <a:ext cx="0" cy="0"/>
          <a:chOff x="0" y="0"/>
          <a:chExt cx="0" cy="0"/>
        </a:xfrm>
      </p:grpSpPr>
      <p:sp>
        <p:nvSpPr>
          <p:cNvPr id="1332" name="Google Shape;1332;p52"/>
          <p:cNvSpPr/>
          <p:nvPr/>
        </p:nvSpPr>
        <p:spPr>
          <a:xfrm>
            <a:off x="5859950" y="17293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2"/>
          <p:cNvSpPr/>
          <p:nvPr/>
        </p:nvSpPr>
        <p:spPr>
          <a:xfrm>
            <a:off x="2652075" y="17146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2"/>
          <p:cNvSpPr txBox="1">
            <a:spLocks noGrp="1"/>
          </p:cNvSpPr>
          <p:nvPr>
            <p:ph type="title"/>
          </p:nvPr>
        </p:nvSpPr>
        <p:spPr>
          <a:xfrm>
            <a:off x="713275" y="445025"/>
            <a:ext cx="7717500" cy="675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DIVIDE THE </a:t>
            </a:r>
            <a:r>
              <a:rPr lang="en"/>
              <a:t>CONTENT</a:t>
            </a:r>
            <a:endParaRPr/>
          </a:p>
        </p:txBody>
      </p:sp>
      <p:sp>
        <p:nvSpPr>
          <p:cNvPr id="1335" name="Google Shape;1335;p52"/>
          <p:cNvSpPr txBox="1">
            <a:spLocks noGrp="1"/>
          </p:cNvSpPr>
          <p:nvPr>
            <p:ph type="subTitle" idx="1"/>
          </p:nvPr>
        </p:nvSpPr>
        <p:spPr>
          <a:xfrm>
            <a:off x="4968997" y="2789222"/>
            <a:ext cx="24141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1336" name="Google Shape;1336;p52"/>
          <p:cNvSpPr txBox="1">
            <a:spLocks noGrp="1"/>
          </p:cNvSpPr>
          <p:nvPr>
            <p:ph type="subTitle" idx="2"/>
          </p:nvPr>
        </p:nvSpPr>
        <p:spPr>
          <a:xfrm>
            <a:off x="1761125" y="2789222"/>
            <a:ext cx="24141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1337" name="Google Shape;1337;p52"/>
          <p:cNvSpPr txBox="1">
            <a:spLocks noGrp="1"/>
          </p:cNvSpPr>
          <p:nvPr>
            <p:ph type="subTitle" idx="3"/>
          </p:nvPr>
        </p:nvSpPr>
        <p:spPr>
          <a:xfrm>
            <a:off x="1761125" y="2301600"/>
            <a:ext cx="24141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338" name="Google Shape;1338;p52"/>
          <p:cNvSpPr txBox="1">
            <a:spLocks noGrp="1"/>
          </p:cNvSpPr>
          <p:nvPr>
            <p:ph type="subTitle" idx="4"/>
          </p:nvPr>
        </p:nvSpPr>
        <p:spPr>
          <a:xfrm>
            <a:off x="4969000" y="2301600"/>
            <a:ext cx="24141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grpSp>
        <p:nvGrpSpPr>
          <p:cNvPr id="1339" name="Google Shape;1339;p52"/>
          <p:cNvGrpSpPr/>
          <p:nvPr/>
        </p:nvGrpSpPr>
        <p:grpSpPr>
          <a:xfrm>
            <a:off x="6059570" y="1886004"/>
            <a:ext cx="232955" cy="340318"/>
            <a:chOff x="3662144" y="4135505"/>
            <a:chExt cx="232955" cy="340318"/>
          </a:xfrm>
        </p:grpSpPr>
        <p:sp>
          <p:nvSpPr>
            <p:cNvPr id="1340" name="Google Shape;1340;p5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 name="Google Shape;1344;p52"/>
          <p:cNvGrpSpPr/>
          <p:nvPr/>
        </p:nvGrpSpPr>
        <p:grpSpPr>
          <a:xfrm>
            <a:off x="2788940" y="1831955"/>
            <a:ext cx="358464" cy="352316"/>
            <a:chOff x="4882170" y="3349841"/>
            <a:chExt cx="358464" cy="352316"/>
          </a:xfrm>
        </p:grpSpPr>
        <p:sp>
          <p:nvSpPr>
            <p:cNvPr id="1345" name="Google Shape;1345;p52"/>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2"/>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350"/>
        <p:cNvGrpSpPr/>
        <p:nvPr/>
      </p:nvGrpSpPr>
      <p:grpSpPr>
        <a:xfrm>
          <a:off x="0" y="0"/>
          <a:ext cx="0" cy="0"/>
          <a:chOff x="0" y="0"/>
          <a:chExt cx="0" cy="0"/>
        </a:xfrm>
      </p:grpSpPr>
      <p:sp>
        <p:nvSpPr>
          <p:cNvPr id="1351" name="Google Shape;1351;p53"/>
          <p:cNvSpPr/>
          <p:nvPr/>
        </p:nvSpPr>
        <p:spPr>
          <a:xfrm>
            <a:off x="4255900" y="169011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3"/>
          <p:cNvSpPr txBox="1">
            <a:spLocks noGrp="1"/>
          </p:cNvSpPr>
          <p:nvPr>
            <p:ph type="title"/>
          </p:nvPr>
        </p:nvSpPr>
        <p:spPr>
          <a:xfrm>
            <a:off x="713225" y="445025"/>
            <a:ext cx="7717500" cy="71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HERE ARE THREE </a:t>
            </a:r>
            <a:r>
              <a:rPr lang="en"/>
              <a:t>IDEAS</a:t>
            </a:r>
            <a:endParaRPr/>
          </a:p>
        </p:txBody>
      </p:sp>
      <p:sp>
        <p:nvSpPr>
          <p:cNvPr id="1353" name="Google Shape;1353;p53"/>
          <p:cNvSpPr txBox="1">
            <a:spLocks noGrp="1"/>
          </p:cNvSpPr>
          <p:nvPr>
            <p:ph type="subTitle" idx="1"/>
          </p:nvPr>
        </p:nvSpPr>
        <p:spPr>
          <a:xfrm>
            <a:off x="937625" y="2788275"/>
            <a:ext cx="2175300" cy="79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1354" name="Google Shape;1354;p53"/>
          <p:cNvSpPr txBox="1">
            <a:spLocks noGrp="1"/>
          </p:cNvSpPr>
          <p:nvPr>
            <p:ph type="subTitle" idx="2"/>
          </p:nvPr>
        </p:nvSpPr>
        <p:spPr>
          <a:xfrm>
            <a:off x="3484347" y="2788275"/>
            <a:ext cx="2175300" cy="79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355" name="Google Shape;1355;p53"/>
          <p:cNvSpPr txBox="1">
            <a:spLocks noGrp="1"/>
          </p:cNvSpPr>
          <p:nvPr>
            <p:ph type="subTitle" idx="3"/>
          </p:nvPr>
        </p:nvSpPr>
        <p:spPr>
          <a:xfrm>
            <a:off x="6031075" y="2788275"/>
            <a:ext cx="2175300" cy="79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1356" name="Google Shape;1356;p53"/>
          <p:cNvSpPr txBox="1">
            <a:spLocks noGrp="1"/>
          </p:cNvSpPr>
          <p:nvPr>
            <p:ph type="subTitle" idx="4"/>
          </p:nvPr>
        </p:nvSpPr>
        <p:spPr>
          <a:xfrm>
            <a:off x="937625" y="2301251"/>
            <a:ext cx="21753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357" name="Google Shape;1357;p53"/>
          <p:cNvSpPr txBox="1">
            <a:spLocks noGrp="1"/>
          </p:cNvSpPr>
          <p:nvPr>
            <p:ph type="subTitle" idx="5"/>
          </p:nvPr>
        </p:nvSpPr>
        <p:spPr>
          <a:xfrm>
            <a:off x="3484350" y="2301251"/>
            <a:ext cx="21753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358" name="Google Shape;1358;p53"/>
          <p:cNvSpPr txBox="1">
            <a:spLocks noGrp="1"/>
          </p:cNvSpPr>
          <p:nvPr>
            <p:ph type="subTitle" idx="6"/>
          </p:nvPr>
        </p:nvSpPr>
        <p:spPr>
          <a:xfrm>
            <a:off x="6031075" y="2301251"/>
            <a:ext cx="21753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359" name="Google Shape;1359;p53"/>
          <p:cNvSpPr/>
          <p:nvPr/>
        </p:nvSpPr>
        <p:spPr>
          <a:xfrm>
            <a:off x="1709175" y="17018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 name="Google Shape;1360;p53"/>
          <p:cNvGrpSpPr/>
          <p:nvPr/>
        </p:nvGrpSpPr>
        <p:grpSpPr>
          <a:xfrm>
            <a:off x="4387845" y="1811829"/>
            <a:ext cx="368308" cy="367033"/>
            <a:chOff x="7100170" y="1500117"/>
            <a:chExt cx="368308" cy="367033"/>
          </a:xfrm>
        </p:grpSpPr>
        <p:sp>
          <p:nvSpPr>
            <p:cNvPr id="1361" name="Google Shape;1361;p5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53"/>
          <p:cNvGrpSpPr/>
          <p:nvPr/>
        </p:nvGrpSpPr>
        <p:grpSpPr>
          <a:xfrm>
            <a:off x="1932721" y="1817639"/>
            <a:ext cx="185109" cy="355406"/>
            <a:chOff x="4969421" y="2902852"/>
            <a:chExt cx="185109" cy="355406"/>
          </a:xfrm>
        </p:grpSpPr>
        <p:sp>
          <p:nvSpPr>
            <p:cNvPr id="1375" name="Google Shape;1375;p5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 name="Google Shape;1381;p53"/>
          <p:cNvSpPr/>
          <p:nvPr/>
        </p:nvSpPr>
        <p:spPr>
          <a:xfrm>
            <a:off x="6802625" y="169011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2" name="Google Shape;1382;p53"/>
          <p:cNvGrpSpPr/>
          <p:nvPr/>
        </p:nvGrpSpPr>
        <p:grpSpPr>
          <a:xfrm>
            <a:off x="6938938" y="1817420"/>
            <a:ext cx="359579" cy="355852"/>
            <a:chOff x="5309250" y="2903170"/>
            <a:chExt cx="359579" cy="355852"/>
          </a:xfrm>
        </p:grpSpPr>
        <p:sp>
          <p:nvSpPr>
            <p:cNvPr id="1383" name="Google Shape;1383;p5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89"/>
        <p:cNvGrpSpPr/>
        <p:nvPr/>
      </p:nvGrpSpPr>
      <p:grpSpPr>
        <a:xfrm>
          <a:off x="0" y="0"/>
          <a:ext cx="0" cy="0"/>
          <a:chOff x="0" y="0"/>
          <a:chExt cx="0" cy="0"/>
        </a:xfrm>
      </p:grpSpPr>
      <p:sp>
        <p:nvSpPr>
          <p:cNvPr id="1390" name="Google Shape;1390;p54"/>
          <p:cNvSpPr txBox="1">
            <a:spLocks noGrp="1"/>
          </p:cNvSpPr>
          <p:nvPr>
            <p:ph type="subTitle" idx="1"/>
          </p:nvPr>
        </p:nvSpPr>
        <p:spPr>
          <a:xfrm>
            <a:off x="2424850" y="2310200"/>
            <a:ext cx="19377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1391" name="Google Shape;1391;p54"/>
          <p:cNvSpPr txBox="1">
            <a:spLocks noGrp="1"/>
          </p:cNvSpPr>
          <p:nvPr>
            <p:ph type="subTitle" idx="5"/>
          </p:nvPr>
        </p:nvSpPr>
        <p:spPr>
          <a:xfrm>
            <a:off x="2424850" y="1824325"/>
            <a:ext cx="19377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392" name="Google Shape;1392;p54"/>
          <p:cNvSpPr txBox="1">
            <a:spLocks noGrp="1"/>
          </p:cNvSpPr>
          <p:nvPr>
            <p:ph type="title"/>
          </p:nvPr>
        </p:nvSpPr>
        <p:spPr>
          <a:xfrm>
            <a:off x="713225" y="445025"/>
            <a:ext cx="7717500" cy="676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DIVIDE THE </a:t>
            </a:r>
            <a:r>
              <a:rPr lang="en"/>
              <a:t>CONTENT </a:t>
            </a:r>
            <a:endParaRPr/>
          </a:p>
        </p:txBody>
      </p:sp>
      <p:sp>
        <p:nvSpPr>
          <p:cNvPr id="1393" name="Google Shape;1393;p54"/>
          <p:cNvSpPr txBox="1">
            <a:spLocks noGrp="1"/>
          </p:cNvSpPr>
          <p:nvPr>
            <p:ph type="subTitle" idx="2"/>
          </p:nvPr>
        </p:nvSpPr>
        <p:spPr>
          <a:xfrm>
            <a:off x="4693457" y="2310200"/>
            <a:ext cx="19377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1394" name="Google Shape;1394;p54"/>
          <p:cNvSpPr txBox="1">
            <a:spLocks noGrp="1"/>
          </p:cNvSpPr>
          <p:nvPr>
            <p:ph type="subTitle" idx="3"/>
          </p:nvPr>
        </p:nvSpPr>
        <p:spPr>
          <a:xfrm>
            <a:off x="2424850" y="4119900"/>
            <a:ext cx="19377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395" name="Google Shape;1395;p54"/>
          <p:cNvSpPr txBox="1">
            <a:spLocks noGrp="1"/>
          </p:cNvSpPr>
          <p:nvPr>
            <p:ph type="subTitle" idx="4"/>
          </p:nvPr>
        </p:nvSpPr>
        <p:spPr>
          <a:xfrm>
            <a:off x="4693457" y="4119900"/>
            <a:ext cx="1937700" cy="48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1396" name="Google Shape;1396;p54"/>
          <p:cNvSpPr txBox="1">
            <a:spLocks noGrp="1"/>
          </p:cNvSpPr>
          <p:nvPr>
            <p:ph type="subTitle" idx="6"/>
          </p:nvPr>
        </p:nvSpPr>
        <p:spPr>
          <a:xfrm>
            <a:off x="2424850" y="3634100"/>
            <a:ext cx="19377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397" name="Google Shape;1397;p54"/>
          <p:cNvSpPr txBox="1">
            <a:spLocks noGrp="1"/>
          </p:cNvSpPr>
          <p:nvPr>
            <p:ph type="subTitle" idx="7"/>
          </p:nvPr>
        </p:nvSpPr>
        <p:spPr>
          <a:xfrm>
            <a:off x="4693454" y="1824325"/>
            <a:ext cx="19377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398" name="Google Shape;1398;p54"/>
          <p:cNvSpPr txBox="1">
            <a:spLocks noGrp="1"/>
          </p:cNvSpPr>
          <p:nvPr>
            <p:ph type="subTitle" idx="8"/>
          </p:nvPr>
        </p:nvSpPr>
        <p:spPr>
          <a:xfrm>
            <a:off x="4693454" y="3634100"/>
            <a:ext cx="19377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399" name="Google Shape;1399;p54"/>
          <p:cNvSpPr/>
          <p:nvPr/>
        </p:nvSpPr>
        <p:spPr>
          <a:xfrm>
            <a:off x="3077600" y="12373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 name="Google Shape;1400;p54"/>
          <p:cNvGrpSpPr/>
          <p:nvPr/>
        </p:nvGrpSpPr>
        <p:grpSpPr>
          <a:xfrm>
            <a:off x="3254302" y="1374003"/>
            <a:ext cx="278795" cy="351615"/>
            <a:chOff x="8010427" y="3348503"/>
            <a:chExt cx="278795" cy="351615"/>
          </a:xfrm>
        </p:grpSpPr>
        <p:sp>
          <p:nvSpPr>
            <p:cNvPr id="1401" name="Google Shape;1401;p5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 name="Google Shape;1405;p54"/>
          <p:cNvSpPr/>
          <p:nvPr/>
        </p:nvSpPr>
        <p:spPr>
          <a:xfrm>
            <a:off x="5346200" y="12373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 name="Google Shape;1406;p54"/>
          <p:cNvGrpSpPr/>
          <p:nvPr/>
        </p:nvGrpSpPr>
        <p:grpSpPr>
          <a:xfrm>
            <a:off x="5542809" y="1373430"/>
            <a:ext cx="238976" cy="352762"/>
            <a:chOff x="4942472" y="3809318"/>
            <a:chExt cx="238976" cy="352762"/>
          </a:xfrm>
        </p:grpSpPr>
        <p:sp>
          <p:nvSpPr>
            <p:cNvPr id="1407" name="Google Shape;1407;p5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4" name="Google Shape;1414;p54"/>
          <p:cNvSpPr/>
          <p:nvPr/>
        </p:nvSpPr>
        <p:spPr>
          <a:xfrm>
            <a:off x="3077600" y="303421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4"/>
          <p:cNvSpPr/>
          <p:nvPr/>
        </p:nvSpPr>
        <p:spPr>
          <a:xfrm>
            <a:off x="3209545" y="3144214"/>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4"/>
          <p:cNvSpPr/>
          <p:nvPr/>
        </p:nvSpPr>
        <p:spPr>
          <a:xfrm>
            <a:off x="5346200" y="303421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 name="Google Shape;1417;p54"/>
          <p:cNvGrpSpPr/>
          <p:nvPr/>
        </p:nvGrpSpPr>
        <p:grpSpPr>
          <a:xfrm>
            <a:off x="5478336" y="3171506"/>
            <a:ext cx="367925" cy="367161"/>
            <a:chOff x="5756399" y="2434456"/>
            <a:chExt cx="367925" cy="367161"/>
          </a:xfrm>
        </p:grpSpPr>
        <p:sp>
          <p:nvSpPr>
            <p:cNvPr id="1418" name="Google Shape;1418;p5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5" name="Google Shape;1425;p54"/>
          <p:cNvSpPr/>
          <p:nvPr/>
        </p:nvSpPr>
        <p:spPr>
          <a:xfrm rot="-5400000">
            <a:off x="7633775" y="28915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29"/>
        <p:cNvGrpSpPr/>
        <p:nvPr/>
      </p:nvGrpSpPr>
      <p:grpSpPr>
        <a:xfrm>
          <a:off x="0" y="0"/>
          <a:ext cx="0" cy="0"/>
          <a:chOff x="0" y="0"/>
          <a:chExt cx="0" cy="0"/>
        </a:xfrm>
      </p:grpSpPr>
      <p:sp>
        <p:nvSpPr>
          <p:cNvPr id="1430" name="Google Shape;1430;p55"/>
          <p:cNvSpPr txBox="1">
            <a:spLocks noGrp="1"/>
          </p:cNvSpPr>
          <p:nvPr>
            <p:ph type="subTitle" idx="2"/>
          </p:nvPr>
        </p:nvSpPr>
        <p:spPr>
          <a:xfrm>
            <a:off x="3579000" y="23102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431" name="Google Shape;1431;p55"/>
          <p:cNvSpPr txBox="1">
            <a:spLocks noGrp="1"/>
          </p:cNvSpPr>
          <p:nvPr>
            <p:ph type="subTitle" idx="5"/>
          </p:nvPr>
        </p:nvSpPr>
        <p:spPr>
          <a:xfrm>
            <a:off x="6048845" y="23102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1432" name="Google Shape;1432;p55"/>
          <p:cNvSpPr txBox="1">
            <a:spLocks noGrp="1"/>
          </p:cNvSpPr>
          <p:nvPr>
            <p:ph type="title"/>
          </p:nvPr>
        </p:nvSpPr>
        <p:spPr>
          <a:xfrm>
            <a:off x="720000" y="445025"/>
            <a:ext cx="7704000" cy="59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MORE</a:t>
            </a:r>
            <a:r>
              <a:rPr lang="en"/>
              <a:t> CONCEPTS </a:t>
            </a:r>
            <a:endParaRPr/>
          </a:p>
        </p:txBody>
      </p:sp>
      <p:sp>
        <p:nvSpPr>
          <p:cNvPr id="1433" name="Google Shape;1433;p55"/>
          <p:cNvSpPr txBox="1">
            <a:spLocks noGrp="1"/>
          </p:cNvSpPr>
          <p:nvPr>
            <p:ph type="subTitle" idx="1"/>
          </p:nvPr>
        </p:nvSpPr>
        <p:spPr>
          <a:xfrm>
            <a:off x="1109155" y="2310200"/>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1434" name="Google Shape;1434;p55"/>
          <p:cNvSpPr txBox="1">
            <a:spLocks noGrp="1"/>
          </p:cNvSpPr>
          <p:nvPr>
            <p:ph type="subTitle" idx="3"/>
          </p:nvPr>
        </p:nvSpPr>
        <p:spPr>
          <a:xfrm>
            <a:off x="1109155" y="414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1435" name="Google Shape;1435;p55"/>
          <p:cNvSpPr txBox="1">
            <a:spLocks noGrp="1"/>
          </p:cNvSpPr>
          <p:nvPr>
            <p:ph type="subTitle" idx="4"/>
          </p:nvPr>
        </p:nvSpPr>
        <p:spPr>
          <a:xfrm>
            <a:off x="3579000" y="414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1436" name="Google Shape;1436;p55"/>
          <p:cNvSpPr txBox="1">
            <a:spLocks noGrp="1"/>
          </p:cNvSpPr>
          <p:nvPr>
            <p:ph type="subTitle" idx="6"/>
          </p:nvPr>
        </p:nvSpPr>
        <p:spPr>
          <a:xfrm>
            <a:off x="6048845" y="414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437" name="Google Shape;1437;p55"/>
          <p:cNvSpPr txBox="1">
            <a:spLocks noGrp="1"/>
          </p:cNvSpPr>
          <p:nvPr>
            <p:ph type="subTitle" idx="7"/>
          </p:nvPr>
        </p:nvSpPr>
        <p:spPr>
          <a:xfrm>
            <a:off x="1113055" y="1824313"/>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438" name="Google Shape;1438;p55"/>
          <p:cNvSpPr txBox="1">
            <a:spLocks noGrp="1"/>
          </p:cNvSpPr>
          <p:nvPr>
            <p:ph type="subTitle" idx="8"/>
          </p:nvPr>
        </p:nvSpPr>
        <p:spPr>
          <a:xfrm>
            <a:off x="3582900" y="1824313"/>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439" name="Google Shape;1439;p55"/>
          <p:cNvSpPr txBox="1">
            <a:spLocks noGrp="1"/>
          </p:cNvSpPr>
          <p:nvPr>
            <p:ph type="subTitle" idx="9"/>
          </p:nvPr>
        </p:nvSpPr>
        <p:spPr>
          <a:xfrm>
            <a:off x="6052745" y="1824313"/>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1440" name="Google Shape;1440;p55"/>
          <p:cNvSpPr txBox="1">
            <a:spLocks noGrp="1"/>
          </p:cNvSpPr>
          <p:nvPr>
            <p:ph type="subTitle" idx="13"/>
          </p:nvPr>
        </p:nvSpPr>
        <p:spPr>
          <a:xfrm>
            <a:off x="1113055" y="3651975"/>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441" name="Google Shape;1441;p55"/>
          <p:cNvSpPr txBox="1">
            <a:spLocks noGrp="1"/>
          </p:cNvSpPr>
          <p:nvPr>
            <p:ph type="subTitle" idx="14"/>
          </p:nvPr>
        </p:nvSpPr>
        <p:spPr>
          <a:xfrm>
            <a:off x="3582900" y="3651975"/>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442" name="Google Shape;1442;p55"/>
          <p:cNvSpPr txBox="1">
            <a:spLocks noGrp="1"/>
          </p:cNvSpPr>
          <p:nvPr>
            <p:ph type="subTitle" idx="15"/>
          </p:nvPr>
        </p:nvSpPr>
        <p:spPr>
          <a:xfrm>
            <a:off x="6052745" y="3651975"/>
            <a:ext cx="1978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443" name="Google Shape;1443;p55"/>
          <p:cNvSpPr/>
          <p:nvPr/>
        </p:nvSpPr>
        <p:spPr>
          <a:xfrm>
            <a:off x="1741300" y="1229236"/>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5"/>
          <p:cNvSpPr/>
          <p:nvPr/>
        </p:nvSpPr>
        <p:spPr>
          <a:xfrm>
            <a:off x="4255903" y="122206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5"/>
          <p:cNvSpPr/>
          <p:nvPr/>
        </p:nvSpPr>
        <p:spPr>
          <a:xfrm>
            <a:off x="6725740" y="122206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5"/>
          <p:cNvSpPr/>
          <p:nvPr/>
        </p:nvSpPr>
        <p:spPr>
          <a:xfrm>
            <a:off x="1741300" y="3056836"/>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5"/>
          <p:cNvSpPr/>
          <p:nvPr/>
        </p:nvSpPr>
        <p:spPr>
          <a:xfrm>
            <a:off x="4255903" y="3056836"/>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5"/>
          <p:cNvSpPr/>
          <p:nvPr/>
        </p:nvSpPr>
        <p:spPr>
          <a:xfrm>
            <a:off x="6725740" y="3056836"/>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5"/>
          <p:cNvSpPr/>
          <p:nvPr/>
        </p:nvSpPr>
        <p:spPr>
          <a:xfrm>
            <a:off x="4380457" y="1379486"/>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 name="Google Shape;1450;p55"/>
          <p:cNvGrpSpPr/>
          <p:nvPr/>
        </p:nvGrpSpPr>
        <p:grpSpPr>
          <a:xfrm>
            <a:off x="1873817" y="1378955"/>
            <a:ext cx="367161" cy="287523"/>
            <a:chOff x="4878379" y="2473892"/>
            <a:chExt cx="367161" cy="287523"/>
          </a:xfrm>
        </p:grpSpPr>
        <p:sp>
          <p:nvSpPr>
            <p:cNvPr id="1451" name="Google Shape;1451;p55"/>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5"/>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5"/>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5"/>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5"/>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 name="Google Shape;1456;p55"/>
          <p:cNvGrpSpPr/>
          <p:nvPr/>
        </p:nvGrpSpPr>
        <p:grpSpPr>
          <a:xfrm>
            <a:off x="1873429" y="3174142"/>
            <a:ext cx="367925" cy="352380"/>
            <a:chOff x="7101317" y="2441655"/>
            <a:chExt cx="367925" cy="352380"/>
          </a:xfrm>
        </p:grpSpPr>
        <p:sp>
          <p:nvSpPr>
            <p:cNvPr id="1457" name="Google Shape;1457;p55"/>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5"/>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55"/>
          <p:cNvGrpSpPr/>
          <p:nvPr/>
        </p:nvGrpSpPr>
        <p:grpSpPr>
          <a:xfrm>
            <a:off x="6855031" y="1338761"/>
            <a:ext cx="373627" cy="367925"/>
            <a:chOff x="7964906" y="2434073"/>
            <a:chExt cx="373627" cy="367925"/>
          </a:xfrm>
        </p:grpSpPr>
        <p:sp>
          <p:nvSpPr>
            <p:cNvPr id="1460" name="Google Shape;1460;p55"/>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5"/>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55"/>
          <p:cNvGrpSpPr/>
          <p:nvPr/>
        </p:nvGrpSpPr>
        <p:grpSpPr>
          <a:xfrm>
            <a:off x="6937160" y="3166963"/>
            <a:ext cx="209383" cy="366778"/>
            <a:chOff x="6275635" y="4282651"/>
            <a:chExt cx="209383" cy="366778"/>
          </a:xfrm>
        </p:grpSpPr>
        <p:sp>
          <p:nvSpPr>
            <p:cNvPr id="1463" name="Google Shape;1463;p55"/>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5"/>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55"/>
          <p:cNvGrpSpPr/>
          <p:nvPr/>
        </p:nvGrpSpPr>
        <p:grpSpPr>
          <a:xfrm>
            <a:off x="4461621" y="3174170"/>
            <a:ext cx="220755" cy="352348"/>
            <a:chOff x="5829984" y="3350032"/>
            <a:chExt cx="220755" cy="352348"/>
          </a:xfrm>
        </p:grpSpPr>
        <p:sp>
          <p:nvSpPr>
            <p:cNvPr id="1466" name="Google Shape;1466;p55"/>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5"/>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5"/>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5"/>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1473"/>
        <p:cNvGrpSpPr/>
        <p:nvPr/>
      </p:nvGrpSpPr>
      <p:grpSpPr>
        <a:xfrm>
          <a:off x="0" y="0"/>
          <a:ext cx="0" cy="0"/>
          <a:chOff x="0" y="0"/>
          <a:chExt cx="0" cy="0"/>
        </a:xfrm>
      </p:grpSpPr>
      <p:sp>
        <p:nvSpPr>
          <p:cNvPr id="1474" name="Google Shape;1474;p56"/>
          <p:cNvSpPr txBox="1">
            <a:spLocks noGrp="1"/>
          </p:cNvSpPr>
          <p:nvPr>
            <p:ph type="title"/>
          </p:nvPr>
        </p:nvSpPr>
        <p:spPr>
          <a:xfrm>
            <a:off x="713250" y="1307100"/>
            <a:ext cx="77175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AWESOME</a:t>
            </a:r>
            <a:r>
              <a:rPr lang="en"/>
              <a:t> WORDS</a:t>
            </a:r>
            <a:endParaRPr/>
          </a:p>
        </p:txBody>
      </p:sp>
      <p:sp>
        <p:nvSpPr>
          <p:cNvPr id="1475" name="Google Shape;1475;p56"/>
          <p:cNvSpPr/>
          <p:nvPr/>
        </p:nvSpPr>
        <p:spPr>
          <a:xfrm>
            <a:off x="683575" y="27825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6"/>
          <p:cNvSpPr/>
          <p:nvPr/>
        </p:nvSpPr>
        <p:spPr>
          <a:xfrm rot="-5400000">
            <a:off x="7993775" y="6853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80"/>
        <p:cNvGrpSpPr/>
        <p:nvPr/>
      </p:nvGrpSpPr>
      <p:grpSpPr>
        <a:xfrm>
          <a:off x="0" y="0"/>
          <a:ext cx="0" cy="0"/>
          <a:chOff x="0" y="0"/>
          <a:chExt cx="0" cy="0"/>
        </a:xfrm>
      </p:grpSpPr>
      <p:sp>
        <p:nvSpPr>
          <p:cNvPr id="1481" name="Google Shape;1481;p57"/>
          <p:cNvSpPr txBox="1">
            <a:spLocks noGrp="1"/>
          </p:cNvSpPr>
          <p:nvPr>
            <p:ph type="subTitle" idx="1"/>
          </p:nvPr>
        </p:nvSpPr>
        <p:spPr>
          <a:xfrm>
            <a:off x="1225350" y="1511313"/>
            <a:ext cx="6691200" cy="147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1482" name="Google Shape;1482;p57"/>
          <p:cNvSpPr txBox="1">
            <a:spLocks noGrp="1"/>
          </p:cNvSpPr>
          <p:nvPr>
            <p:ph type="title"/>
          </p:nvPr>
        </p:nvSpPr>
        <p:spPr>
          <a:xfrm>
            <a:off x="1225350" y="3100300"/>
            <a:ext cx="66933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1483" name="Google Shape;1483;p57"/>
          <p:cNvSpPr/>
          <p:nvPr/>
        </p:nvSpPr>
        <p:spPr>
          <a:xfrm>
            <a:off x="4280588" y="6853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487"/>
        <p:cNvGrpSpPr/>
        <p:nvPr/>
      </p:nvGrpSpPr>
      <p:grpSpPr>
        <a:xfrm>
          <a:off x="0" y="0"/>
          <a:ext cx="0" cy="0"/>
          <a:chOff x="0" y="0"/>
          <a:chExt cx="0" cy="0"/>
        </a:xfrm>
      </p:grpSpPr>
      <p:sp>
        <p:nvSpPr>
          <p:cNvPr id="1488" name="Google Shape;1488;p58"/>
          <p:cNvSpPr txBox="1">
            <a:spLocks noGrp="1"/>
          </p:cNvSpPr>
          <p:nvPr>
            <p:ph type="title"/>
          </p:nvPr>
        </p:nvSpPr>
        <p:spPr>
          <a:xfrm>
            <a:off x="720000" y="3406100"/>
            <a:ext cx="7704000" cy="119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dirty="0">
                <a:solidFill>
                  <a:schemeClr val="dk1"/>
                </a:solidFill>
                <a:latin typeface="Red Hat Text Light"/>
                <a:ea typeface="Red Hat Text Light"/>
                <a:cs typeface="Red Hat Text Light"/>
                <a:sym typeface="Red Hat Text Light"/>
              </a:rPr>
              <a:t>A</a:t>
            </a:r>
            <a:r>
              <a:rPr lang="en" dirty="0">
                <a:solidFill>
                  <a:schemeClr val="dk1"/>
                </a:solidFill>
              </a:rPr>
              <a:t> PICTURE </a:t>
            </a:r>
            <a:r>
              <a:rPr lang="en" b="0" dirty="0">
                <a:solidFill>
                  <a:schemeClr val="dk1"/>
                </a:solidFill>
                <a:latin typeface="Red Hat Text Light"/>
                <a:ea typeface="Red Hat Text Light"/>
                <a:cs typeface="Red Hat Text Light"/>
                <a:sym typeface="Red Hat Text Light"/>
              </a:rPr>
              <a:t>IS WORTH A THOUSAND WORDS</a:t>
            </a:r>
            <a:endParaRPr b="0" dirty="0">
              <a:solidFill>
                <a:schemeClr val="dk1"/>
              </a:solidFill>
              <a:latin typeface="Red Hat Text Light"/>
              <a:ea typeface="Red Hat Text Light"/>
              <a:cs typeface="Red Hat Text Light"/>
              <a:sym typeface="Red Hat Text Light"/>
            </a:endParaRPr>
          </a:p>
        </p:txBody>
      </p:sp>
      <p:sp>
        <p:nvSpPr>
          <p:cNvPr id="1489" name="Google Shape;1489;p58"/>
          <p:cNvSpPr/>
          <p:nvPr/>
        </p:nvSpPr>
        <p:spPr>
          <a:xfrm>
            <a:off x="687200" y="334585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93"/>
        <p:cNvGrpSpPr/>
        <p:nvPr/>
      </p:nvGrpSpPr>
      <p:grpSpPr>
        <a:xfrm>
          <a:off x="0" y="0"/>
          <a:ext cx="0" cy="0"/>
          <a:chOff x="0" y="0"/>
          <a:chExt cx="0" cy="0"/>
        </a:xfrm>
      </p:grpSpPr>
      <p:pic>
        <p:nvPicPr>
          <p:cNvPr id="1494" name="Google Shape;1494;p59"/>
          <p:cNvPicPr preferRelativeResize="0">
            <a:picLocks noGrp="1"/>
          </p:cNvPicPr>
          <p:nvPr>
            <p:ph type="pic" idx="2"/>
          </p:nvPr>
        </p:nvPicPr>
        <p:blipFill rotWithShape="1">
          <a:blip r:embed="rId3">
            <a:alphaModFix/>
          </a:blip>
          <a:srcRect l="21174" t="3855" r="14447"/>
          <a:stretch/>
        </p:blipFill>
        <p:spPr>
          <a:xfrm>
            <a:off x="708472" y="734793"/>
            <a:ext cx="3690000" cy="3674100"/>
          </a:xfrm>
          <a:prstGeom prst="round2SameRect">
            <a:avLst>
              <a:gd name="adj1" fmla="val 50000"/>
              <a:gd name="adj2" fmla="val 0"/>
            </a:avLst>
          </a:prstGeom>
        </p:spPr>
      </p:pic>
      <p:sp>
        <p:nvSpPr>
          <p:cNvPr id="1495" name="Google Shape;1495;p59"/>
          <p:cNvSpPr txBox="1">
            <a:spLocks noGrp="1"/>
          </p:cNvSpPr>
          <p:nvPr>
            <p:ph type="title"/>
          </p:nvPr>
        </p:nvSpPr>
        <p:spPr>
          <a:xfrm>
            <a:off x="4836775" y="988475"/>
            <a:ext cx="3690000" cy="2296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b="0">
                <a:latin typeface="Red Hat Text Light"/>
                <a:ea typeface="Red Hat Text Light"/>
                <a:cs typeface="Red Hat Text Light"/>
                <a:sym typeface="Red Hat Text Light"/>
              </a:rPr>
              <a:t>A PICTURE ALWAYS REINFORCES </a:t>
            </a:r>
            <a:endParaRPr b="0">
              <a:latin typeface="Red Hat Text Light"/>
              <a:ea typeface="Red Hat Text Light"/>
              <a:cs typeface="Red Hat Text Light"/>
              <a:sym typeface="Red Hat Text Light"/>
            </a:endParaRPr>
          </a:p>
          <a:p>
            <a:pPr marL="0" lvl="0" indent="0" algn="l" rtl="0">
              <a:spcBef>
                <a:spcPts val="0"/>
              </a:spcBef>
              <a:spcAft>
                <a:spcPts val="0"/>
              </a:spcAft>
              <a:buNone/>
            </a:pPr>
            <a:r>
              <a:rPr lang="en" b="0">
                <a:latin typeface="Red Hat Text Light"/>
                <a:ea typeface="Red Hat Text Light"/>
                <a:cs typeface="Red Hat Text Light"/>
                <a:sym typeface="Red Hat Text Light"/>
              </a:rPr>
              <a:t>THE</a:t>
            </a:r>
            <a:r>
              <a:rPr lang="en"/>
              <a:t> CONCEPT</a:t>
            </a:r>
            <a:endParaRPr/>
          </a:p>
        </p:txBody>
      </p:sp>
      <p:sp>
        <p:nvSpPr>
          <p:cNvPr id="1496" name="Google Shape;1496;p59"/>
          <p:cNvSpPr txBox="1">
            <a:spLocks noGrp="1"/>
          </p:cNvSpPr>
          <p:nvPr>
            <p:ph type="subTitle" idx="1"/>
          </p:nvPr>
        </p:nvSpPr>
        <p:spPr>
          <a:xfrm>
            <a:off x="4836775" y="3284525"/>
            <a:ext cx="3438000" cy="8124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Images reveal large amounts of data, so remember: use an image instead of a long text. Your audience will appreciate it</a:t>
            </a:r>
            <a:endParaRPr/>
          </a:p>
        </p:txBody>
      </p:sp>
      <p:sp>
        <p:nvSpPr>
          <p:cNvPr id="1497" name="Google Shape;1497;p59"/>
          <p:cNvSpPr/>
          <p:nvPr/>
        </p:nvSpPr>
        <p:spPr>
          <a:xfrm>
            <a:off x="512325" y="539500"/>
            <a:ext cx="4082255" cy="4064400"/>
          </a:xfrm>
          <a:custGeom>
            <a:avLst/>
            <a:gdLst/>
            <a:ahLst/>
            <a:cxnLst/>
            <a:rect l="l" t="t" r="r" b="b"/>
            <a:pathLst>
              <a:path w="94524" h="91453" fill="none" extrusionOk="0">
                <a:moveTo>
                  <a:pt x="94524" y="47268"/>
                </a:moveTo>
                <a:lnTo>
                  <a:pt x="94524" y="91452"/>
                </a:lnTo>
                <a:lnTo>
                  <a:pt x="0" y="91452"/>
                </a:lnTo>
                <a:lnTo>
                  <a:pt x="0" y="47268"/>
                </a:lnTo>
                <a:cubicBezTo>
                  <a:pt x="0" y="21205"/>
                  <a:pt x="21205" y="0"/>
                  <a:pt x="47268" y="0"/>
                </a:cubicBezTo>
                <a:cubicBezTo>
                  <a:pt x="73319" y="0"/>
                  <a:pt x="94524" y="21205"/>
                  <a:pt x="94524" y="47268"/>
                </a:cubicBezTo>
                <a:close/>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1501"/>
        <p:cNvGrpSpPr/>
        <p:nvPr/>
      </p:nvGrpSpPr>
      <p:grpSpPr>
        <a:xfrm>
          <a:off x="0" y="0"/>
          <a:ext cx="0" cy="0"/>
          <a:chOff x="0" y="0"/>
          <a:chExt cx="0" cy="0"/>
        </a:xfrm>
      </p:grpSpPr>
      <p:sp>
        <p:nvSpPr>
          <p:cNvPr id="1502" name="Google Shape;1502;p60"/>
          <p:cNvSpPr txBox="1">
            <a:spLocks noGrp="1"/>
          </p:cNvSpPr>
          <p:nvPr>
            <p:ph type="title"/>
          </p:nvPr>
        </p:nvSpPr>
        <p:spPr>
          <a:xfrm>
            <a:off x="1284000" y="1566388"/>
            <a:ext cx="6576000" cy="15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150,000</a:t>
            </a:r>
            <a:endParaRPr/>
          </a:p>
        </p:txBody>
      </p:sp>
      <p:sp>
        <p:nvSpPr>
          <p:cNvPr id="1503" name="Google Shape;1503;p60"/>
          <p:cNvSpPr txBox="1">
            <a:spLocks noGrp="1"/>
          </p:cNvSpPr>
          <p:nvPr>
            <p:ph type="subTitle" idx="1"/>
          </p:nvPr>
        </p:nvSpPr>
        <p:spPr>
          <a:xfrm>
            <a:off x="1284000" y="3080013"/>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507"/>
        <p:cNvGrpSpPr/>
        <p:nvPr/>
      </p:nvGrpSpPr>
      <p:grpSpPr>
        <a:xfrm>
          <a:off x="0" y="0"/>
          <a:ext cx="0" cy="0"/>
          <a:chOff x="0" y="0"/>
          <a:chExt cx="0" cy="0"/>
        </a:xfrm>
      </p:grpSpPr>
      <p:sp>
        <p:nvSpPr>
          <p:cNvPr id="1508" name="Google Shape;1508;p61"/>
          <p:cNvSpPr txBox="1">
            <a:spLocks noGrp="1"/>
          </p:cNvSpPr>
          <p:nvPr>
            <p:ph type="subTitle" idx="1"/>
          </p:nvPr>
        </p:nvSpPr>
        <p:spPr>
          <a:xfrm>
            <a:off x="2223600" y="1275827"/>
            <a:ext cx="4696800" cy="59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Jupiter's rotation period</a:t>
            </a:r>
            <a:endParaRPr/>
          </a:p>
        </p:txBody>
      </p:sp>
      <p:sp>
        <p:nvSpPr>
          <p:cNvPr id="1509" name="Google Shape;1509;p61"/>
          <p:cNvSpPr txBox="1">
            <a:spLocks noGrp="1"/>
          </p:cNvSpPr>
          <p:nvPr>
            <p:ph type="title"/>
          </p:nvPr>
        </p:nvSpPr>
        <p:spPr>
          <a:xfrm>
            <a:off x="2223600" y="670225"/>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1510" name="Google Shape;1510;p61"/>
          <p:cNvSpPr txBox="1">
            <a:spLocks noGrp="1"/>
          </p:cNvSpPr>
          <p:nvPr>
            <p:ph type="title" idx="2"/>
          </p:nvPr>
        </p:nvSpPr>
        <p:spPr>
          <a:xfrm>
            <a:off x="2223600" y="1967931"/>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1511" name="Google Shape;1511;p61"/>
          <p:cNvSpPr txBox="1">
            <a:spLocks noGrp="1"/>
          </p:cNvSpPr>
          <p:nvPr>
            <p:ph type="subTitle" idx="3"/>
          </p:nvPr>
        </p:nvSpPr>
        <p:spPr>
          <a:xfrm>
            <a:off x="2223600" y="2586246"/>
            <a:ext cx="4696800" cy="59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Sun’s mass compared to Earth’s</a:t>
            </a:r>
            <a:endParaRPr/>
          </a:p>
        </p:txBody>
      </p:sp>
      <p:sp>
        <p:nvSpPr>
          <p:cNvPr id="1512" name="Google Shape;1512;p61"/>
          <p:cNvSpPr txBox="1">
            <a:spLocks noGrp="1"/>
          </p:cNvSpPr>
          <p:nvPr>
            <p:ph type="title" idx="4"/>
          </p:nvPr>
        </p:nvSpPr>
        <p:spPr>
          <a:xfrm>
            <a:off x="2223600" y="3265638"/>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1513" name="Google Shape;1513;p61"/>
          <p:cNvSpPr txBox="1">
            <a:spLocks noGrp="1"/>
          </p:cNvSpPr>
          <p:nvPr>
            <p:ph type="subTitle" idx="5"/>
          </p:nvPr>
        </p:nvSpPr>
        <p:spPr>
          <a:xfrm>
            <a:off x="2223600" y="3896665"/>
            <a:ext cx="4696800" cy="59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517"/>
        <p:cNvGrpSpPr/>
        <p:nvPr/>
      </p:nvGrpSpPr>
      <p:grpSpPr>
        <a:xfrm>
          <a:off x="0" y="0"/>
          <a:ext cx="0" cy="0"/>
          <a:chOff x="0" y="0"/>
          <a:chExt cx="0" cy="0"/>
        </a:xfrm>
      </p:grpSpPr>
      <p:sp>
        <p:nvSpPr>
          <p:cNvPr id="1518" name="Google Shape;1518;p62"/>
          <p:cNvSpPr txBox="1">
            <a:spLocks noGrp="1"/>
          </p:cNvSpPr>
          <p:nvPr>
            <p:ph type="subTitle" idx="1"/>
          </p:nvPr>
        </p:nvSpPr>
        <p:spPr>
          <a:xfrm>
            <a:off x="938500" y="3449900"/>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1519" name="Google Shape;1519;p62"/>
          <p:cNvSpPr txBox="1">
            <a:spLocks noGrp="1"/>
          </p:cNvSpPr>
          <p:nvPr>
            <p:ph type="subTitle" idx="2"/>
          </p:nvPr>
        </p:nvSpPr>
        <p:spPr>
          <a:xfrm>
            <a:off x="938500" y="2960625"/>
            <a:ext cx="2173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520" name="Google Shape;1520;p62"/>
          <p:cNvSpPr txBox="1">
            <a:spLocks noGrp="1"/>
          </p:cNvSpPr>
          <p:nvPr>
            <p:ph type="subTitle" idx="4"/>
          </p:nvPr>
        </p:nvSpPr>
        <p:spPr>
          <a:xfrm>
            <a:off x="3485400" y="3448250"/>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521" name="Google Shape;1521;p62"/>
          <p:cNvSpPr txBox="1">
            <a:spLocks noGrp="1"/>
          </p:cNvSpPr>
          <p:nvPr>
            <p:ph type="subTitle" idx="5"/>
          </p:nvPr>
        </p:nvSpPr>
        <p:spPr>
          <a:xfrm>
            <a:off x="3485400" y="2958975"/>
            <a:ext cx="2173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522" name="Google Shape;1522;p62"/>
          <p:cNvSpPr txBox="1">
            <a:spLocks noGrp="1"/>
          </p:cNvSpPr>
          <p:nvPr>
            <p:ph type="subTitle" idx="7"/>
          </p:nvPr>
        </p:nvSpPr>
        <p:spPr>
          <a:xfrm>
            <a:off x="6032300" y="3448250"/>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1523" name="Google Shape;1523;p62"/>
          <p:cNvSpPr txBox="1">
            <a:spLocks noGrp="1"/>
          </p:cNvSpPr>
          <p:nvPr>
            <p:ph type="subTitle" idx="8"/>
          </p:nvPr>
        </p:nvSpPr>
        <p:spPr>
          <a:xfrm>
            <a:off x="6032300" y="2958975"/>
            <a:ext cx="2173200" cy="55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grpSp>
        <p:nvGrpSpPr>
          <p:cNvPr id="1524" name="Google Shape;1524;p62"/>
          <p:cNvGrpSpPr/>
          <p:nvPr/>
        </p:nvGrpSpPr>
        <p:grpSpPr>
          <a:xfrm>
            <a:off x="1326200" y="1466650"/>
            <a:ext cx="1397802" cy="1397802"/>
            <a:chOff x="4045063" y="635665"/>
            <a:chExt cx="868200" cy="868200"/>
          </a:xfrm>
        </p:grpSpPr>
        <p:sp>
          <p:nvSpPr>
            <p:cNvPr id="1525" name="Google Shape;1525;p62"/>
            <p:cNvSpPr/>
            <p:nvPr/>
          </p:nvSpPr>
          <p:spPr>
            <a:xfrm>
              <a:off x="4049799" y="640401"/>
              <a:ext cx="858900" cy="858900"/>
            </a:xfrm>
            <a:prstGeom prst="donut">
              <a:avLst>
                <a:gd name="adj" fmla="val 200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2"/>
            <p:cNvSpPr/>
            <p:nvPr/>
          </p:nvSpPr>
          <p:spPr>
            <a:xfrm flipH="1">
              <a:off x="4045063" y="635665"/>
              <a:ext cx="868200" cy="868200"/>
            </a:xfrm>
            <a:prstGeom prst="blockArc">
              <a:avLst>
                <a:gd name="adj1" fmla="val 10798115"/>
                <a:gd name="adj2" fmla="val 16256715"/>
                <a:gd name="adj3" fmla="val 1271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7" name="Google Shape;1527;p62"/>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LET’S USE </a:t>
            </a:r>
            <a:r>
              <a:rPr lang="en"/>
              <a:t>PERCENTAGES</a:t>
            </a:r>
            <a:endParaRPr/>
          </a:p>
        </p:txBody>
      </p:sp>
      <p:sp>
        <p:nvSpPr>
          <p:cNvPr id="1528" name="Google Shape;1528;p62"/>
          <p:cNvSpPr txBox="1">
            <a:spLocks noGrp="1"/>
          </p:cNvSpPr>
          <p:nvPr>
            <p:ph type="title" idx="3"/>
          </p:nvPr>
        </p:nvSpPr>
        <p:spPr>
          <a:xfrm>
            <a:off x="3873100" y="19621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529" name="Google Shape;1529;p62"/>
          <p:cNvSpPr txBox="1">
            <a:spLocks noGrp="1"/>
          </p:cNvSpPr>
          <p:nvPr>
            <p:ph type="title" idx="6"/>
          </p:nvPr>
        </p:nvSpPr>
        <p:spPr>
          <a:xfrm>
            <a:off x="6417675" y="19621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1530" name="Google Shape;1530;p62"/>
          <p:cNvSpPr txBox="1">
            <a:spLocks noGrp="1"/>
          </p:cNvSpPr>
          <p:nvPr>
            <p:ph type="title"/>
          </p:nvPr>
        </p:nvSpPr>
        <p:spPr>
          <a:xfrm>
            <a:off x="1325650" y="1962150"/>
            <a:ext cx="13989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grpSp>
        <p:nvGrpSpPr>
          <p:cNvPr id="1531" name="Google Shape;1531;p62"/>
          <p:cNvGrpSpPr/>
          <p:nvPr/>
        </p:nvGrpSpPr>
        <p:grpSpPr>
          <a:xfrm>
            <a:off x="3873099" y="1466650"/>
            <a:ext cx="1397802" cy="1397802"/>
            <a:chOff x="4045063" y="635665"/>
            <a:chExt cx="868200" cy="868200"/>
          </a:xfrm>
        </p:grpSpPr>
        <p:sp>
          <p:nvSpPr>
            <p:cNvPr id="1532" name="Google Shape;1532;p62"/>
            <p:cNvSpPr/>
            <p:nvPr/>
          </p:nvSpPr>
          <p:spPr>
            <a:xfrm>
              <a:off x="4049799" y="640401"/>
              <a:ext cx="858900" cy="858900"/>
            </a:xfrm>
            <a:prstGeom prst="donut">
              <a:avLst>
                <a:gd name="adj" fmla="val 200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2"/>
            <p:cNvSpPr/>
            <p:nvPr/>
          </p:nvSpPr>
          <p:spPr>
            <a:xfrm flipH="1">
              <a:off x="4045063" y="635665"/>
              <a:ext cx="868200" cy="868200"/>
            </a:xfrm>
            <a:prstGeom prst="blockArc">
              <a:avLst>
                <a:gd name="adj1" fmla="val 5431176"/>
                <a:gd name="adj2" fmla="val 16256715"/>
                <a:gd name="adj3" fmla="val 1271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 name="Google Shape;1534;p62"/>
          <p:cNvGrpSpPr/>
          <p:nvPr/>
        </p:nvGrpSpPr>
        <p:grpSpPr>
          <a:xfrm>
            <a:off x="6419449" y="1466650"/>
            <a:ext cx="1397802" cy="1397802"/>
            <a:chOff x="4045063" y="635665"/>
            <a:chExt cx="868200" cy="868200"/>
          </a:xfrm>
        </p:grpSpPr>
        <p:sp>
          <p:nvSpPr>
            <p:cNvPr id="1535" name="Google Shape;1535;p62"/>
            <p:cNvSpPr/>
            <p:nvPr/>
          </p:nvSpPr>
          <p:spPr>
            <a:xfrm>
              <a:off x="4049799" y="640401"/>
              <a:ext cx="858900" cy="858900"/>
            </a:xfrm>
            <a:prstGeom prst="donut">
              <a:avLst>
                <a:gd name="adj" fmla="val 200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2"/>
            <p:cNvSpPr/>
            <p:nvPr/>
          </p:nvSpPr>
          <p:spPr>
            <a:xfrm flipH="1">
              <a:off x="4045063" y="635665"/>
              <a:ext cx="868200" cy="868200"/>
            </a:xfrm>
            <a:prstGeom prst="blockArc">
              <a:avLst>
                <a:gd name="adj1" fmla="val 21596272"/>
                <a:gd name="adj2" fmla="val 16256715"/>
                <a:gd name="adj3" fmla="val 1271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540"/>
        <p:cNvGrpSpPr/>
        <p:nvPr/>
      </p:nvGrpSpPr>
      <p:grpSpPr>
        <a:xfrm>
          <a:off x="0" y="0"/>
          <a:ext cx="0" cy="0"/>
          <a:chOff x="0" y="0"/>
          <a:chExt cx="0" cy="0"/>
        </a:xfrm>
      </p:grpSpPr>
      <p:sp>
        <p:nvSpPr>
          <p:cNvPr id="1541" name="Google Shape;1541;p63"/>
          <p:cNvSpPr txBox="1">
            <a:spLocks noGrp="1"/>
          </p:cNvSpPr>
          <p:nvPr>
            <p:ph type="title"/>
          </p:nvPr>
        </p:nvSpPr>
        <p:spPr>
          <a:xfrm>
            <a:off x="720000" y="1559350"/>
            <a:ext cx="3233100" cy="1190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COMPUTER </a:t>
            </a:r>
            <a:r>
              <a:rPr lang="en" b="0">
                <a:latin typeface="Red Hat Text Light"/>
                <a:ea typeface="Red Hat Text Light"/>
                <a:cs typeface="Red Hat Text Light"/>
                <a:sym typeface="Red Hat Text Light"/>
              </a:rPr>
              <a:t>MOCKUP</a:t>
            </a:r>
            <a:endParaRPr b="0">
              <a:latin typeface="Red Hat Text Light"/>
              <a:ea typeface="Red Hat Text Light"/>
              <a:cs typeface="Red Hat Text Light"/>
              <a:sym typeface="Red Hat Text Light"/>
            </a:endParaRPr>
          </a:p>
        </p:txBody>
      </p:sp>
      <p:sp>
        <p:nvSpPr>
          <p:cNvPr id="1542" name="Google Shape;1542;p63"/>
          <p:cNvSpPr txBox="1">
            <a:spLocks noGrp="1"/>
          </p:cNvSpPr>
          <p:nvPr>
            <p:ph type="subTitle" idx="1"/>
          </p:nvPr>
        </p:nvSpPr>
        <p:spPr>
          <a:xfrm>
            <a:off x="720000" y="2713600"/>
            <a:ext cx="32331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1543" name="Google Shape;1543;p63"/>
          <p:cNvPicPr preferRelativeResize="0"/>
          <p:nvPr/>
        </p:nvPicPr>
        <p:blipFill rotWithShape="1">
          <a:blip r:embed="rId3">
            <a:alphaModFix/>
          </a:blip>
          <a:srcRect l="3721" r="3721"/>
          <a:stretch/>
        </p:blipFill>
        <p:spPr>
          <a:xfrm>
            <a:off x="4553809" y="1163690"/>
            <a:ext cx="3471514" cy="2109784"/>
          </a:xfrm>
          <a:prstGeom prst="rect">
            <a:avLst/>
          </a:prstGeom>
          <a:noFill/>
          <a:ln w="9525" cap="flat" cmpd="sng">
            <a:solidFill>
              <a:srgbClr val="FDF9CF"/>
            </a:solidFill>
            <a:prstDash val="solid"/>
            <a:round/>
            <a:headEnd type="none" w="sm" len="sm"/>
            <a:tailEnd type="none" w="sm" len="sm"/>
          </a:ln>
        </p:spPr>
      </p:pic>
      <p:sp>
        <p:nvSpPr>
          <p:cNvPr id="1544" name="Google Shape;1544;p63"/>
          <p:cNvSpPr/>
          <p:nvPr/>
        </p:nvSpPr>
        <p:spPr>
          <a:xfrm>
            <a:off x="4436000" y="1028913"/>
            <a:ext cx="3727985" cy="2944182"/>
          </a:xfrm>
          <a:custGeom>
            <a:avLst/>
            <a:gdLst/>
            <a:ahLst/>
            <a:cxnLst/>
            <a:rect l="l" t="t" r="r" b="b"/>
            <a:pathLst>
              <a:path w="131696" h="100673" extrusionOk="0">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548"/>
        <p:cNvGrpSpPr/>
        <p:nvPr/>
      </p:nvGrpSpPr>
      <p:grpSpPr>
        <a:xfrm>
          <a:off x="0" y="0"/>
          <a:ext cx="0" cy="0"/>
          <a:chOff x="0" y="0"/>
          <a:chExt cx="0" cy="0"/>
        </a:xfrm>
      </p:grpSpPr>
      <p:sp>
        <p:nvSpPr>
          <p:cNvPr id="1549" name="Google Shape;1549;p64"/>
          <p:cNvSpPr txBox="1">
            <a:spLocks noGrp="1"/>
          </p:cNvSpPr>
          <p:nvPr>
            <p:ph type="title"/>
          </p:nvPr>
        </p:nvSpPr>
        <p:spPr>
          <a:xfrm>
            <a:off x="5800250" y="1559350"/>
            <a:ext cx="2630400" cy="1188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a:t>
            </a:r>
            <a:r>
              <a:rPr lang="en" b="0">
                <a:latin typeface="Red Hat Text Light"/>
                <a:ea typeface="Red Hat Text Light"/>
                <a:cs typeface="Red Hat Text Light"/>
                <a:sym typeface="Red Hat Text Light"/>
              </a:rPr>
              <a:t>MOCKUP</a:t>
            </a:r>
            <a:endParaRPr b="0">
              <a:latin typeface="Red Hat Text Light"/>
              <a:ea typeface="Red Hat Text Light"/>
              <a:cs typeface="Red Hat Text Light"/>
              <a:sym typeface="Red Hat Text Light"/>
            </a:endParaRPr>
          </a:p>
        </p:txBody>
      </p:sp>
      <p:sp>
        <p:nvSpPr>
          <p:cNvPr id="1550" name="Google Shape;1550;p64"/>
          <p:cNvSpPr txBox="1">
            <a:spLocks noGrp="1"/>
          </p:cNvSpPr>
          <p:nvPr>
            <p:ph type="subTitle" idx="1"/>
          </p:nvPr>
        </p:nvSpPr>
        <p:spPr>
          <a:xfrm>
            <a:off x="5800375" y="2713600"/>
            <a:ext cx="2630400" cy="1080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sp>
        <p:nvSpPr>
          <p:cNvPr id="1551" name="Google Shape;1551;p64"/>
          <p:cNvSpPr/>
          <p:nvPr/>
        </p:nvSpPr>
        <p:spPr>
          <a:xfrm rot="5400000">
            <a:off x="1655551" y="939198"/>
            <a:ext cx="2518954" cy="3417504"/>
          </a:xfrm>
          <a:custGeom>
            <a:avLst/>
            <a:gdLst/>
            <a:ahLst/>
            <a:cxnLst/>
            <a:rect l="l" t="t" r="r" b="b"/>
            <a:pathLst>
              <a:path w="70249" h="95461" extrusionOk="0">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52" name="Google Shape;1552;p64"/>
          <p:cNvPicPr preferRelativeResize="0"/>
          <p:nvPr/>
        </p:nvPicPr>
        <p:blipFill rotWithShape="1">
          <a:blip r:embed="rId3">
            <a:alphaModFix/>
          </a:blip>
          <a:srcRect l="28894" r="28894"/>
          <a:stretch/>
        </p:blipFill>
        <p:spPr>
          <a:xfrm rot="5400000">
            <a:off x="1834358" y="1221354"/>
            <a:ext cx="2141234" cy="2853288"/>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556"/>
        <p:cNvGrpSpPr/>
        <p:nvPr/>
      </p:nvGrpSpPr>
      <p:grpSpPr>
        <a:xfrm>
          <a:off x="0" y="0"/>
          <a:ext cx="0" cy="0"/>
          <a:chOff x="0" y="0"/>
          <a:chExt cx="0" cy="0"/>
        </a:xfrm>
      </p:grpSpPr>
      <p:sp>
        <p:nvSpPr>
          <p:cNvPr id="1557" name="Google Shape;1557;p65"/>
          <p:cNvSpPr txBox="1">
            <a:spLocks noGrp="1"/>
          </p:cNvSpPr>
          <p:nvPr>
            <p:ph type="title"/>
          </p:nvPr>
        </p:nvSpPr>
        <p:spPr>
          <a:xfrm>
            <a:off x="720000" y="1559350"/>
            <a:ext cx="3233100" cy="1190100"/>
          </a:xfrm>
          <a:prstGeom prst="rect">
            <a:avLst/>
          </a:prstGeom>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t>PHONE </a:t>
            </a:r>
            <a:r>
              <a:rPr lang="en" b="0">
                <a:latin typeface="Red Hat Text Light"/>
                <a:ea typeface="Red Hat Text Light"/>
                <a:cs typeface="Red Hat Text Light"/>
                <a:sym typeface="Red Hat Text Light"/>
              </a:rPr>
              <a:t>MOCKUP</a:t>
            </a:r>
            <a:endParaRPr b="0">
              <a:latin typeface="Red Hat Text Light"/>
              <a:ea typeface="Red Hat Text Light"/>
              <a:cs typeface="Red Hat Text Light"/>
              <a:sym typeface="Red Hat Text Light"/>
            </a:endParaRPr>
          </a:p>
        </p:txBody>
      </p:sp>
      <p:sp>
        <p:nvSpPr>
          <p:cNvPr id="1558" name="Google Shape;1558;p65"/>
          <p:cNvSpPr txBox="1">
            <a:spLocks noGrp="1"/>
          </p:cNvSpPr>
          <p:nvPr>
            <p:ph type="subTitle" idx="1"/>
          </p:nvPr>
        </p:nvSpPr>
        <p:spPr>
          <a:xfrm>
            <a:off x="720000" y="2713600"/>
            <a:ext cx="3233100" cy="8052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1559" name="Google Shape;1559;p65"/>
          <p:cNvGrpSpPr/>
          <p:nvPr/>
        </p:nvGrpSpPr>
        <p:grpSpPr>
          <a:xfrm>
            <a:off x="5388725" y="685013"/>
            <a:ext cx="1908213" cy="3773484"/>
            <a:chOff x="5388725" y="470025"/>
            <a:chExt cx="1908213" cy="3773484"/>
          </a:xfrm>
        </p:grpSpPr>
        <p:sp>
          <p:nvSpPr>
            <p:cNvPr id="1560" name="Google Shape;1560;p65"/>
            <p:cNvSpPr/>
            <p:nvPr/>
          </p:nvSpPr>
          <p:spPr>
            <a:xfrm>
              <a:off x="6210625" y="3881275"/>
              <a:ext cx="301500" cy="301500"/>
            </a:xfrm>
            <a:prstGeom prst="ellipse">
              <a:avLst/>
            </a:pr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5"/>
            <p:cNvSpPr/>
            <p:nvPr/>
          </p:nvSpPr>
          <p:spPr>
            <a:xfrm>
              <a:off x="5388725" y="470025"/>
              <a:ext cx="1908213" cy="3773484"/>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62" name="Google Shape;1562;p65"/>
          <p:cNvPicPr preferRelativeResize="0"/>
          <p:nvPr/>
        </p:nvPicPr>
        <p:blipFill rotWithShape="1">
          <a:blip r:embed="rId3">
            <a:alphaModFix/>
          </a:blip>
          <a:srcRect l="34254" r="35425"/>
          <a:stretch/>
        </p:blipFill>
        <p:spPr>
          <a:xfrm flipH="1">
            <a:off x="5450816" y="984048"/>
            <a:ext cx="1781127" cy="3096856"/>
          </a:xfrm>
          <a:prstGeom prst="rect">
            <a:avLst/>
          </a:prstGeom>
          <a:noFill/>
          <a:ln>
            <a:noFill/>
          </a:ln>
        </p:spPr>
      </p:pic>
      <p:grpSp>
        <p:nvGrpSpPr>
          <p:cNvPr id="1563" name="Google Shape;1563;p65"/>
          <p:cNvGrpSpPr/>
          <p:nvPr/>
        </p:nvGrpSpPr>
        <p:grpSpPr>
          <a:xfrm>
            <a:off x="713213" y="4199425"/>
            <a:ext cx="1168925" cy="284175"/>
            <a:chOff x="6017825" y="3809000"/>
            <a:chExt cx="1168925" cy="284175"/>
          </a:xfrm>
        </p:grpSpPr>
        <p:sp>
          <p:nvSpPr>
            <p:cNvPr id="1564" name="Google Shape;1564;p6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2" name="Google Shape;1582;p65"/>
          <p:cNvSpPr/>
          <p:nvPr/>
        </p:nvSpPr>
        <p:spPr>
          <a:xfrm rot="-5400000">
            <a:off x="4676600" y="1129900"/>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3" name="Google Shape;1583;p65"/>
          <p:cNvGrpSpPr/>
          <p:nvPr/>
        </p:nvGrpSpPr>
        <p:grpSpPr>
          <a:xfrm rot="-5400000">
            <a:off x="7010088" y="1196863"/>
            <a:ext cx="1168925" cy="284175"/>
            <a:chOff x="6017825" y="3809000"/>
            <a:chExt cx="1168925" cy="284175"/>
          </a:xfrm>
        </p:grpSpPr>
        <p:sp>
          <p:nvSpPr>
            <p:cNvPr id="1584" name="Google Shape;1584;p65"/>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5"/>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5"/>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5"/>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5"/>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5"/>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5"/>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5"/>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5"/>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5"/>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5"/>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5"/>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5"/>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5"/>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5"/>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5"/>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5"/>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5"/>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605"/>
        <p:cNvGrpSpPr/>
        <p:nvPr/>
      </p:nvGrpSpPr>
      <p:grpSpPr>
        <a:xfrm>
          <a:off x="0" y="0"/>
          <a:ext cx="0" cy="0"/>
          <a:chOff x="0" y="0"/>
          <a:chExt cx="0" cy="0"/>
        </a:xfrm>
      </p:grpSpPr>
      <p:sp>
        <p:nvSpPr>
          <p:cNvPr id="1606" name="Google Shape;1606;p66"/>
          <p:cNvSpPr/>
          <p:nvPr/>
        </p:nvSpPr>
        <p:spPr>
          <a:xfrm>
            <a:off x="7185775" y="29428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6"/>
          <p:cNvSpPr/>
          <p:nvPr/>
        </p:nvSpPr>
        <p:spPr>
          <a:xfrm>
            <a:off x="7185775" y="11309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6"/>
          <p:cNvSpPr txBox="1">
            <a:spLocks noGrp="1"/>
          </p:cNvSpPr>
          <p:nvPr>
            <p:ph type="title"/>
          </p:nvPr>
        </p:nvSpPr>
        <p:spPr>
          <a:xfrm>
            <a:off x="713225" y="445025"/>
            <a:ext cx="7717500" cy="67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THIS IS A</a:t>
            </a:r>
            <a:r>
              <a:rPr lang="en">
                <a:solidFill>
                  <a:srgbClr val="F4C5B1"/>
                </a:solidFill>
              </a:rPr>
              <a:t> </a:t>
            </a:r>
            <a:r>
              <a:rPr lang="en"/>
              <a:t>MAP</a:t>
            </a:r>
            <a:endParaRPr/>
          </a:p>
        </p:txBody>
      </p:sp>
      <p:grpSp>
        <p:nvGrpSpPr>
          <p:cNvPr id="1609" name="Google Shape;1609;p66"/>
          <p:cNvGrpSpPr/>
          <p:nvPr/>
        </p:nvGrpSpPr>
        <p:grpSpPr>
          <a:xfrm>
            <a:off x="2573271" y="1812025"/>
            <a:ext cx="4115367" cy="2192406"/>
            <a:chOff x="233350" y="949250"/>
            <a:chExt cx="7137300" cy="3802300"/>
          </a:xfrm>
        </p:grpSpPr>
        <p:sp>
          <p:nvSpPr>
            <p:cNvPr id="1610" name="Google Shape;1610;p6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1" name="Google Shape;1661;p66"/>
          <p:cNvSpPr txBox="1"/>
          <p:nvPr/>
        </p:nvSpPr>
        <p:spPr>
          <a:xfrm>
            <a:off x="721234" y="1907165"/>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1662" name="Google Shape;1662;p66"/>
          <p:cNvSpPr txBox="1"/>
          <p:nvPr/>
        </p:nvSpPr>
        <p:spPr>
          <a:xfrm>
            <a:off x="721234" y="2205500"/>
            <a:ext cx="1831800" cy="471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was named after a Roman god</a:t>
            </a:r>
            <a:endParaRPr>
              <a:solidFill>
                <a:schemeClr val="dk1"/>
              </a:solidFill>
              <a:latin typeface="Roboto Condensed"/>
              <a:ea typeface="Roboto Condensed"/>
              <a:cs typeface="Roboto Condensed"/>
              <a:sym typeface="Roboto Condensed"/>
            </a:endParaRPr>
          </a:p>
        </p:txBody>
      </p:sp>
      <p:sp>
        <p:nvSpPr>
          <p:cNvPr id="1663" name="Google Shape;1663;p66"/>
          <p:cNvSpPr txBox="1"/>
          <p:nvPr/>
        </p:nvSpPr>
        <p:spPr>
          <a:xfrm>
            <a:off x="6585963" y="1907165"/>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664" name="Google Shape;1664;p66"/>
          <p:cNvSpPr txBox="1"/>
          <p:nvPr/>
        </p:nvSpPr>
        <p:spPr>
          <a:xfrm>
            <a:off x="6585963" y="2205500"/>
            <a:ext cx="1831800" cy="471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Neptune is far away from Earth</a:t>
            </a:r>
            <a:endParaRPr>
              <a:solidFill>
                <a:schemeClr val="dk1"/>
              </a:solidFill>
              <a:latin typeface="Roboto Condensed"/>
              <a:ea typeface="Roboto Condensed"/>
              <a:cs typeface="Roboto Condensed"/>
              <a:sym typeface="Roboto Condensed"/>
            </a:endParaRPr>
          </a:p>
          <a:p>
            <a:pPr marL="0" lvl="0" indent="0" algn="ctr" rtl="0">
              <a:spcBef>
                <a:spcPts val="0"/>
              </a:spcBef>
              <a:spcAft>
                <a:spcPts val="0"/>
              </a:spcAft>
              <a:buNone/>
            </a:pPr>
            <a:endParaRPr>
              <a:solidFill>
                <a:schemeClr val="dk1"/>
              </a:solidFill>
              <a:latin typeface="Roboto Condensed"/>
              <a:ea typeface="Roboto Condensed"/>
              <a:cs typeface="Roboto Condensed"/>
              <a:sym typeface="Roboto Condensed"/>
            </a:endParaRPr>
          </a:p>
        </p:txBody>
      </p:sp>
      <p:sp>
        <p:nvSpPr>
          <p:cNvPr id="1665" name="Google Shape;1665;p66"/>
          <p:cNvSpPr txBox="1"/>
          <p:nvPr/>
        </p:nvSpPr>
        <p:spPr>
          <a:xfrm>
            <a:off x="6592207" y="3712106"/>
            <a:ext cx="1831800" cy="37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1666" name="Google Shape;1666;p66"/>
          <p:cNvSpPr txBox="1"/>
          <p:nvPr/>
        </p:nvSpPr>
        <p:spPr>
          <a:xfrm>
            <a:off x="6592207" y="4003719"/>
            <a:ext cx="1831800" cy="47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quite a small planet</a:t>
            </a:r>
            <a:endParaRPr>
              <a:solidFill>
                <a:schemeClr val="dk1"/>
              </a:solidFill>
              <a:latin typeface="Roboto Condensed"/>
              <a:ea typeface="Roboto Condensed"/>
              <a:cs typeface="Roboto Condensed"/>
              <a:sym typeface="Roboto Condensed"/>
            </a:endParaRPr>
          </a:p>
        </p:txBody>
      </p:sp>
      <p:cxnSp>
        <p:nvCxnSpPr>
          <p:cNvPr id="1667" name="Google Shape;1667;p66"/>
          <p:cNvCxnSpPr>
            <a:stCxn id="1661" idx="3"/>
          </p:cNvCxnSpPr>
          <p:nvPr/>
        </p:nvCxnSpPr>
        <p:spPr>
          <a:xfrm>
            <a:off x="2553034" y="2094065"/>
            <a:ext cx="536100" cy="214500"/>
          </a:xfrm>
          <a:prstGeom prst="straightConnector1">
            <a:avLst/>
          </a:prstGeom>
          <a:noFill/>
          <a:ln w="19050" cap="flat" cmpd="sng">
            <a:solidFill>
              <a:schemeClr val="accent2"/>
            </a:solidFill>
            <a:prstDash val="solid"/>
            <a:round/>
            <a:headEnd type="none" w="med" len="med"/>
            <a:tailEnd type="oval" w="med" len="med"/>
          </a:ln>
        </p:spPr>
      </p:cxnSp>
      <p:cxnSp>
        <p:nvCxnSpPr>
          <p:cNvPr id="1668" name="Google Shape;1668;p66"/>
          <p:cNvCxnSpPr>
            <a:stCxn id="1663" idx="1"/>
          </p:cNvCxnSpPr>
          <p:nvPr/>
        </p:nvCxnSpPr>
        <p:spPr>
          <a:xfrm flipH="1">
            <a:off x="4756263" y="2094065"/>
            <a:ext cx="1829700" cy="66900"/>
          </a:xfrm>
          <a:prstGeom prst="straightConnector1">
            <a:avLst/>
          </a:prstGeom>
          <a:noFill/>
          <a:ln w="19050" cap="flat" cmpd="sng">
            <a:solidFill>
              <a:schemeClr val="accent2"/>
            </a:solidFill>
            <a:prstDash val="solid"/>
            <a:round/>
            <a:headEnd type="none" w="med" len="med"/>
            <a:tailEnd type="oval" w="med" len="med"/>
          </a:ln>
        </p:spPr>
      </p:cxnSp>
      <p:cxnSp>
        <p:nvCxnSpPr>
          <p:cNvPr id="1669" name="Google Shape;1669;p66"/>
          <p:cNvCxnSpPr>
            <a:endCxn id="1665" idx="1"/>
          </p:cNvCxnSpPr>
          <p:nvPr/>
        </p:nvCxnSpPr>
        <p:spPr>
          <a:xfrm>
            <a:off x="4732507" y="3384656"/>
            <a:ext cx="1859700" cy="516600"/>
          </a:xfrm>
          <a:prstGeom prst="straightConnector1">
            <a:avLst/>
          </a:prstGeom>
          <a:noFill/>
          <a:ln w="19050" cap="flat" cmpd="sng">
            <a:solidFill>
              <a:schemeClr val="accent2"/>
            </a:solidFill>
            <a:prstDash val="solid"/>
            <a:round/>
            <a:headEnd type="oval" w="med" len="med"/>
            <a:tailEnd type="none" w="med" len="med"/>
          </a:ln>
        </p:spPr>
      </p:cxnSp>
      <p:sp>
        <p:nvSpPr>
          <p:cNvPr id="1670" name="Google Shape;1670;p66"/>
          <p:cNvSpPr txBox="1"/>
          <p:nvPr/>
        </p:nvSpPr>
        <p:spPr>
          <a:xfrm>
            <a:off x="715100" y="3711452"/>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1671" name="Google Shape;1671;p66"/>
          <p:cNvSpPr txBox="1"/>
          <p:nvPr/>
        </p:nvSpPr>
        <p:spPr>
          <a:xfrm>
            <a:off x="715100" y="4009787"/>
            <a:ext cx="1831800" cy="471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Mars is full of iron oxide dust</a:t>
            </a:r>
            <a:endParaRPr>
              <a:solidFill>
                <a:schemeClr val="dk1"/>
              </a:solidFill>
              <a:latin typeface="Roboto Condensed"/>
              <a:ea typeface="Roboto Condensed"/>
              <a:cs typeface="Roboto Condensed"/>
              <a:sym typeface="Roboto Condensed"/>
            </a:endParaRPr>
          </a:p>
        </p:txBody>
      </p:sp>
      <p:cxnSp>
        <p:nvCxnSpPr>
          <p:cNvPr id="1672" name="Google Shape;1672;p66"/>
          <p:cNvCxnSpPr>
            <a:stCxn id="1670" idx="3"/>
          </p:cNvCxnSpPr>
          <p:nvPr/>
        </p:nvCxnSpPr>
        <p:spPr>
          <a:xfrm rot="10800000" flipH="1">
            <a:off x="2546900" y="3299852"/>
            <a:ext cx="977100" cy="598500"/>
          </a:xfrm>
          <a:prstGeom prst="straightConnector1">
            <a:avLst/>
          </a:prstGeom>
          <a:noFill/>
          <a:ln w="19050" cap="flat" cmpd="sng">
            <a:solidFill>
              <a:schemeClr val="accent2"/>
            </a:solidFill>
            <a:prstDash val="solid"/>
            <a:round/>
            <a:headEnd type="none" w="med" len="med"/>
            <a:tailEnd type="oval" w="med" len="med"/>
          </a:ln>
        </p:spPr>
      </p:cxnSp>
      <p:sp>
        <p:nvSpPr>
          <p:cNvPr id="1673" name="Google Shape;1673;p66"/>
          <p:cNvSpPr/>
          <p:nvPr/>
        </p:nvSpPr>
        <p:spPr>
          <a:xfrm>
            <a:off x="1268125" y="11309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6"/>
          <p:cNvSpPr/>
          <p:nvPr/>
        </p:nvSpPr>
        <p:spPr>
          <a:xfrm>
            <a:off x="1268125" y="29428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5" name="Google Shape;1675;p66"/>
          <p:cNvGrpSpPr/>
          <p:nvPr/>
        </p:nvGrpSpPr>
        <p:grpSpPr>
          <a:xfrm>
            <a:off x="1402338" y="1247857"/>
            <a:ext cx="363752" cy="353113"/>
            <a:chOff x="5314188" y="3350032"/>
            <a:chExt cx="363752" cy="353113"/>
          </a:xfrm>
        </p:grpSpPr>
        <p:sp>
          <p:nvSpPr>
            <p:cNvPr id="1676" name="Google Shape;1676;p66"/>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6"/>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66"/>
          <p:cNvGrpSpPr/>
          <p:nvPr/>
        </p:nvGrpSpPr>
        <p:grpSpPr>
          <a:xfrm>
            <a:off x="7361736" y="3069108"/>
            <a:ext cx="280292" cy="366396"/>
            <a:chOff x="6701186" y="4283033"/>
            <a:chExt cx="280292" cy="366396"/>
          </a:xfrm>
        </p:grpSpPr>
        <p:sp>
          <p:nvSpPr>
            <p:cNvPr id="1679" name="Google Shape;1679;p66"/>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6"/>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 name="Google Shape;1681;p66"/>
          <p:cNvGrpSpPr/>
          <p:nvPr/>
        </p:nvGrpSpPr>
        <p:grpSpPr>
          <a:xfrm>
            <a:off x="7355849" y="1248035"/>
            <a:ext cx="292047" cy="352762"/>
            <a:chOff x="7571624" y="3808935"/>
            <a:chExt cx="292047" cy="352762"/>
          </a:xfrm>
        </p:grpSpPr>
        <p:sp>
          <p:nvSpPr>
            <p:cNvPr id="1682" name="Google Shape;1682;p66"/>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6"/>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6"/>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6"/>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6"/>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6"/>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66"/>
          <p:cNvGrpSpPr/>
          <p:nvPr/>
        </p:nvGrpSpPr>
        <p:grpSpPr>
          <a:xfrm>
            <a:off x="1389081" y="3069109"/>
            <a:ext cx="390287" cy="367065"/>
            <a:chOff x="6649231" y="1500021"/>
            <a:chExt cx="390287" cy="367065"/>
          </a:xfrm>
        </p:grpSpPr>
        <p:sp>
          <p:nvSpPr>
            <p:cNvPr id="1689" name="Google Shape;1689;p66"/>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6"/>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6"/>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6"/>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6"/>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6"/>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6"/>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6"/>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6"/>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6"/>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6"/>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6"/>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04"/>
        <p:cNvGrpSpPr/>
        <p:nvPr/>
      </p:nvGrpSpPr>
      <p:grpSpPr>
        <a:xfrm>
          <a:off x="0" y="0"/>
          <a:ext cx="0" cy="0"/>
          <a:chOff x="0" y="0"/>
          <a:chExt cx="0" cy="0"/>
        </a:xfrm>
      </p:grpSpPr>
      <p:sp>
        <p:nvSpPr>
          <p:cNvPr id="1705" name="Google Shape;1705;p67"/>
          <p:cNvSpPr txBox="1">
            <a:spLocks noGrp="1"/>
          </p:cNvSpPr>
          <p:nvPr>
            <p:ph type="title"/>
          </p:nvPr>
        </p:nvSpPr>
        <p:spPr>
          <a:xfrm>
            <a:off x="713225" y="445025"/>
            <a:ext cx="77175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A</a:t>
            </a:r>
            <a:r>
              <a:rPr lang="en"/>
              <a:t> TIMELINE </a:t>
            </a:r>
            <a:endParaRPr b="0">
              <a:latin typeface="Red Hat Text Light"/>
              <a:ea typeface="Red Hat Text Light"/>
              <a:cs typeface="Red Hat Text Light"/>
              <a:sym typeface="Red Hat Text Light"/>
            </a:endParaRPr>
          </a:p>
        </p:txBody>
      </p:sp>
      <p:sp>
        <p:nvSpPr>
          <p:cNvPr id="1706" name="Google Shape;1706;p67"/>
          <p:cNvSpPr/>
          <p:nvPr/>
        </p:nvSpPr>
        <p:spPr>
          <a:xfrm>
            <a:off x="753150" y="2923300"/>
            <a:ext cx="1926000" cy="71700"/>
          </a:xfrm>
          <a:prstGeom prst="rect">
            <a:avLst/>
          </a:prstGeom>
          <a:solidFill>
            <a:schemeClr val="accen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7"/>
          <p:cNvSpPr/>
          <p:nvPr/>
        </p:nvSpPr>
        <p:spPr>
          <a:xfrm>
            <a:off x="2679180" y="2923300"/>
            <a:ext cx="1926000" cy="71700"/>
          </a:xfrm>
          <a:prstGeom prst="rect">
            <a:avLst/>
          </a:prstGeom>
          <a:solidFill>
            <a:schemeClr val="accen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7"/>
          <p:cNvSpPr/>
          <p:nvPr/>
        </p:nvSpPr>
        <p:spPr>
          <a:xfrm>
            <a:off x="4605211" y="2923300"/>
            <a:ext cx="1926000" cy="71700"/>
          </a:xfrm>
          <a:prstGeom prst="rect">
            <a:avLst/>
          </a:prstGeom>
          <a:solidFill>
            <a:schemeClr val="accen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7"/>
          <p:cNvSpPr/>
          <p:nvPr/>
        </p:nvSpPr>
        <p:spPr>
          <a:xfrm>
            <a:off x="6531241" y="2923300"/>
            <a:ext cx="1926000" cy="71700"/>
          </a:xfrm>
          <a:prstGeom prst="rect">
            <a:avLst/>
          </a:prstGeom>
          <a:solidFill>
            <a:schemeClr val="accen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10" name="Google Shape;1710;p67"/>
          <p:cNvCxnSpPr/>
          <p:nvPr/>
        </p:nvCxnSpPr>
        <p:spPr>
          <a:xfrm rot="10800000">
            <a:off x="1716150" y="2603500"/>
            <a:ext cx="0" cy="279600"/>
          </a:xfrm>
          <a:prstGeom prst="straightConnector1">
            <a:avLst/>
          </a:prstGeom>
          <a:noFill/>
          <a:ln w="19050" cap="flat" cmpd="sng">
            <a:solidFill>
              <a:schemeClr val="accent2"/>
            </a:solidFill>
            <a:prstDash val="solid"/>
            <a:round/>
            <a:headEnd type="none" w="med" len="med"/>
            <a:tailEnd type="oval" w="med" len="med"/>
          </a:ln>
        </p:spPr>
      </p:cxnSp>
      <p:sp>
        <p:nvSpPr>
          <p:cNvPr id="1711" name="Google Shape;1711;p67"/>
          <p:cNvSpPr txBox="1"/>
          <p:nvPr/>
        </p:nvSpPr>
        <p:spPr>
          <a:xfrm flipH="1">
            <a:off x="760650" y="3118350"/>
            <a:ext cx="1911000" cy="3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712" name="Google Shape;1712;p67"/>
          <p:cNvSpPr txBox="1"/>
          <p:nvPr/>
        </p:nvSpPr>
        <p:spPr>
          <a:xfrm flipH="1">
            <a:off x="759752" y="3606279"/>
            <a:ext cx="19128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Venus is the second planet from the Sun</a:t>
            </a:r>
            <a:endParaRPr>
              <a:solidFill>
                <a:schemeClr val="dk1"/>
              </a:solidFill>
              <a:latin typeface="Roboto Condensed"/>
              <a:ea typeface="Roboto Condensed"/>
              <a:cs typeface="Roboto Condensed"/>
              <a:sym typeface="Roboto Condensed"/>
            </a:endParaRPr>
          </a:p>
        </p:txBody>
      </p:sp>
      <p:sp>
        <p:nvSpPr>
          <p:cNvPr id="1713" name="Google Shape;1713;p67"/>
          <p:cNvSpPr txBox="1"/>
          <p:nvPr/>
        </p:nvSpPr>
        <p:spPr>
          <a:xfrm flipH="1">
            <a:off x="2686675" y="1636500"/>
            <a:ext cx="1911000" cy="3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1714" name="Google Shape;1714;p67"/>
          <p:cNvSpPr txBox="1"/>
          <p:nvPr/>
        </p:nvSpPr>
        <p:spPr>
          <a:xfrm flipH="1">
            <a:off x="2685787" y="2114715"/>
            <a:ext cx="19128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the closest planet to the Sun</a:t>
            </a:r>
            <a:endParaRPr>
              <a:solidFill>
                <a:schemeClr val="dk1"/>
              </a:solidFill>
              <a:latin typeface="Roboto Condensed"/>
              <a:ea typeface="Roboto Condensed"/>
              <a:cs typeface="Roboto Condensed"/>
              <a:sym typeface="Roboto Condensed"/>
            </a:endParaRPr>
          </a:p>
        </p:txBody>
      </p:sp>
      <p:cxnSp>
        <p:nvCxnSpPr>
          <p:cNvPr id="1715" name="Google Shape;1715;p67"/>
          <p:cNvCxnSpPr/>
          <p:nvPr/>
        </p:nvCxnSpPr>
        <p:spPr>
          <a:xfrm rot="10800000">
            <a:off x="3642175" y="3034670"/>
            <a:ext cx="0" cy="279600"/>
          </a:xfrm>
          <a:prstGeom prst="straightConnector1">
            <a:avLst/>
          </a:prstGeom>
          <a:noFill/>
          <a:ln w="19050" cap="flat" cmpd="sng">
            <a:solidFill>
              <a:schemeClr val="accent2"/>
            </a:solidFill>
            <a:prstDash val="solid"/>
            <a:round/>
            <a:headEnd type="oval" w="med" len="med"/>
            <a:tailEnd type="none" w="med" len="med"/>
          </a:ln>
        </p:spPr>
      </p:cxnSp>
      <p:sp>
        <p:nvSpPr>
          <p:cNvPr id="1716" name="Google Shape;1716;p67"/>
          <p:cNvSpPr txBox="1"/>
          <p:nvPr/>
        </p:nvSpPr>
        <p:spPr>
          <a:xfrm flipH="1">
            <a:off x="4612700" y="3118350"/>
            <a:ext cx="1911000" cy="3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1717" name="Google Shape;1717;p67"/>
          <p:cNvSpPr txBox="1"/>
          <p:nvPr/>
        </p:nvSpPr>
        <p:spPr>
          <a:xfrm flipH="1">
            <a:off x="4611822" y="3605979"/>
            <a:ext cx="19128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Despite being red, Mars is a very cold place</a:t>
            </a:r>
            <a:endParaRPr>
              <a:solidFill>
                <a:schemeClr val="dk1"/>
              </a:solidFill>
              <a:latin typeface="Roboto Condensed"/>
              <a:ea typeface="Roboto Condensed"/>
              <a:cs typeface="Roboto Condensed"/>
              <a:sym typeface="Roboto Condensed"/>
            </a:endParaRPr>
          </a:p>
        </p:txBody>
      </p:sp>
      <p:sp>
        <p:nvSpPr>
          <p:cNvPr id="1718" name="Google Shape;1718;p67"/>
          <p:cNvSpPr txBox="1"/>
          <p:nvPr/>
        </p:nvSpPr>
        <p:spPr>
          <a:xfrm flipH="1">
            <a:off x="6522498" y="1636500"/>
            <a:ext cx="1911000" cy="3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1719" name="Google Shape;1719;p67"/>
          <p:cNvSpPr txBox="1"/>
          <p:nvPr/>
        </p:nvSpPr>
        <p:spPr>
          <a:xfrm flipH="1">
            <a:off x="6521598" y="2116040"/>
            <a:ext cx="19128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is the biggest planet of them all</a:t>
            </a:r>
            <a:endParaRPr>
              <a:solidFill>
                <a:schemeClr val="dk1"/>
              </a:solidFill>
              <a:latin typeface="Roboto Condensed"/>
              <a:ea typeface="Roboto Condensed"/>
              <a:cs typeface="Roboto Condensed"/>
              <a:sym typeface="Roboto Condensed"/>
            </a:endParaRPr>
          </a:p>
        </p:txBody>
      </p:sp>
      <p:cxnSp>
        <p:nvCxnSpPr>
          <p:cNvPr id="1720" name="Google Shape;1720;p67"/>
          <p:cNvCxnSpPr/>
          <p:nvPr/>
        </p:nvCxnSpPr>
        <p:spPr>
          <a:xfrm rot="10800000">
            <a:off x="5568200" y="2603500"/>
            <a:ext cx="0" cy="279600"/>
          </a:xfrm>
          <a:prstGeom prst="straightConnector1">
            <a:avLst/>
          </a:prstGeom>
          <a:noFill/>
          <a:ln w="19050" cap="flat" cmpd="sng">
            <a:solidFill>
              <a:schemeClr val="accent2"/>
            </a:solidFill>
            <a:prstDash val="solid"/>
            <a:round/>
            <a:headEnd type="none" w="med" len="med"/>
            <a:tailEnd type="oval" w="med" len="med"/>
          </a:ln>
        </p:spPr>
      </p:cxnSp>
      <p:cxnSp>
        <p:nvCxnSpPr>
          <p:cNvPr id="1721" name="Google Shape;1721;p67"/>
          <p:cNvCxnSpPr/>
          <p:nvPr/>
        </p:nvCxnSpPr>
        <p:spPr>
          <a:xfrm rot="10800000">
            <a:off x="7479200" y="3034670"/>
            <a:ext cx="0" cy="279600"/>
          </a:xfrm>
          <a:prstGeom prst="straightConnector1">
            <a:avLst/>
          </a:prstGeom>
          <a:noFill/>
          <a:ln w="19050" cap="flat" cmpd="sng">
            <a:solidFill>
              <a:schemeClr val="accent2"/>
            </a:solidFill>
            <a:prstDash val="solid"/>
            <a:round/>
            <a:headEnd type="oval" w="med" len="med"/>
            <a:tailEnd type="none" w="med" len="med"/>
          </a:ln>
        </p:spPr>
      </p:cxnSp>
      <p:sp>
        <p:nvSpPr>
          <p:cNvPr id="1722" name="Google Shape;1722;p67"/>
          <p:cNvSpPr/>
          <p:nvPr/>
        </p:nvSpPr>
        <p:spPr>
          <a:xfrm>
            <a:off x="3326075" y="341299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3" name="Google Shape;1723;p67"/>
          <p:cNvGrpSpPr/>
          <p:nvPr/>
        </p:nvGrpSpPr>
        <p:grpSpPr>
          <a:xfrm>
            <a:off x="3502777" y="3549653"/>
            <a:ext cx="278795" cy="351615"/>
            <a:chOff x="8010427" y="3348503"/>
            <a:chExt cx="278795" cy="351615"/>
          </a:xfrm>
        </p:grpSpPr>
        <p:sp>
          <p:nvSpPr>
            <p:cNvPr id="1724" name="Google Shape;1724;p67"/>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7"/>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7"/>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7"/>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8" name="Google Shape;1728;p67"/>
          <p:cNvSpPr/>
          <p:nvPr/>
        </p:nvSpPr>
        <p:spPr>
          <a:xfrm>
            <a:off x="5252100" y="190264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9" name="Google Shape;1729;p67"/>
          <p:cNvGrpSpPr/>
          <p:nvPr/>
        </p:nvGrpSpPr>
        <p:grpSpPr>
          <a:xfrm>
            <a:off x="5448709" y="2038730"/>
            <a:ext cx="238976" cy="352762"/>
            <a:chOff x="4942472" y="3809318"/>
            <a:chExt cx="238976" cy="352762"/>
          </a:xfrm>
        </p:grpSpPr>
        <p:sp>
          <p:nvSpPr>
            <p:cNvPr id="1730" name="Google Shape;1730;p67"/>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7"/>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7"/>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7"/>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7"/>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7"/>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7"/>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7" name="Google Shape;1737;p67"/>
          <p:cNvSpPr/>
          <p:nvPr/>
        </p:nvSpPr>
        <p:spPr>
          <a:xfrm>
            <a:off x="1400050" y="19191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7"/>
          <p:cNvSpPr/>
          <p:nvPr/>
        </p:nvSpPr>
        <p:spPr>
          <a:xfrm>
            <a:off x="1531995" y="2029126"/>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7"/>
          <p:cNvSpPr/>
          <p:nvPr/>
        </p:nvSpPr>
        <p:spPr>
          <a:xfrm>
            <a:off x="7178125" y="3412998"/>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0" name="Google Shape;1740;p67"/>
          <p:cNvGrpSpPr/>
          <p:nvPr/>
        </p:nvGrpSpPr>
        <p:grpSpPr>
          <a:xfrm>
            <a:off x="7310261" y="3550293"/>
            <a:ext cx="367925" cy="367161"/>
            <a:chOff x="5756399" y="2434456"/>
            <a:chExt cx="367925" cy="367161"/>
          </a:xfrm>
        </p:grpSpPr>
        <p:sp>
          <p:nvSpPr>
            <p:cNvPr id="1741" name="Google Shape;1741;p67"/>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7"/>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7"/>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7"/>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7"/>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7"/>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7"/>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51"/>
        <p:cNvGrpSpPr/>
        <p:nvPr/>
      </p:nvGrpSpPr>
      <p:grpSpPr>
        <a:xfrm>
          <a:off x="0" y="0"/>
          <a:ext cx="0" cy="0"/>
          <a:chOff x="0" y="0"/>
          <a:chExt cx="0" cy="0"/>
        </a:xfrm>
      </p:grpSpPr>
      <p:sp>
        <p:nvSpPr>
          <p:cNvPr id="1752" name="Google Shape;1752;p68"/>
          <p:cNvSpPr txBox="1">
            <a:spLocks noGrp="1"/>
          </p:cNvSpPr>
          <p:nvPr>
            <p:ph type="title"/>
          </p:nvPr>
        </p:nvSpPr>
        <p:spPr>
          <a:xfrm>
            <a:off x="713225" y="445025"/>
            <a:ext cx="7710900" cy="72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AN</a:t>
            </a:r>
            <a:r>
              <a:rPr lang="en"/>
              <a:t> INFOGRAPHIC</a:t>
            </a:r>
            <a:endParaRPr b="0">
              <a:latin typeface="Red Hat Text Light"/>
              <a:ea typeface="Red Hat Text Light"/>
              <a:cs typeface="Red Hat Text Light"/>
              <a:sym typeface="Red Hat Text Light"/>
            </a:endParaRPr>
          </a:p>
        </p:txBody>
      </p:sp>
      <p:grpSp>
        <p:nvGrpSpPr>
          <p:cNvPr id="1753" name="Google Shape;1753;p68"/>
          <p:cNvGrpSpPr/>
          <p:nvPr/>
        </p:nvGrpSpPr>
        <p:grpSpPr>
          <a:xfrm>
            <a:off x="3221799" y="3036115"/>
            <a:ext cx="2704744" cy="1274976"/>
            <a:chOff x="890961" y="3865463"/>
            <a:chExt cx="1115221" cy="525698"/>
          </a:xfrm>
        </p:grpSpPr>
        <p:sp>
          <p:nvSpPr>
            <p:cNvPr id="1754" name="Google Shape;1754;p6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 name="Google Shape;1757;p68"/>
          <p:cNvGrpSpPr/>
          <p:nvPr/>
        </p:nvGrpSpPr>
        <p:grpSpPr>
          <a:xfrm>
            <a:off x="2805994" y="2622955"/>
            <a:ext cx="3532066" cy="1688151"/>
            <a:chOff x="712664" y="3693025"/>
            <a:chExt cx="1460738" cy="698160"/>
          </a:xfrm>
        </p:grpSpPr>
        <p:sp>
          <p:nvSpPr>
            <p:cNvPr id="1758" name="Google Shape;1758;p6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chemeClr val="lt2"/>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chemeClr val="dk2"/>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chemeClr val="accent1"/>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4" name="Google Shape;1764;p68"/>
          <p:cNvSpPr txBox="1"/>
          <p:nvPr/>
        </p:nvSpPr>
        <p:spPr>
          <a:xfrm>
            <a:off x="2337736" y="1580690"/>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1765" name="Google Shape;1765;p68"/>
          <p:cNvSpPr txBox="1"/>
          <p:nvPr/>
        </p:nvSpPr>
        <p:spPr>
          <a:xfrm>
            <a:off x="2336861" y="1887700"/>
            <a:ext cx="1831800" cy="56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was named after a Roman god</a:t>
            </a:r>
            <a:endParaRPr>
              <a:solidFill>
                <a:schemeClr val="dk1"/>
              </a:solidFill>
              <a:latin typeface="Roboto Condensed"/>
              <a:ea typeface="Roboto Condensed"/>
              <a:cs typeface="Roboto Condensed"/>
              <a:sym typeface="Roboto Condensed"/>
            </a:endParaRPr>
          </a:p>
        </p:txBody>
      </p:sp>
      <p:sp>
        <p:nvSpPr>
          <p:cNvPr id="1766" name="Google Shape;1766;p68"/>
          <p:cNvSpPr txBox="1"/>
          <p:nvPr/>
        </p:nvSpPr>
        <p:spPr>
          <a:xfrm>
            <a:off x="4974464" y="1580690"/>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767" name="Google Shape;1767;p68"/>
          <p:cNvSpPr txBox="1"/>
          <p:nvPr/>
        </p:nvSpPr>
        <p:spPr>
          <a:xfrm>
            <a:off x="4973589" y="1887700"/>
            <a:ext cx="1831800" cy="56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Neptune is far away from Earth</a:t>
            </a:r>
            <a:endParaRPr>
              <a:solidFill>
                <a:schemeClr val="dk1"/>
              </a:solidFill>
              <a:latin typeface="Roboto Condensed"/>
              <a:ea typeface="Roboto Condensed"/>
              <a:cs typeface="Roboto Condensed"/>
              <a:sym typeface="Roboto Condensed"/>
            </a:endParaRPr>
          </a:p>
          <a:p>
            <a:pPr marL="0" lvl="0" indent="0" algn="ctr" rtl="0">
              <a:spcBef>
                <a:spcPts val="0"/>
              </a:spcBef>
              <a:spcAft>
                <a:spcPts val="0"/>
              </a:spcAft>
              <a:buNone/>
            </a:pPr>
            <a:endParaRPr>
              <a:solidFill>
                <a:schemeClr val="dk1"/>
              </a:solidFill>
              <a:latin typeface="Roboto Condensed"/>
              <a:ea typeface="Roboto Condensed"/>
              <a:cs typeface="Roboto Condensed"/>
              <a:sym typeface="Roboto Condensed"/>
            </a:endParaRPr>
          </a:p>
        </p:txBody>
      </p:sp>
      <p:sp>
        <p:nvSpPr>
          <p:cNvPr id="1768" name="Google Shape;1768;p68"/>
          <p:cNvSpPr txBox="1"/>
          <p:nvPr/>
        </p:nvSpPr>
        <p:spPr>
          <a:xfrm>
            <a:off x="6592207" y="2645306"/>
            <a:ext cx="1831800" cy="37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1769" name="Google Shape;1769;p68"/>
          <p:cNvSpPr txBox="1"/>
          <p:nvPr/>
        </p:nvSpPr>
        <p:spPr>
          <a:xfrm>
            <a:off x="6591332" y="2945594"/>
            <a:ext cx="1831800" cy="566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quite a small planet</a:t>
            </a:r>
            <a:endParaRPr>
              <a:solidFill>
                <a:schemeClr val="dk1"/>
              </a:solidFill>
              <a:latin typeface="Roboto Condensed"/>
              <a:ea typeface="Roboto Condensed"/>
              <a:cs typeface="Roboto Condensed"/>
              <a:sym typeface="Roboto Condensed"/>
            </a:endParaRPr>
          </a:p>
        </p:txBody>
      </p:sp>
      <p:sp>
        <p:nvSpPr>
          <p:cNvPr id="1770" name="Google Shape;1770;p68"/>
          <p:cNvSpPr txBox="1"/>
          <p:nvPr/>
        </p:nvSpPr>
        <p:spPr>
          <a:xfrm>
            <a:off x="715100" y="2644652"/>
            <a:ext cx="1831800" cy="373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1771" name="Google Shape;1771;p68"/>
          <p:cNvSpPr txBox="1"/>
          <p:nvPr/>
        </p:nvSpPr>
        <p:spPr>
          <a:xfrm>
            <a:off x="714225" y="2952805"/>
            <a:ext cx="1831800" cy="55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Mars is full of iron oxide dust</a:t>
            </a:r>
            <a:endParaRPr>
              <a:solidFill>
                <a:schemeClr val="dk1"/>
              </a:solidFill>
              <a:latin typeface="Roboto Condensed"/>
              <a:ea typeface="Roboto Condensed"/>
              <a:cs typeface="Roboto Condensed"/>
              <a:sym typeface="Roboto Condensed"/>
            </a:endParaRPr>
          </a:p>
        </p:txBody>
      </p:sp>
      <p:cxnSp>
        <p:nvCxnSpPr>
          <p:cNvPr id="1772" name="Google Shape;1772;p68"/>
          <p:cNvCxnSpPr>
            <a:stCxn id="1771" idx="2"/>
          </p:cNvCxnSpPr>
          <p:nvPr/>
        </p:nvCxnSpPr>
        <p:spPr>
          <a:xfrm rot="-5400000" flipH="1">
            <a:off x="2033175" y="3109555"/>
            <a:ext cx="563400" cy="1369500"/>
          </a:xfrm>
          <a:prstGeom prst="bentConnector2">
            <a:avLst/>
          </a:prstGeom>
          <a:noFill/>
          <a:ln w="19050" cap="flat" cmpd="sng">
            <a:solidFill>
              <a:schemeClr val="accent2"/>
            </a:solidFill>
            <a:prstDash val="solid"/>
            <a:round/>
            <a:headEnd type="none" w="med" len="med"/>
            <a:tailEnd type="oval" w="med" len="med"/>
          </a:ln>
        </p:spPr>
      </p:cxnSp>
      <p:cxnSp>
        <p:nvCxnSpPr>
          <p:cNvPr id="1773" name="Google Shape;1773;p68"/>
          <p:cNvCxnSpPr>
            <a:stCxn id="1771" idx="2"/>
          </p:cNvCxnSpPr>
          <p:nvPr/>
        </p:nvCxnSpPr>
        <p:spPr>
          <a:xfrm rot="-5400000">
            <a:off x="2427975" y="2710555"/>
            <a:ext cx="4200" cy="1599900"/>
          </a:xfrm>
          <a:prstGeom prst="bentConnector4">
            <a:avLst>
              <a:gd name="adj1" fmla="val -5669643"/>
              <a:gd name="adj2" fmla="val 78624"/>
            </a:avLst>
          </a:prstGeom>
          <a:noFill/>
          <a:ln w="19050" cap="flat" cmpd="sng">
            <a:solidFill>
              <a:schemeClr val="accent2"/>
            </a:solidFill>
            <a:prstDash val="solid"/>
            <a:round/>
            <a:headEnd type="none" w="med" len="med"/>
            <a:tailEnd type="oval" w="med" len="med"/>
          </a:ln>
        </p:spPr>
      </p:cxnSp>
      <p:cxnSp>
        <p:nvCxnSpPr>
          <p:cNvPr id="1774" name="Google Shape;1774;p68"/>
          <p:cNvCxnSpPr>
            <a:stCxn id="1765" idx="2"/>
          </p:cNvCxnSpPr>
          <p:nvPr/>
        </p:nvCxnSpPr>
        <p:spPr>
          <a:xfrm rot="-5400000" flipH="1">
            <a:off x="2670161" y="3037300"/>
            <a:ext cx="1515000" cy="349800"/>
          </a:xfrm>
          <a:prstGeom prst="bentConnector3">
            <a:avLst>
              <a:gd name="adj1" fmla="val 50000"/>
            </a:avLst>
          </a:prstGeom>
          <a:noFill/>
          <a:ln w="19050" cap="flat" cmpd="sng">
            <a:solidFill>
              <a:schemeClr val="accent2"/>
            </a:solidFill>
            <a:prstDash val="solid"/>
            <a:round/>
            <a:headEnd type="none" w="med" len="med"/>
            <a:tailEnd type="oval" w="med" len="med"/>
          </a:ln>
        </p:spPr>
      </p:cxnSp>
      <p:cxnSp>
        <p:nvCxnSpPr>
          <p:cNvPr id="1775" name="Google Shape;1775;p68"/>
          <p:cNvCxnSpPr>
            <a:stCxn id="1767" idx="2"/>
          </p:cNvCxnSpPr>
          <p:nvPr/>
        </p:nvCxnSpPr>
        <p:spPr>
          <a:xfrm rot="5400000">
            <a:off x="4855539" y="1828150"/>
            <a:ext cx="407400" cy="1660500"/>
          </a:xfrm>
          <a:prstGeom prst="bentConnector2">
            <a:avLst/>
          </a:prstGeom>
          <a:noFill/>
          <a:ln w="19050" cap="flat" cmpd="sng">
            <a:solidFill>
              <a:schemeClr val="accent2"/>
            </a:solidFill>
            <a:prstDash val="solid"/>
            <a:round/>
            <a:headEnd type="none" w="med" len="med"/>
            <a:tailEnd type="oval" w="med" len="med"/>
          </a:ln>
        </p:spPr>
      </p:cxnSp>
      <p:cxnSp>
        <p:nvCxnSpPr>
          <p:cNvPr id="1776" name="Google Shape;1776;p68"/>
          <p:cNvCxnSpPr>
            <a:stCxn id="1767" idx="2"/>
          </p:cNvCxnSpPr>
          <p:nvPr/>
        </p:nvCxnSpPr>
        <p:spPr>
          <a:xfrm rot="5400000">
            <a:off x="4765989" y="2390800"/>
            <a:ext cx="1059600" cy="1187400"/>
          </a:xfrm>
          <a:prstGeom prst="bentConnector2">
            <a:avLst/>
          </a:prstGeom>
          <a:noFill/>
          <a:ln w="19050" cap="flat" cmpd="sng">
            <a:solidFill>
              <a:schemeClr val="accent2"/>
            </a:solidFill>
            <a:prstDash val="solid"/>
            <a:round/>
            <a:headEnd type="none" w="med" len="med"/>
            <a:tailEnd type="oval" w="med" len="med"/>
          </a:ln>
        </p:spPr>
      </p:cxnSp>
      <p:cxnSp>
        <p:nvCxnSpPr>
          <p:cNvPr id="1777" name="Google Shape;1777;p68"/>
          <p:cNvCxnSpPr>
            <a:stCxn id="1769" idx="2"/>
          </p:cNvCxnSpPr>
          <p:nvPr/>
        </p:nvCxnSpPr>
        <p:spPr>
          <a:xfrm rot="5400000">
            <a:off x="6259982" y="2781644"/>
            <a:ext cx="517200" cy="1977300"/>
          </a:xfrm>
          <a:prstGeom prst="bentConnector2">
            <a:avLst/>
          </a:prstGeom>
          <a:noFill/>
          <a:ln w="19050" cap="flat" cmpd="sng">
            <a:solidFill>
              <a:schemeClr val="accent2"/>
            </a:solidFill>
            <a:prstDash val="solid"/>
            <a:round/>
            <a:headEnd type="none" w="med" len="med"/>
            <a:tailEnd type="oval" w="med" len="med"/>
          </a:ln>
        </p:spPr>
      </p:cxnSp>
      <p:sp>
        <p:nvSpPr>
          <p:cNvPr id="1778" name="Google Shape;1778;p68"/>
          <p:cNvSpPr/>
          <p:nvPr/>
        </p:nvSpPr>
        <p:spPr>
          <a:xfrm>
            <a:off x="4462713" y="4088200"/>
            <a:ext cx="222900" cy="2229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79" name="Google Shape;1779;p68"/>
          <p:cNvCxnSpPr>
            <a:stCxn id="1778" idx="0"/>
          </p:cNvCxnSpPr>
          <p:nvPr/>
        </p:nvCxnSpPr>
        <p:spPr>
          <a:xfrm rot="10800000">
            <a:off x="4574163" y="3693400"/>
            <a:ext cx="0" cy="39480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83"/>
        <p:cNvGrpSpPr/>
        <p:nvPr/>
      </p:nvGrpSpPr>
      <p:grpSpPr>
        <a:xfrm>
          <a:off x="0" y="0"/>
          <a:ext cx="0" cy="0"/>
          <a:chOff x="0" y="0"/>
          <a:chExt cx="0" cy="0"/>
        </a:xfrm>
      </p:grpSpPr>
      <p:sp>
        <p:nvSpPr>
          <p:cNvPr id="1784" name="Google Shape;1784;p69"/>
          <p:cNvSpPr txBox="1">
            <a:spLocks noGrp="1"/>
          </p:cNvSpPr>
          <p:nvPr>
            <p:ph type="title"/>
          </p:nvPr>
        </p:nvSpPr>
        <p:spPr>
          <a:xfrm>
            <a:off x="713225" y="445025"/>
            <a:ext cx="7717500" cy="70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TABLES </a:t>
            </a:r>
            <a:r>
              <a:rPr lang="en" b="0">
                <a:latin typeface="Red Hat Text Light"/>
                <a:ea typeface="Red Hat Text Light"/>
                <a:cs typeface="Red Hat Text Light"/>
                <a:sym typeface="Red Hat Text Light"/>
              </a:rPr>
              <a:t>REPRESENT YOUR DATA</a:t>
            </a:r>
            <a:endParaRPr b="0">
              <a:latin typeface="Red Hat Text Light"/>
              <a:ea typeface="Red Hat Text Light"/>
              <a:cs typeface="Red Hat Text Light"/>
              <a:sym typeface="Red Hat Text Light"/>
            </a:endParaRPr>
          </a:p>
        </p:txBody>
      </p:sp>
      <p:graphicFrame>
        <p:nvGraphicFramePr>
          <p:cNvPr id="1785" name="Google Shape;1785;p69"/>
          <p:cNvGraphicFramePr/>
          <p:nvPr/>
        </p:nvGraphicFramePr>
        <p:xfrm>
          <a:off x="713238" y="1441960"/>
          <a:ext cx="3000000" cy="3000000"/>
        </p:xfrm>
        <a:graphic>
          <a:graphicData uri="http://schemas.openxmlformats.org/drawingml/2006/table">
            <a:tbl>
              <a:tblPr>
                <a:noFill/>
                <a:tableStyleId>{12116716-413E-481D-97E3-14045B25411E}</a:tableStyleId>
              </a:tblPr>
              <a:tblGrid>
                <a:gridCol w="1531175">
                  <a:extLst>
                    <a:ext uri="{9D8B030D-6E8A-4147-A177-3AD203B41FA5}">
                      <a16:colId xmlns:a16="http://schemas.microsoft.com/office/drawing/2014/main" val="20000"/>
                    </a:ext>
                  </a:extLst>
                </a:gridCol>
                <a:gridCol w="1976600">
                  <a:extLst>
                    <a:ext uri="{9D8B030D-6E8A-4147-A177-3AD203B41FA5}">
                      <a16:colId xmlns:a16="http://schemas.microsoft.com/office/drawing/2014/main" val="20001"/>
                    </a:ext>
                  </a:extLst>
                </a:gridCol>
                <a:gridCol w="2104900">
                  <a:extLst>
                    <a:ext uri="{9D8B030D-6E8A-4147-A177-3AD203B41FA5}">
                      <a16:colId xmlns:a16="http://schemas.microsoft.com/office/drawing/2014/main" val="20002"/>
                    </a:ext>
                  </a:extLst>
                </a:gridCol>
                <a:gridCol w="2104850">
                  <a:extLst>
                    <a:ext uri="{9D8B030D-6E8A-4147-A177-3AD203B41FA5}">
                      <a16:colId xmlns:a16="http://schemas.microsoft.com/office/drawing/2014/main" val="20003"/>
                    </a:ext>
                  </a:extLst>
                </a:gridCol>
              </a:tblGrid>
              <a:tr h="658525">
                <a:tc>
                  <a:txBody>
                    <a:bodyPr/>
                    <a:lstStyle/>
                    <a:p>
                      <a:pPr marL="0" lvl="0" indent="0" algn="l" rtl="0">
                        <a:spcBef>
                          <a:spcPts val="0"/>
                        </a:spcBef>
                        <a:spcAft>
                          <a:spcPts val="0"/>
                        </a:spcAft>
                        <a:buNone/>
                      </a:pPr>
                      <a:endParaRPr sz="1800">
                        <a:solidFill>
                          <a:srgbClr val="4E48AB"/>
                        </a:solidFill>
                        <a:latin typeface="Bebas Neue"/>
                        <a:ea typeface="Bebas Neue"/>
                        <a:cs typeface="Bebas Neue"/>
                        <a:sym typeface="Bebas Neue"/>
                      </a:endParaRPr>
                    </a:p>
                  </a:txBody>
                  <a:tcPr marL="91425" marR="91425" marT="68575" marB="68575" anchor="ctr">
                    <a:lnL w="28575" cap="flat" cmpd="sng">
                      <a:solidFill>
                        <a:srgbClr val="666666">
                          <a:alpha val="0"/>
                        </a:srgbClr>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28575" cap="flat" cmpd="sng">
                      <a:solidFill>
                        <a:srgbClr val="666666">
                          <a:alpha val="0"/>
                        </a:srgbClr>
                      </a:solidFill>
                      <a:prstDash val="solid"/>
                      <a:round/>
                      <a:headEnd type="none" w="sm" len="sm"/>
                      <a:tailEnd type="none" w="sm" len="sm"/>
                    </a:lnT>
                    <a:lnB w="19050" cap="flat" cmpd="sng">
                      <a:solidFill>
                        <a:srgbClr val="B7B7B7">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MASS</a:t>
                      </a:r>
                      <a:endParaRPr sz="1500" b="1">
                        <a:solidFill>
                          <a:schemeClr val="dk1"/>
                        </a:solidFill>
                        <a:latin typeface="Red Hat Text"/>
                        <a:ea typeface="Red Hat Text"/>
                        <a:cs typeface="Red Hat Text"/>
                        <a:sym typeface="Red Hat Text"/>
                      </a:endParaRPr>
                    </a:p>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(EARTHS)</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rgbClr val="B7B7B7">
                          <a:alpha val="0"/>
                        </a:srgb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rgbClr val="000000"/>
                        </a:buClr>
                        <a:buSzPts val="1100"/>
                        <a:buFont typeface="Arial"/>
                        <a:buNone/>
                      </a:pPr>
                      <a:r>
                        <a:rPr lang="en" sz="1500" b="1">
                          <a:solidFill>
                            <a:schemeClr val="dk1"/>
                          </a:solidFill>
                          <a:latin typeface="Red Hat Text"/>
                          <a:ea typeface="Red Hat Text"/>
                          <a:cs typeface="Red Hat Text"/>
                          <a:sym typeface="Red Hat Text"/>
                        </a:rPr>
                        <a:t>DIAMETER</a:t>
                      </a:r>
                      <a:endParaRPr sz="1500" b="1">
                        <a:solidFill>
                          <a:schemeClr val="dk1"/>
                        </a:solidFill>
                        <a:latin typeface="Red Hat Text"/>
                        <a:ea typeface="Red Hat Text"/>
                        <a:cs typeface="Red Hat Text"/>
                        <a:sym typeface="Red Hat Text"/>
                      </a:endParaRPr>
                    </a:p>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(EARTHS)</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rgbClr val="F4C5B1">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rgbClr val="000000"/>
                        </a:buClr>
                        <a:buSzPts val="1100"/>
                        <a:buFont typeface="Arial"/>
                        <a:buNone/>
                      </a:pPr>
                      <a:r>
                        <a:rPr lang="en" sz="1500" b="1">
                          <a:solidFill>
                            <a:schemeClr val="dk1"/>
                          </a:solidFill>
                          <a:latin typeface="Red Hat Text"/>
                          <a:ea typeface="Red Hat Text"/>
                          <a:cs typeface="Red Hat Text"/>
                          <a:sym typeface="Red Hat Text"/>
                        </a:rPr>
                        <a:t>SURFACE GRAVITY</a:t>
                      </a:r>
                      <a:endParaRPr sz="1500" b="1">
                        <a:solidFill>
                          <a:schemeClr val="dk1"/>
                        </a:solidFill>
                        <a:latin typeface="Red Hat Text"/>
                        <a:ea typeface="Red Hat Text"/>
                        <a:cs typeface="Red Hat Text"/>
                        <a:sym typeface="Red Hat Text"/>
                      </a:endParaRPr>
                    </a:p>
                    <a:p>
                      <a:pPr marL="0" lvl="0" indent="0" algn="ctr" rtl="0">
                        <a:spcBef>
                          <a:spcPts val="0"/>
                        </a:spcBef>
                        <a:spcAft>
                          <a:spcPts val="0"/>
                        </a:spcAft>
                        <a:buClr>
                          <a:srgbClr val="000000"/>
                        </a:buClr>
                        <a:buSzPts val="1100"/>
                        <a:buFont typeface="Arial"/>
                        <a:buNone/>
                      </a:pPr>
                      <a:r>
                        <a:rPr lang="en" sz="1500" b="1">
                          <a:solidFill>
                            <a:schemeClr val="dk1"/>
                          </a:solidFill>
                          <a:latin typeface="Red Hat Text"/>
                          <a:ea typeface="Red Hat Text"/>
                          <a:cs typeface="Red Hat Text"/>
                          <a:sym typeface="Red Hat Text"/>
                        </a:rPr>
                        <a:t>(EARTHS)</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chemeClr val="lt1"/>
                      </a:solidFill>
                      <a:prstDash val="solid"/>
                      <a:round/>
                      <a:headEnd type="none" w="sm" len="sm"/>
                      <a:tailEnd type="none" w="sm" len="sm"/>
                    </a:lnL>
                    <a:lnR w="19050" cap="flat" cmpd="sng">
                      <a:solidFill>
                        <a:srgbClr val="B7B7B7">
                          <a:alpha val="0"/>
                        </a:srgbClr>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684300">
                <a:tc>
                  <a:txBody>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MERCURY</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rgbClr val="B7B7B7">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rgbClr val="B7B7B7">
                          <a:alpha val="0"/>
                        </a:srgb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0.25</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0.99</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0.45</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1"/>
                  </a:ext>
                </a:extLst>
              </a:tr>
              <a:tr h="684300">
                <a:tc>
                  <a:txBody>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MARS</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rgbClr val="F4C5B1">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0.15</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0.23</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0.82</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2"/>
                  </a:ext>
                </a:extLst>
              </a:tr>
              <a:tr h="684300">
                <a:tc>
                  <a:txBody>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SATURN</a:t>
                      </a:r>
                      <a:endParaRPr sz="1500" b="1">
                        <a:solidFill>
                          <a:schemeClr val="dk1"/>
                        </a:solidFill>
                        <a:latin typeface="Red Hat Text"/>
                        <a:ea typeface="Red Hat Text"/>
                        <a:cs typeface="Red Hat Text"/>
                        <a:sym typeface="Red Hat Text"/>
                      </a:endParaRPr>
                    </a:p>
                  </a:txBody>
                  <a:tcPr marL="91425" marR="91425" marT="68575" marB="68575" anchor="ctr">
                    <a:lnL w="19050" cap="flat" cmpd="sng">
                      <a:solidFill>
                        <a:srgbClr val="B7B7B7">
                          <a:alpha val="0"/>
                        </a:srgbClr>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rgbClr val="B7B7B7">
                          <a:alpha val="0"/>
                        </a:srgb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24.5</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10,6</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Roboto Condensed"/>
                          <a:ea typeface="Roboto Condensed"/>
                          <a:cs typeface="Roboto Condensed"/>
                          <a:sym typeface="Roboto Condensed"/>
                        </a:rPr>
                        <a:t>3.79</a:t>
                      </a:r>
                      <a:endParaRPr sz="1600">
                        <a:solidFill>
                          <a:schemeClr val="dk1"/>
                        </a:solidFill>
                        <a:latin typeface="Roboto Condensed"/>
                        <a:ea typeface="Roboto Condensed"/>
                        <a:cs typeface="Roboto Condensed"/>
                        <a:sym typeface="Roboto Condensed"/>
                      </a:endParaRPr>
                    </a:p>
                  </a:txBody>
                  <a:tcPr marL="91425" marR="91425" marT="68575" marB="68575"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1786" name="Google Shape;1786;p69"/>
          <p:cNvGrpSpPr/>
          <p:nvPr/>
        </p:nvGrpSpPr>
        <p:grpSpPr>
          <a:xfrm rot="-5400000">
            <a:off x="-216275" y="4461900"/>
            <a:ext cx="1168925" cy="284175"/>
            <a:chOff x="6017825" y="3809000"/>
            <a:chExt cx="1168925" cy="284175"/>
          </a:xfrm>
        </p:grpSpPr>
        <p:sp>
          <p:nvSpPr>
            <p:cNvPr id="1787" name="Google Shape;1787;p6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808"/>
        <p:cNvGrpSpPr/>
        <p:nvPr/>
      </p:nvGrpSpPr>
      <p:grpSpPr>
        <a:xfrm>
          <a:off x="0" y="0"/>
          <a:ext cx="0" cy="0"/>
          <a:chOff x="0" y="0"/>
          <a:chExt cx="0" cy="0"/>
        </a:xfrm>
      </p:grpSpPr>
      <p:sp>
        <p:nvSpPr>
          <p:cNvPr id="1809" name="Google Shape;1809;p70"/>
          <p:cNvSpPr txBox="1">
            <a:spLocks noGrp="1"/>
          </p:cNvSpPr>
          <p:nvPr>
            <p:ph type="title"/>
          </p:nvPr>
        </p:nvSpPr>
        <p:spPr>
          <a:xfrm>
            <a:off x="713225" y="445025"/>
            <a:ext cx="7717500" cy="6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YOU CAN USE THIS</a:t>
            </a:r>
            <a:r>
              <a:rPr lang="en"/>
              <a:t> GRAPH</a:t>
            </a:r>
            <a:endParaRPr/>
          </a:p>
        </p:txBody>
      </p:sp>
      <p:sp>
        <p:nvSpPr>
          <p:cNvPr id="1810" name="Google Shape;1810;p70"/>
          <p:cNvSpPr txBox="1"/>
          <p:nvPr/>
        </p:nvSpPr>
        <p:spPr>
          <a:xfrm>
            <a:off x="5250425" y="3845800"/>
            <a:ext cx="3180300" cy="705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 </a:t>
            </a:r>
            <a:r>
              <a:rPr lang="en" sz="1200" b="1">
                <a:solidFill>
                  <a:schemeClr val="dk1"/>
                </a:solidFill>
                <a:uFill>
                  <a:noFill/>
                </a:uFill>
                <a:latin typeface="Lato"/>
                <a:ea typeface="Lato"/>
                <a:cs typeface="Lato"/>
                <a:sym typeface="Lato"/>
                <a:hlinkClick r:id="rId3">
                  <a:extLst>
                    <a:ext uri="{A12FA001-AC4F-418D-AE19-62706E023703}">
                      <ahyp:hlinkClr xmlns:ahyp="http://schemas.microsoft.com/office/drawing/2018/hyperlinkcolor" val="tx"/>
                    </a:ext>
                  </a:extLst>
                </a:hlinkClick>
              </a:rPr>
              <a:t>For more info, click here</a:t>
            </a:r>
            <a:endParaRPr sz="2500" b="1">
              <a:solidFill>
                <a:schemeClr val="dk1"/>
              </a:solidFill>
              <a:latin typeface="Lato"/>
              <a:ea typeface="Lato"/>
              <a:cs typeface="Lato"/>
              <a:sym typeface="Lato"/>
            </a:endParaRPr>
          </a:p>
        </p:txBody>
      </p:sp>
      <p:sp>
        <p:nvSpPr>
          <p:cNvPr id="1811" name="Google Shape;1811;p70"/>
          <p:cNvSpPr txBox="1"/>
          <p:nvPr/>
        </p:nvSpPr>
        <p:spPr>
          <a:xfrm>
            <a:off x="713225" y="4095150"/>
            <a:ext cx="1937700" cy="48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Mars is actually a very cold place</a:t>
            </a:r>
            <a:endParaRPr>
              <a:solidFill>
                <a:schemeClr val="dk1"/>
              </a:solidFill>
              <a:latin typeface="Roboto Condensed"/>
              <a:ea typeface="Roboto Condensed"/>
              <a:cs typeface="Roboto Condensed"/>
              <a:sym typeface="Roboto Condensed"/>
            </a:endParaRPr>
          </a:p>
        </p:txBody>
      </p:sp>
      <p:sp>
        <p:nvSpPr>
          <p:cNvPr id="1812" name="Google Shape;1812;p70"/>
          <p:cNvSpPr txBox="1"/>
          <p:nvPr/>
        </p:nvSpPr>
        <p:spPr>
          <a:xfrm>
            <a:off x="2981832" y="4095150"/>
            <a:ext cx="1937700" cy="48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Venus has extremely high temperatures</a:t>
            </a:r>
            <a:endParaRPr>
              <a:solidFill>
                <a:schemeClr val="dk1"/>
              </a:solidFill>
              <a:latin typeface="Roboto Condensed"/>
              <a:ea typeface="Roboto Condensed"/>
              <a:cs typeface="Roboto Condensed"/>
              <a:sym typeface="Roboto Condensed"/>
            </a:endParaRPr>
          </a:p>
        </p:txBody>
      </p:sp>
      <p:sp>
        <p:nvSpPr>
          <p:cNvPr id="1813" name="Google Shape;1813;p70"/>
          <p:cNvSpPr txBox="1"/>
          <p:nvPr/>
        </p:nvSpPr>
        <p:spPr>
          <a:xfrm>
            <a:off x="713225" y="3789350"/>
            <a:ext cx="19377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1814" name="Google Shape;1814;p70"/>
          <p:cNvSpPr txBox="1"/>
          <p:nvPr/>
        </p:nvSpPr>
        <p:spPr>
          <a:xfrm>
            <a:off x="2981829" y="3789350"/>
            <a:ext cx="19377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815" name="Google Shape;1815;p70"/>
          <p:cNvSpPr/>
          <p:nvPr/>
        </p:nvSpPr>
        <p:spPr>
          <a:xfrm>
            <a:off x="1365975" y="302057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0"/>
          <p:cNvSpPr/>
          <p:nvPr/>
        </p:nvSpPr>
        <p:spPr>
          <a:xfrm>
            <a:off x="3634575" y="302057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rgbClr val="CED4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7" name="Google Shape;1817;p70"/>
          <p:cNvGrpSpPr/>
          <p:nvPr/>
        </p:nvGrpSpPr>
        <p:grpSpPr>
          <a:xfrm>
            <a:off x="1542677" y="3157228"/>
            <a:ext cx="278795" cy="351615"/>
            <a:chOff x="8010427" y="3348503"/>
            <a:chExt cx="278795" cy="351615"/>
          </a:xfrm>
        </p:grpSpPr>
        <p:sp>
          <p:nvSpPr>
            <p:cNvPr id="1818" name="Google Shape;1818;p70"/>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0"/>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0"/>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0"/>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70"/>
          <p:cNvGrpSpPr/>
          <p:nvPr/>
        </p:nvGrpSpPr>
        <p:grpSpPr>
          <a:xfrm>
            <a:off x="3831184" y="3156655"/>
            <a:ext cx="238976" cy="352762"/>
            <a:chOff x="4942472" y="3809318"/>
            <a:chExt cx="238976" cy="352762"/>
          </a:xfrm>
        </p:grpSpPr>
        <p:sp>
          <p:nvSpPr>
            <p:cNvPr id="1823" name="Google Shape;1823;p70"/>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0"/>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0"/>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0"/>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0"/>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0"/>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0"/>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0" name="Google Shape;1830;p70"/>
          <p:cNvSpPr txBox="1"/>
          <p:nvPr/>
        </p:nvSpPr>
        <p:spPr>
          <a:xfrm>
            <a:off x="5250425" y="3020575"/>
            <a:ext cx="3180300" cy="869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dk1"/>
                </a:solidFill>
                <a:latin typeface="Red Hat Text"/>
                <a:ea typeface="Red Hat Text"/>
                <a:cs typeface="Red Hat Text"/>
                <a:sym typeface="Red Hat Text"/>
              </a:rPr>
              <a:t>AVERAGE TEMPERATURE</a:t>
            </a:r>
            <a:r>
              <a:rPr lang="en" sz="1300" b="1">
                <a:solidFill>
                  <a:schemeClr val="dk1"/>
                </a:solidFill>
                <a:latin typeface="Red Hat Text"/>
                <a:ea typeface="Red Hat Text"/>
                <a:cs typeface="Red Hat Text"/>
                <a:sym typeface="Red Hat Text"/>
              </a:rPr>
              <a:t> </a:t>
            </a:r>
            <a:r>
              <a:rPr lang="en" sz="3300" b="1">
                <a:solidFill>
                  <a:schemeClr val="dk1"/>
                </a:solidFill>
                <a:latin typeface="Red Hat Text"/>
                <a:ea typeface="Red Hat Text"/>
                <a:cs typeface="Red Hat Text"/>
                <a:sym typeface="Red Hat Text"/>
              </a:rPr>
              <a:t>36.5 GRADES</a:t>
            </a:r>
            <a:endParaRPr sz="3300" b="1">
              <a:solidFill>
                <a:schemeClr val="dk1"/>
              </a:solidFill>
              <a:latin typeface="Red Hat Text"/>
              <a:ea typeface="Red Hat Text"/>
              <a:cs typeface="Red Hat Text"/>
              <a:sym typeface="Red Hat Text"/>
            </a:endParaRPr>
          </a:p>
        </p:txBody>
      </p:sp>
      <p:pic>
        <p:nvPicPr>
          <p:cNvPr id="1831" name="Google Shape;1831;p70" title="Chart">
            <a:hlinkClick r:id="rId4"/>
          </p:cNvPr>
          <p:cNvPicPr preferRelativeResize="0"/>
          <p:nvPr/>
        </p:nvPicPr>
        <p:blipFill>
          <a:blip r:embed="rId5">
            <a:alphaModFix/>
          </a:blip>
          <a:stretch>
            <a:fillRect/>
          </a:stretch>
        </p:blipFill>
        <p:spPr>
          <a:xfrm>
            <a:off x="781404" y="1167425"/>
            <a:ext cx="7581184" cy="1791649"/>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835"/>
        <p:cNvGrpSpPr/>
        <p:nvPr/>
      </p:nvGrpSpPr>
      <p:grpSpPr>
        <a:xfrm>
          <a:off x="0" y="0"/>
          <a:ext cx="0" cy="0"/>
          <a:chOff x="0" y="0"/>
          <a:chExt cx="0" cy="0"/>
        </a:xfrm>
      </p:grpSpPr>
      <p:sp>
        <p:nvSpPr>
          <p:cNvPr id="1836" name="Google Shape;1836;p71"/>
          <p:cNvSpPr/>
          <p:nvPr/>
        </p:nvSpPr>
        <p:spPr>
          <a:xfrm>
            <a:off x="4947575" y="2018751"/>
            <a:ext cx="871489" cy="80915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1"/>
          <p:cNvSpPr/>
          <p:nvPr/>
        </p:nvSpPr>
        <p:spPr>
          <a:xfrm>
            <a:off x="3275775" y="1375651"/>
            <a:ext cx="871489" cy="80915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1"/>
          <p:cNvSpPr txBox="1">
            <a:spLocks noGrp="1"/>
          </p:cNvSpPr>
          <p:nvPr>
            <p:ph type="subTitle" idx="3"/>
          </p:nvPr>
        </p:nvSpPr>
        <p:spPr>
          <a:xfrm>
            <a:off x="5055275" y="3376925"/>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ANNA HARRIS</a:t>
            </a:r>
            <a:endParaRPr/>
          </a:p>
        </p:txBody>
      </p:sp>
      <p:sp>
        <p:nvSpPr>
          <p:cNvPr id="1839" name="Google Shape;1839;p71"/>
          <p:cNvSpPr txBox="1">
            <a:spLocks noGrp="1"/>
          </p:cNvSpPr>
          <p:nvPr>
            <p:ph type="subTitle" idx="4"/>
          </p:nvPr>
        </p:nvSpPr>
        <p:spPr>
          <a:xfrm>
            <a:off x="1583300" y="3376925"/>
            <a:ext cx="25056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pic>
        <p:nvPicPr>
          <p:cNvPr id="1840" name="Google Shape;1840;p71"/>
          <p:cNvPicPr preferRelativeResize="0"/>
          <p:nvPr/>
        </p:nvPicPr>
        <p:blipFill rotWithShape="1">
          <a:blip r:embed="rId3">
            <a:alphaModFix/>
          </a:blip>
          <a:srcRect l="2693" r="30640"/>
          <a:stretch/>
        </p:blipFill>
        <p:spPr>
          <a:xfrm>
            <a:off x="5504089" y="1375650"/>
            <a:ext cx="1608000" cy="1608000"/>
          </a:xfrm>
          <a:prstGeom prst="round2SameRect">
            <a:avLst>
              <a:gd name="adj1" fmla="val 50000"/>
              <a:gd name="adj2" fmla="val 0"/>
            </a:avLst>
          </a:prstGeom>
          <a:noFill/>
          <a:ln>
            <a:noFill/>
          </a:ln>
        </p:spPr>
      </p:pic>
      <p:pic>
        <p:nvPicPr>
          <p:cNvPr id="1841" name="Google Shape;1841;p71"/>
          <p:cNvPicPr preferRelativeResize="0"/>
          <p:nvPr/>
        </p:nvPicPr>
        <p:blipFill rotWithShape="1">
          <a:blip r:embed="rId4">
            <a:alphaModFix/>
          </a:blip>
          <a:srcRect t="4027" b="29307"/>
          <a:stretch/>
        </p:blipFill>
        <p:spPr>
          <a:xfrm>
            <a:off x="2031864" y="1375600"/>
            <a:ext cx="1608000" cy="1608000"/>
          </a:xfrm>
          <a:prstGeom prst="round2SameRect">
            <a:avLst>
              <a:gd name="adj1" fmla="val 50000"/>
              <a:gd name="adj2" fmla="val 0"/>
            </a:avLst>
          </a:prstGeom>
          <a:noFill/>
          <a:ln>
            <a:noFill/>
          </a:ln>
        </p:spPr>
      </p:pic>
      <p:sp>
        <p:nvSpPr>
          <p:cNvPr id="1842" name="Google Shape;1842;p71"/>
          <p:cNvSpPr txBox="1">
            <a:spLocks noGrp="1"/>
          </p:cNvSpPr>
          <p:nvPr>
            <p:ph type="subTitle" idx="1"/>
          </p:nvPr>
        </p:nvSpPr>
        <p:spPr>
          <a:xfrm>
            <a:off x="5055284" y="369792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843" name="Google Shape;1843;p71"/>
          <p:cNvSpPr txBox="1">
            <a:spLocks noGrp="1"/>
          </p:cNvSpPr>
          <p:nvPr>
            <p:ph type="subTitle" idx="2"/>
          </p:nvPr>
        </p:nvSpPr>
        <p:spPr>
          <a:xfrm>
            <a:off x="1583300" y="3697924"/>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1844" name="Google Shape;1844;p71"/>
          <p:cNvSpPr/>
          <p:nvPr/>
        </p:nvSpPr>
        <p:spPr>
          <a:xfrm>
            <a:off x="1879275" y="1200512"/>
            <a:ext cx="1913638" cy="1958009"/>
          </a:xfrm>
          <a:custGeom>
            <a:avLst/>
            <a:gdLst/>
            <a:ahLst/>
            <a:cxnLst/>
            <a:rect l="l" t="t" r="r" b="b"/>
            <a:pathLst>
              <a:path w="94524" h="91453" fill="none" extrusionOk="0">
                <a:moveTo>
                  <a:pt x="94524" y="47268"/>
                </a:moveTo>
                <a:lnTo>
                  <a:pt x="94524" y="91452"/>
                </a:lnTo>
                <a:lnTo>
                  <a:pt x="0" y="91452"/>
                </a:lnTo>
                <a:lnTo>
                  <a:pt x="0" y="47268"/>
                </a:lnTo>
                <a:cubicBezTo>
                  <a:pt x="0" y="21205"/>
                  <a:pt x="21205" y="0"/>
                  <a:pt x="47268" y="0"/>
                </a:cubicBezTo>
                <a:cubicBezTo>
                  <a:pt x="73319" y="0"/>
                  <a:pt x="94524" y="21205"/>
                  <a:pt x="94524" y="47268"/>
                </a:cubicBezTo>
                <a:close/>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1"/>
          <p:cNvSpPr/>
          <p:nvPr/>
        </p:nvSpPr>
        <p:spPr>
          <a:xfrm>
            <a:off x="5351250" y="1200650"/>
            <a:ext cx="1913638" cy="1958009"/>
          </a:xfrm>
          <a:custGeom>
            <a:avLst/>
            <a:gdLst/>
            <a:ahLst/>
            <a:cxnLst/>
            <a:rect l="l" t="t" r="r" b="b"/>
            <a:pathLst>
              <a:path w="94524" h="91453" fill="none" extrusionOk="0">
                <a:moveTo>
                  <a:pt x="94524" y="47268"/>
                </a:moveTo>
                <a:lnTo>
                  <a:pt x="94524" y="91452"/>
                </a:lnTo>
                <a:lnTo>
                  <a:pt x="0" y="91452"/>
                </a:lnTo>
                <a:lnTo>
                  <a:pt x="0" y="47268"/>
                </a:lnTo>
                <a:cubicBezTo>
                  <a:pt x="0" y="21205"/>
                  <a:pt x="21205" y="0"/>
                  <a:pt x="47268" y="0"/>
                </a:cubicBezTo>
                <a:cubicBezTo>
                  <a:pt x="73319" y="0"/>
                  <a:pt x="94524" y="21205"/>
                  <a:pt x="94524" y="47268"/>
                </a:cubicBezTo>
                <a:close/>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 name="Google Shape;1846;p71"/>
          <p:cNvGrpSpPr/>
          <p:nvPr/>
        </p:nvGrpSpPr>
        <p:grpSpPr>
          <a:xfrm rot="5400000">
            <a:off x="7365558" y="2366676"/>
            <a:ext cx="1168925" cy="284175"/>
            <a:chOff x="6017825" y="3809000"/>
            <a:chExt cx="1168925" cy="284175"/>
          </a:xfrm>
        </p:grpSpPr>
        <p:sp>
          <p:nvSpPr>
            <p:cNvPr id="1847" name="Google Shape;1847;p71"/>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1"/>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1"/>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1"/>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1"/>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1"/>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1"/>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1"/>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1"/>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1"/>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1"/>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1"/>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1"/>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1"/>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1"/>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1"/>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1"/>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1"/>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5" name="Google Shape;1865;p71"/>
          <p:cNvSpPr/>
          <p:nvPr/>
        </p:nvSpPr>
        <p:spPr>
          <a:xfrm rot="10800000">
            <a:off x="1135488" y="2745913"/>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OUR </a:t>
            </a:r>
            <a:r>
              <a:rPr lang="en"/>
              <a:t>TEAM</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870"/>
        <p:cNvGrpSpPr/>
        <p:nvPr/>
      </p:nvGrpSpPr>
      <p:grpSpPr>
        <a:xfrm>
          <a:off x="0" y="0"/>
          <a:ext cx="0" cy="0"/>
          <a:chOff x="0" y="0"/>
          <a:chExt cx="0" cy="0"/>
        </a:xfrm>
      </p:grpSpPr>
      <p:sp>
        <p:nvSpPr>
          <p:cNvPr id="1871" name="Google Shape;1871;p72"/>
          <p:cNvSpPr txBox="1">
            <a:spLocks noGrp="1"/>
          </p:cNvSpPr>
          <p:nvPr>
            <p:ph type="title"/>
          </p:nvPr>
        </p:nvSpPr>
        <p:spPr>
          <a:xfrm>
            <a:off x="713225" y="445025"/>
            <a:ext cx="7717500" cy="7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SOME </a:t>
            </a:r>
            <a:r>
              <a:rPr lang="en"/>
              <a:t>PUBLICATIONS</a:t>
            </a:r>
            <a:endParaRPr/>
          </a:p>
        </p:txBody>
      </p:sp>
      <p:sp>
        <p:nvSpPr>
          <p:cNvPr id="1872" name="Google Shape;1872;p72"/>
          <p:cNvSpPr txBox="1">
            <a:spLocks noGrp="1"/>
          </p:cNvSpPr>
          <p:nvPr>
            <p:ph type="subTitle" idx="4294967295"/>
          </p:nvPr>
        </p:nvSpPr>
        <p:spPr>
          <a:xfrm>
            <a:off x="770036" y="3284888"/>
            <a:ext cx="2319900" cy="466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By </a:t>
            </a:r>
            <a:r>
              <a:rPr lang="en" b="1"/>
              <a:t>Julia Smith</a:t>
            </a:r>
            <a:endParaRPr b="1"/>
          </a:p>
        </p:txBody>
      </p:sp>
      <p:sp>
        <p:nvSpPr>
          <p:cNvPr id="1873" name="Google Shape;1873;p72"/>
          <p:cNvSpPr txBox="1">
            <a:spLocks noGrp="1"/>
          </p:cNvSpPr>
          <p:nvPr>
            <p:ph type="subTitle" idx="4294967295"/>
          </p:nvPr>
        </p:nvSpPr>
        <p:spPr>
          <a:xfrm>
            <a:off x="3413444" y="3284889"/>
            <a:ext cx="2319900" cy="466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By</a:t>
            </a:r>
            <a:r>
              <a:rPr lang="en" b="1"/>
              <a:t> Sarah Miles</a:t>
            </a:r>
            <a:endParaRPr b="1"/>
          </a:p>
        </p:txBody>
      </p:sp>
      <p:sp>
        <p:nvSpPr>
          <p:cNvPr id="1874" name="Google Shape;1874;p72"/>
          <p:cNvSpPr txBox="1">
            <a:spLocks noGrp="1"/>
          </p:cNvSpPr>
          <p:nvPr>
            <p:ph type="subTitle" idx="4294967295"/>
          </p:nvPr>
        </p:nvSpPr>
        <p:spPr>
          <a:xfrm>
            <a:off x="6051266" y="3284889"/>
            <a:ext cx="2319900" cy="466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By </a:t>
            </a:r>
            <a:r>
              <a:rPr lang="en" b="1"/>
              <a:t>John James</a:t>
            </a:r>
            <a:endParaRPr b="1"/>
          </a:p>
        </p:txBody>
      </p:sp>
      <p:sp>
        <p:nvSpPr>
          <p:cNvPr id="1875" name="Google Shape;1875;p72"/>
          <p:cNvSpPr txBox="1">
            <a:spLocks noGrp="1"/>
          </p:cNvSpPr>
          <p:nvPr>
            <p:ph type="subTitle" idx="4294967295"/>
          </p:nvPr>
        </p:nvSpPr>
        <p:spPr>
          <a:xfrm>
            <a:off x="767250" y="2308400"/>
            <a:ext cx="2319900" cy="102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“Neptune is the farthest planet from the Sun and the fourth-largest object in the Solar System!”</a:t>
            </a:r>
            <a:endParaRPr/>
          </a:p>
        </p:txBody>
      </p:sp>
      <p:sp>
        <p:nvSpPr>
          <p:cNvPr id="1876" name="Google Shape;1876;p72"/>
          <p:cNvSpPr txBox="1">
            <a:spLocks noGrp="1"/>
          </p:cNvSpPr>
          <p:nvPr>
            <p:ph type="subTitle" idx="4294967295"/>
          </p:nvPr>
        </p:nvSpPr>
        <p:spPr>
          <a:xfrm>
            <a:off x="3410656" y="2308411"/>
            <a:ext cx="2319900" cy="102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“Mercury is the closest planet to the Sun and also the smallest one in the entire Solar System”</a:t>
            </a:r>
            <a:endParaRPr/>
          </a:p>
        </p:txBody>
      </p:sp>
      <p:sp>
        <p:nvSpPr>
          <p:cNvPr id="1877" name="Google Shape;1877;p72"/>
          <p:cNvSpPr txBox="1">
            <a:spLocks noGrp="1"/>
          </p:cNvSpPr>
          <p:nvPr>
            <p:ph type="subTitle" idx="4294967295"/>
          </p:nvPr>
        </p:nvSpPr>
        <p:spPr>
          <a:xfrm>
            <a:off x="6048477" y="2308423"/>
            <a:ext cx="2319900" cy="102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“Despite being red, Mars is a cold place. It’s full of iron oxide dust, which gives the planet its reddish cast”</a:t>
            </a:r>
            <a:endParaRPr/>
          </a:p>
        </p:txBody>
      </p:sp>
      <p:sp>
        <p:nvSpPr>
          <p:cNvPr id="1878" name="Google Shape;1878;p72"/>
          <p:cNvSpPr/>
          <p:nvPr/>
        </p:nvSpPr>
        <p:spPr>
          <a:xfrm>
            <a:off x="4255875" y="16540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9" name="Google Shape;1879;p72"/>
          <p:cNvGrpSpPr/>
          <p:nvPr/>
        </p:nvGrpSpPr>
        <p:grpSpPr>
          <a:xfrm>
            <a:off x="4441826" y="1774556"/>
            <a:ext cx="260283" cy="345914"/>
            <a:chOff x="7598438" y="4266131"/>
            <a:chExt cx="260283" cy="345914"/>
          </a:xfrm>
        </p:grpSpPr>
        <p:sp>
          <p:nvSpPr>
            <p:cNvPr id="1880" name="Google Shape;1880;p72"/>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2"/>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2"/>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2"/>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2"/>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2"/>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2"/>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7" name="Google Shape;1887;p72"/>
          <p:cNvSpPr/>
          <p:nvPr/>
        </p:nvSpPr>
        <p:spPr>
          <a:xfrm>
            <a:off x="1608350" y="16540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8" name="Google Shape;1888;p72"/>
          <p:cNvGrpSpPr/>
          <p:nvPr/>
        </p:nvGrpSpPr>
        <p:grpSpPr>
          <a:xfrm>
            <a:off x="1792233" y="1770787"/>
            <a:ext cx="264433" cy="353454"/>
            <a:chOff x="8054820" y="2416399"/>
            <a:chExt cx="264433" cy="353454"/>
          </a:xfrm>
        </p:grpSpPr>
        <p:sp>
          <p:nvSpPr>
            <p:cNvPr id="1889" name="Google Shape;1889;p72"/>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2"/>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2"/>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2"/>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2"/>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2"/>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5" name="Google Shape;1895;p72"/>
          <p:cNvSpPr/>
          <p:nvPr/>
        </p:nvSpPr>
        <p:spPr>
          <a:xfrm>
            <a:off x="6893725" y="1654023"/>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6" name="Google Shape;1896;p72"/>
          <p:cNvGrpSpPr/>
          <p:nvPr/>
        </p:nvGrpSpPr>
        <p:grpSpPr>
          <a:xfrm>
            <a:off x="7070057" y="1768446"/>
            <a:ext cx="279544" cy="358142"/>
            <a:chOff x="7596157" y="1968159"/>
            <a:chExt cx="279544" cy="358142"/>
          </a:xfrm>
        </p:grpSpPr>
        <p:sp>
          <p:nvSpPr>
            <p:cNvPr id="1897" name="Google Shape;1897;p72"/>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2"/>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2"/>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2"/>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2"/>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2"/>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906"/>
        <p:cNvGrpSpPr/>
        <p:nvPr/>
      </p:nvGrpSpPr>
      <p:grpSpPr>
        <a:xfrm>
          <a:off x="0" y="0"/>
          <a:ext cx="0" cy="0"/>
          <a:chOff x="0" y="0"/>
          <a:chExt cx="0" cy="0"/>
        </a:xfrm>
      </p:grpSpPr>
      <p:sp>
        <p:nvSpPr>
          <p:cNvPr id="1907" name="Google Shape;1907;p73"/>
          <p:cNvSpPr txBox="1"/>
          <p:nvPr/>
        </p:nvSpPr>
        <p:spPr>
          <a:xfrm>
            <a:off x="5492165" y="1660550"/>
            <a:ext cx="2824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the closest planet to the Sun and the smallest of them all </a:t>
            </a:r>
            <a:endParaRPr>
              <a:solidFill>
                <a:schemeClr val="dk1"/>
              </a:solidFill>
              <a:latin typeface="Roboto Condensed"/>
              <a:ea typeface="Roboto Condensed"/>
              <a:cs typeface="Roboto Condensed"/>
              <a:sym typeface="Roboto Condensed"/>
            </a:endParaRPr>
          </a:p>
        </p:txBody>
      </p:sp>
      <p:sp>
        <p:nvSpPr>
          <p:cNvPr id="1908" name="Google Shape;1908;p73"/>
          <p:cNvSpPr txBox="1"/>
          <p:nvPr/>
        </p:nvSpPr>
        <p:spPr>
          <a:xfrm>
            <a:off x="5492165" y="2663325"/>
            <a:ext cx="2824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Venus has a beautiful name and is the second planet from the Sun</a:t>
            </a:r>
            <a:endParaRPr>
              <a:solidFill>
                <a:schemeClr val="dk1"/>
              </a:solidFill>
              <a:latin typeface="Roboto Condensed"/>
              <a:ea typeface="Roboto Condensed"/>
              <a:cs typeface="Roboto Condensed"/>
              <a:sym typeface="Roboto Condensed"/>
            </a:endParaRPr>
          </a:p>
        </p:txBody>
      </p:sp>
      <p:sp>
        <p:nvSpPr>
          <p:cNvPr id="1909" name="Google Shape;1909;p73"/>
          <p:cNvSpPr txBox="1"/>
          <p:nvPr/>
        </p:nvSpPr>
        <p:spPr>
          <a:xfrm>
            <a:off x="5492165" y="3638750"/>
            <a:ext cx="2824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is a gas giant and the biggest planet in the Solar System</a:t>
            </a:r>
            <a:endParaRPr>
              <a:solidFill>
                <a:schemeClr val="dk1"/>
              </a:solidFill>
              <a:latin typeface="Roboto Condensed"/>
              <a:ea typeface="Roboto Condensed"/>
              <a:cs typeface="Roboto Condensed"/>
              <a:sym typeface="Roboto Condensed"/>
            </a:endParaRPr>
          </a:p>
        </p:txBody>
      </p:sp>
      <p:cxnSp>
        <p:nvCxnSpPr>
          <p:cNvPr id="1910" name="Google Shape;1910;p73"/>
          <p:cNvCxnSpPr>
            <a:endCxn id="1907" idx="1"/>
          </p:cNvCxnSpPr>
          <p:nvPr/>
        </p:nvCxnSpPr>
        <p:spPr>
          <a:xfrm>
            <a:off x="3423065" y="1902950"/>
            <a:ext cx="2069100" cy="0"/>
          </a:xfrm>
          <a:prstGeom prst="straightConnector1">
            <a:avLst/>
          </a:prstGeom>
          <a:noFill/>
          <a:ln w="9525" cap="flat" cmpd="sng">
            <a:solidFill>
              <a:schemeClr val="accent2"/>
            </a:solidFill>
            <a:prstDash val="solid"/>
            <a:round/>
            <a:headEnd type="none" w="med" len="med"/>
            <a:tailEnd type="none" w="med" len="med"/>
          </a:ln>
        </p:spPr>
      </p:cxnSp>
      <p:cxnSp>
        <p:nvCxnSpPr>
          <p:cNvPr id="1911" name="Google Shape;1911;p73"/>
          <p:cNvCxnSpPr>
            <a:stCxn id="1912" idx="3"/>
            <a:endCxn id="1908" idx="1"/>
          </p:cNvCxnSpPr>
          <p:nvPr/>
        </p:nvCxnSpPr>
        <p:spPr>
          <a:xfrm>
            <a:off x="3423198" y="2892038"/>
            <a:ext cx="2069100" cy="13800"/>
          </a:xfrm>
          <a:prstGeom prst="straightConnector1">
            <a:avLst/>
          </a:prstGeom>
          <a:noFill/>
          <a:ln w="9525" cap="flat" cmpd="sng">
            <a:solidFill>
              <a:schemeClr val="accent2"/>
            </a:solidFill>
            <a:prstDash val="solid"/>
            <a:round/>
            <a:headEnd type="none" w="med" len="med"/>
            <a:tailEnd type="none" w="med" len="med"/>
          </a:ln>
        </p:spPr>
      </p:cxnSp>
      <p:cxnSp>
        <p:nvCxnSpPr>
          <p:cNvPr id="1913" name="Google Shape;1913;p73"/>
          <p:cNvCxnSpPr>
            <a:stCxn id="1914" idx="3"/>
            <a:endCxn id="1909" idx="1"/>
          </p:cNvCxnSpPr>
          <p:nvPr/>
        </p:nvCxnSpPr>
        <p:spPr>
          <a:xfrm>
            <a:off x="3423198" y="3881138"/>
            <a:ext cx="2069100" cy="0"/>
          </a:xfrm>
          <a:prstGeom prst="straightConnector1">
            <a:avLst/>
          </a:prstGeom>
          <a:noFill/>
          <a:ln w="9525" cap="flat" cmpd="sng">
            <a:solidFill>
              <a:schemeClr val="accent2"/>
            </a:solidFill>
            <a:prstDash val="solid"/>
            <a:round/>
            <a:headEnd type="none" w="med" len="med"/>
            <a:tailEnd type="none" w="med" len="med"/>
          </a:ln>
        </p:spPr>
      </p:cxnSp>
      <p:sp>
        <p:nvSpPr>
          <p:cNvPr id="1915" name="Google Shape;1915;p73"/>
          <p:cNvSpPr txBox="1">
            <a:spLocks noGrp="1"/>
          </p:cNvSpPr>
          <p:nvPr>
            <p:ph type="title"/>
          </p:nvPr>
        </p:nvSpPr>
        <p:spPr>
          <a:xfrm>
            <a:off x="713175" y="445025"/>
            <a:ext cx="7717500" cy="693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PHYSICAL</a:t>
            </a:r>
            <a:r>
              <a:rPr lang="en" b="0">
                <a:latin typeface="Red Hat Text Light"/>
                <a:ea typeface="Red Hat Text Light"/>
                <a:cs typeface="Red Hat Text Light"/>
                <a:sym typeface="Red Hat Text Light"/>
              </a:rPr>
              <a:t> EXAMINATION</a:t>
            </a:r>
            <a:endParaRPr b="0">
              <a:latin typeface="Red Hat Text Light"/>
              <a:ea typeface="Red Hat Text Light"/>
              <a:cs typeface="Red Hat Text Light"/>
              <a:sym typeface="Red Hat Text Light"/>
            </a:endParaRPr>
          </a:p>
        </p:txBody>
      </p:sp>
      <p:grpSp>
        <p:nvGrpSpPr>
          <p:cNvPr id="1916" name="Google Shape;1916;p73"/>
          <p:cNvGrpSpPr/>
          <p:nvPr/>
        </p:nvGrpSpPr>
        <p:grpSpPr>
          <a:xfrm>
            <a:off x="3795491" y="1252933"/>
            <a:ext cx="1324390" cy="3305573"/>
            <a:chOff x="6535209" y="1176733"/>
            <a:chExt cx="1324390" cy="3305573"/>
          </a:xfrm>
        </p:grpSpPr>
        <p:grpSp>
          <p:nvGrpSpPr>
            <p:cNvPr id="1917" name="Google Shape;1917;p73"/>
            <p:cNvGrpSpPr/>
            <p:nvPr/>
          </p:nvGrpSpPr>
          <p:grpSpPr>
            <a:xfrm>
              <a:off x="6535209" y="1176733"/>
              <a:ext cx="1324390" cy="3305573"/>
              <a:chOff x="6535209" y="1176733"/>
              <a:chExt cx="1324390" cy="3305573"/>
            </a:xfrm>
          </p:grpSpPr>
          <p:sp>
            <p:nvSpPr>
              <p:cNvPr id="1918" name="Google Shape;1918;p73"/>
              <p:cNvSpPr/>
              <p:nvPr/>
            </p:nvSpPr>
            <p:spPr>
              <a:xfrm>
                <a:off x="7192981" y="1176733"/>
                <a:ext cx="666617" cy="3305573"/>
              </a:xfrm>
              <a:custGeom>
                <a:avLst/>
                <a:gdLst/>
                <a:ahLst/>
                <a:cxnLst/>
                <a:rect l="l" t="t" r="r" b="b"/>
                <a:pathLst>
                  <a:path w="42111" h="208817" extrusionOk="0">
                    <a:moveTo>
                      <a:pt x="249" y="0"/>
                    </a:moveTo>
                    <a:cubicBezTo>
                      <a:pt x="89" y="0"/>
                      <a:pt x="1" y="7"/>
                      <a:pt x="1" y="7"/>
                    </a:cubicBezTo>
                    <a:lnTo>
                      <a:pt x="44" y="110741"/>
                    </a:lnTo>
                    <a:cubicBezTo>
                      <a:pt x="44" y="110741"/>
                      <a:pt x="1654" y="129704"/>
                      <a:pt x="3002" y="135097"/>
                    </a:cubicBezTo>
                    <a:cubicBezTo>
                      <a:pt x="4394" y="140490"/>
                      <a:pt x="5611" y="150276"/>
                      <a:pt x="5176" y="159627"/>
                    </a:cubicBezTo>
                    <a:cubicBezTo>
                      <a:pt x="4785" y="168934"/>
                      <a:pt x="6960" y="191420"/>
                      <a:pt x="6829" y="196683"/>
                    </a:cubicBezTo>
                    <a:cubicBezTo>
                      <a:pt x="6699" y="201946"/>
                      <a:pt x="2915" y="207034"/>
                      <a:pt x="4742" y="207991"/>
                    </a:cubicBezTo>
                    <a:cubicBezTo>
                      <a:pt x="5542" y="208392"/>
                      <a:pt x="8189" y="208817"/>
                      <a:pt x="10629" y="208817"/>
                    </a:cubicBezTo>
                    <a:cubicBezTo>
                      <a:pt x="13755" y="208817"/>
                      <a:pt x="16539" y="208118"/>
                      <a:pt x="14658" y="205773"/>
                    </a:cubicBezTo>
                    <a:cubicBezTo>
                      <a:pt x="11265" y="201554"/>
                      <a:pt x="11874" y="195813"/>
                      <a:pt x="13092" y="191638"/>
                    </a:cubicBezTo>
                    <a:cubicBezTo>
                      <a:pt x="14353" y="187419"/>
                      <a:pt x="16789" y="168369"/>
                      <a:pt x="17006" y="162019"/>
                    </a:cubicBezTo>
                    <a:cubicBezTo>
                      <a:pt x="17137" y="157235"/>
                      <a:pt x="16789" y="146405"/>
                      <a:pt x="16572" y="141403"/>
                    </a:cubicBezTo>
                    <a:cubicBezTo>
                      <a:pt x="16528" y="139664"/>
                      <a:pt x="16572" y="137880"/>
                      <a:pt x="16746" y="136097"/>
                    </a:cubicBezTo>
                    <a:lnTo>
                      <a:pt x="19486" y="109914"/>
                    </a:lnTo>
                    <a:cubicBezTo>
                      <a:pt x="20616" y="99171"/>
                      <a:pt x="15267" y="84949"/>
                      <a:pt x="15267" y="84949"/>
                    </a:cubicBezTo>
                    <a:cubicBezTo>
                      <a:pt x="11265" y="67813"/>
                      <a:pt x="17006" y="57505"/>
                      <a:pt x="17006" y="57505"/>
                    </a:cubicBezTo>
                    <a:cubicBezTo>
                      <a:pt x="17354" y="59897"/>
                      <a:pt x="17702" y="62289"/>
                      <a:pt x="17963" y="64681"/>
                    </a:cubicBezTo>
                    <a:cubicBezTo>
                      <a:pt x="18398" y="68639"/>
                      <a:pt x="18137" y="72728"/>
                      <a:pt x="19138" y="76598"/>
                    </a:cubicBezTo>
                    <a:cubicBezTo>
                      <a:pt x="21312" y="84949"/>
                      <a:pt x="24574" y="93126"/>
                      <a:pt x="27706" y="101216"/>
                    </a:cubicBezTo>
                    <a:cubicBezTo>
                      <a:pt x="27793" y="101477"/>
                      <a:pt x="27836" y="101781"/>
                      <a:pt x="27836" y="102085"/>
                    </a:cubicBezTo>
                    <a:cubicBezTo>
                      <a:pt x="27532" y="105739"/>
                      <a:pt x="28489" y="109349"/>
                      <a:pt x="30533" y="112393"/>
                    </a:cubicBezTo>
                    <a:cubicBezTo>
                      <a:pt x="31011" y="113176"/>
                      <a:pt x="31272" y="114046"/>
                      <a:pt x="31359" y="114916"/>
                    </a:cubicBezTo>
                    <a:cubicBezTo>
                      <a:pt x="31391" y="115626"/>
                      <a:pt x="31975" y="116097"/>
                      <a:pt x="32593" y="116097"/>
                    </a:cubicBezTo>
                    <a:cubicBezTo>
                      <a:pt x="32808" y="116097"/>
                      <a:pt x="33027" y="116040"/>
                      <a:pt x="33229" y="115916"/>
                    </a:cubicBezTo>
                    <a:lnTo>
                      <a:pt x="33316" y="115873"/>
                    </a:lnTo>
                    <a:cubicBezTo>
                      <a:pt x="33490" y="116743"/>
                      <a:pt x="34099" y="117439"/>
                      <a:pt x="34969" y="117656"/>
                    </a:cubicBezTo>
                    <a:cubicBezTo>
                      <a:pt x="35239" y="117726"/>
                      <a:pt x="35458" y="117753"/>
                      <a:pt x="35636" y="117753"/>
                    </a:cubicBezTo>
                    <a:cubicBezTo>
                      <a:pt x="36294" y="117753"/>
                      <a:pt x="36392" y="117374"/>
                      <a:pt x="36403" y="117316"/>
                    </a:cubicBezTo>
                    <a:lnTo>
                      <a:pt x="36403" y="117316"/>
                    </a:lnTo>
                    <a:cubicBezTo>
                      <a:pt x="36373" y="117535"/>
                      <a:pt x="36884" y="117962"/>
                      <a:pt x="37013" y="118091"/>
                    </a:cubicBezTo>
                    <a:cubicBezTo>
                      <a:pt x="37282" y="118283"/>
                      <a:pt x="37678" y="118390"/>
                      <a:pt x="38074" y="118390"/>
                    </a:cubicBezTo>
                    <a:cubicBezTo>
                      <a:pt x="38575" y="118390"/>
                      <a:pt x="39075" y="118219"/>
                      <a:pt x="39318" y="117830"/>
                    </a:cubicBezTo>
                    <a:cubicBezTo>
                      <a:pt x="39362" y="117699"/>
                      <a:pt x="39623" y="116917"/>
                      <a:pt x="39449" y="116830"/>
                    </a:cubicBezTo>
                    <a:lnTo>
                      <a:pt x="39449" y="116830"/>
                    </a:lnTo>
                    <a:cubicBezTo>
                      <a:pt x="39719" y="116965"/>
                      <a:pt x="39933" y="117013"/>
                      <a:pt x="40102" y="117013"/>
                    </a:cubicBezTo>
                    <a:cubicBezTo>
                      <a:pt x="40532" y="117013"/>
                      <a:pt x="40667" y="116699"/>
                      <a:pt x="40667" y="116699"/>
                    </a:cubicBezTo>
                    <a:cubicBezTo>
                      <a:pt x="42111" y="115335"/>
                      <a:pt x="37118" y="107610"/>
                      <a:pt x="38038" y="107610"/>
                    </a:cubicBezTo>
                    <a:cubicBezTo>
                      <a:pt x="38116" y="107610"/>
                      <a:pt x="38236" y="107665"/>
                      <a:pt x="38405" y="107783"/>
                    </a:cubicBezTo>
                    <a:cubicBezTo>
                      <a:pt x="38970" y="108261"/>
                      <a:pt x="39666" y="108566"/>
                      <a:pt x="40406" y="108653"/>
                    </a:cubicBezTo>
                    <a:cubicBezTo>
                      <a:pt x="40841" y="108653"/>
                      <a:pt x="41145" y="108131"/>
                      <a:pt x="40884" y="107740"/>
                    </a:cubicBezTo>
                    <a:cubicBezTo>
                      <a:pt x="40145" y="106565"/>
                      <a:pt x="39449" y="105347"/>
                      <a:pt x="38840" y="104130"/>
                    </a:cubicBezTo>
                    <a:cubicBezTo>
                      <a:pt x="37970" y="102520"/>
                      <a:pt x="36622" y="101259"/>
                      <a:pt x="35013" y="100520"/>
                    </a:cubicBezTo>
                    <a:cubicBezTo>
                      <a:pt x="34404" y="100259"/>
                      <a:pt x="34012" y="99693"/>
                      <a:pt x="33925" y="99084"/>
                    </a:cubicBezTo>
                    <a:cubicBezTo>
                      <a:pt x="33099" y="93213"/>
                      <a:pt x="31925" y="87428"/>
                      <a:pt x="30489" y="81731"/>
                    </a:cubicBezTo>
                    <a:cubicBezTo>
                      <a:pt x="29532" y="77642"/>
                      <a:pt x="28097" y="73597"/>
                      <a:pt x="27401" y="69466"/>
                    </a:cubicBezTo>
                    <a:cubicBezTo>
                      <a:pt x="26575" y="64725"/>
                      <a:pt x="26575" y="59636"/>
                      <a:pt x="26096" y="54939"/>
                    </a:cubicBezTo>
                    <a:cubicBezTo>
                      <a:pt x="25792" y="51938"/>
                      <a:pt x="25705" y="48893"/>
                      <a:pt x="25792" y="45849"/>
                    </a:cubicBezTo>
                    <a:cubicBezTo>
                      <a:pt x="25879" y="40586"/>
                      <a:pt x="20703" y="38368"/>
                      <a:pt x="14440" y="36063"/>
                    </a:cubicBezTo>
                    <a:cubicBezTo>
                      <a:pt x="8308" y="33801"/>
                      <a:pt x="3263" y="27451"/>
                      <a:pt x="5785" y="24320"/>
                    </a:cubicBezTo>
                    <a:cubicBezTo>
                      <a:pt x="8256" y="21252"/>
                      <a:pt x="8682" y="18227"/>
                      <a:pt x="9230" y="18227"/>
                    </a:cubicBezTo>
                    <a:cubicBezTo>
                      <a:pt x="9242" y="18227"/>
                      <a:pt x="9253" y="18228"/>
                      <a:pt x="9265" y="18231"/>
                    </a:cubicBezTo>
                    <a:cubicBezTo>
                      <a:pt x="9297" y="18239"/>
                      <a:pt x="9330" y="18243"/>
                      <a:pt x="9363" y="18243"/>
                    </a:cubicBezTo>
                    <a:cubicBezTo>
                      <a:pt x="9868" y="18243"/>
                      <a:pt x="10459" y="17329"/>
                      <a:pt x="10091" y="16186"/>
                    </a:cubicBezTo>
                    <a:cubicBezTo>
                      <a:pt x="9656" y="14969"/>
                      <a:pt x="10917" y="13446"/>
                      <a:pt x="10483" y="12577"/>
                    </a:cubicBezTo>
                    <a:cubicBezTo>
                      <a:pt x="10388" y="12228"/>
                      <a:pt x="10062" y="11995"/>
                      <a:pt x="9707" y="11995"/>
                    </a:cubicBezTo>
                    <a:cubicBezTo>
                      <a:pt x="9574" y="11995"/>
                      <a:pt x="9438" y="12027"/>
                      <a:pt x="9308" y="12098"/>
                    </a:cubicBezTo>
                    <a:cubicBezTo>
                      <a:pt x="9191" y="566"/>
                      <a:pt x="1715" y="0"/>
                      <a:pt x="24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3"/>
              <p:cNvSpPr/>
              <p:nvPr/>
            </p:nvSpPr>
            <p:spPr>
              <a:xfrm>
                <a:off x="6535209" y="1176733"/>
                <a:ext cx="665873" cy="3305526"/>
              </a:xfrm>
              <a:custGeom>
                <a:avLst/>
                <a:gdLst/>
                <a:ahLst/>
                <a:cxnLst/>
                <a:rect l="l" t="t" r="r" b="b"/>
                <a:pathLst>
                  <a:path w="42064" h="208814" extrusionOk="0">
                    <a:moveTo>
                      <a:pt x="41816" y="0"/>
                    </a:moveTo>
                    <a:cubicBezTo>
                      <a:pt x="40349" y="0"/>
                      <a:pt x="32874" y="566"/>
                      <a:pt x="32756" y="12098"/>
                    </a:cubicBezTo>
                    <a:cubicBezTo>
                      <a:pt x="32638" y="12027"/>
                      <a:pt x="32511" y="11995"/>
                      <a:pt x="32385" y="11995"/>
                    </a:cubicBezTo>
                    <a:cubicBezTo>
                      <a:pt x="32046" y="11995"/>
                      <a:pt x="31721" y="12228"/>
                      <a:pt x="31625" y="12577"/>
                    </a:cubicBezTo>
                    <a:cubicBezTo>
                      <a:pt x="31191" y="13446"/>
                      <a:pt x="32408" y="14969"/>
                      <a:pt x="32017" y="16186"/>
                    </a:cubicBezTo>
                    <a:cubicBezTo>
                      <a:pt x="31650" y="17329"/>
                      <a:pt x="32202" y="18243"/>
                      <a:pt x="32738" y="18243"/>
                    </a:cubicBezTo>
                    <a:cubicBezTo>
                      <a:pt x="32773" y="18243"/>
                      <a:pt x="32809" y="18239"/>
                      <a:pt x="32843" y="18231"/>
                    </a:cubicBezTo>
                    <a:cubicBezTo>
                      <a:pt x="32854" y="18228"/>
                      <a:pt x="32865" y="18227"/>
                      <a:pt x="32875" y="18227"/>
                    </a:cubicBezTo>
                    <a:cubicBezTo>
                      <a:pt x="33384" y="18227"/>
                      <a:pt x="33852" y="21252"/>
                      <a:pt x="36323" y="24320"/>
                    </a:cubicBezTo>
                    <a:cubicBezTo>
                      <a:pt x="38845" y="27451"/>
                      <a:pt x="33800" y="33801"/>
                      <a:pt x="27624" y="36063"/>
                    </a:cubicBezTo>
                    <a:cubicBezTo>
                      <a:pt x="21405" y="38368"/>
                      <a:pt x="16186" y="40586"/>
                      <a:pt x="16316" y="45849"/>
                    </a:cubicBezTo>
                    <a:cubicBezTo>
                      <a:pt x="16403" y="48850"/>
                      <a:pt x="16316" y="51894"/>
                      <a:pt x="16012" y="54939"/>
                    </a:cubicBezTo>
                    <a:cubicBezTo>
                      <a:pt x="15533" y="59593"/>
                      <a:pt x="15533" y="64725"/>
                      <a:pt x="14707" y="69422"/>
                    </a:cubicBezTo>
                    <a:cubicBezTo>
                      <a:pt x="13967" y="73554"/>
                      <a:pt x="12576" y="77599"/>
                      <a:pt x="11619" y="81687"/>
                    </a:cubicBezTo>
                    <a:cubicBezTo>
                      <a:pt x="10140" y="87385"/>
                      <a:pt x="9009" y="93213"/>
                      <a:pt x="8226" y="99041"/>
                    </a:cubicBezTo>
                    <a:cubicBezTo>
                      <a:pt x="8139" y="99693"/>
                      <a:pt x="7704" y="100259"/>
                      <a:pt x="7139" y="100520"/>
                    </a:cubicBezTo>
                    <a:cubicBezTo>
                      <a:pt x="5486" y="101259"/>
                      <a:pt x="4138" y="102520"/>
                      <a:pt x="3268" y="104086"/>
                    </a:cubicBezTo>
                    <a:cubicBezTo>
                      <a:pt x="2659" y="105347"/>
                      <a:pt x="1963" y="106565"/>
                      <a:pt x="1224" y="107696"/>
                    </a:cubicBezTo>
                    <a:cubicBezTo>
                      <a:pt x="963" y="108131"/>
                      <a:pt x="1267" y="108609"/>
                      <a:pt x="1702" y="108609"/>
                    </a:cubicBezTo>
                    <a:cubicBezTo>
                      <a:pt x="2442" y="108522"/>
                      <a:pt x="3138" y="108218"/>
                      <a:pt x="3703" y="107783"/>
                    </a:cubicBezTo>
                    <a:cubicBezTo>
                      <a:pt x="3876" y="107659"/>
                      <a:pt x="3997" y="107601"/>
                      <a:pt x="4075" y="107601"/>
                    </a:cubicBezTo>
                    <a:cubicBezTo>
                      <a:pt x="4971" y="107601"/>
                      <a:pt x="0" y="115334"/>
                      <a:pt x="1441" y="116656"/>
                    </a:cubicBezTo>
                    <a:cubicBezTo>
                      <a:pt x="1441" y="116656"/>
                      <a:pt x="1581" y="117005"/>
                      <a:pt x="2031" y="117005"/>
                    </a:cubicBezTo>
                    <a:cubicBezTo>
                      <a:pt x="2192" y="117005"/>
                      <a:pt x="2392" y="116960"/>
                      <a:pt x="2639" y="116840"/>
                    </a:cubicBezTo>
                    <a:lnTo>
                      <a:pt x="2639" y="116840"/>
                    </a:lnTo>
                    <a:cubicBezTo>
                      <a:pt x="2508" y="116944"/>
                      <a:pt x="2748" y="117703"/>
                      <a:pt x="2790" y="117786"/>
                    </a:cubicBezTo>
                    <a:cubicBezTo>
                      <a:pt x="3028" y="118191"/>
                      <a:pt x="3513" y="118361"/>
                      <a:pt x="4003" y="118361"/>
                    </a:cubicBezTo>
                    <a:cubicBezTo>
                      <a:pt x="4409" y="118361"/>
                      <a:pt x="4819" y="118244"/>
                      <a:pt x="5095" y="118047"/>
                    </a:cubicBezTo>
                    <a:cubicBezTo>
                      <a:pt x="5269" y="117960"/>
                      <a:pt x="5747" y="117525"/>
                      <a:pt x="5747" y="117308"/>
                    </a:cubicBezTo>
                    <a:cubicBezTo>
                      <a:pt x="5747" y="117308"/>
                      <a:pt x="5776" y="117737"/>
                      <a:pt x="6505" y="117737"/>
                    </a:cubicBezTo>
                    <a:cubicBezTo>
                      <a:pt x="6676" y="117737"/>
                      <a:pt x="6884" y="117714"/>
                      <a:pt x="7139" y="117656"/>
                    </a:cubicBezTo>
                    <a:cubicBezTo>
                      <a:pt x="8009" y="117439"/>
                      <a:pt x="8618" y="116743"/>
                      <a:pt x="8792" y="115873"/>
                    </a:cubicBezTo>
                    <a:lnTo>
                      <a:pt x="8879" y="115916"/>
                    </a:lnTo>
                    <a:cubicBezTo>
                      <a:pt x="9074" y="116036"/>
                      <a:pt x="9286" y="116090"/>
                      <a:pt x="9495" y="116090"/>
                    </a:cubicBezTo>
                    <a:cubicBezTo>
                      <a:pt x="10121" y="116090"/>
                      <a:pt x="10716" y="115601"/>
                      <a:pt x="10749" y="114916"/>
                    </a:cubicBezTo>
                    <a:cubicBezTo>
                      <a:pt x="10836" y="114003"/>
                      <a:pt x="11097" y="113133"/>
                      <a:pt x="11575" y="112393"/>
                    </a:cubicBezTo>
                    <a:cubicBezTo>
                      <a:pt x="13576" y="109349"/>
                      <a:pt x="14533" y="105695"/>
                      <a:pt x="14272" y="102042"/>
                    </a:cubicBezTo>
                    <a:cubicBezTo>
                      <a:pt x="14228" y="101781"/>
                      <a:pt x="14272" y="101477"/>
                      <a:pt x="14402" y="101172"/>
                    </a:cubicBezTo>
                    <a:cubicBezTo>
                      <a:pt x="17534" y="93126"/>
                      <a:pt x="20796" y="84949"/>
                      <a:pt x="22970" y="76555"/>
                    </a:cubicBezTo>
                    <a:cubicBezTo>
                      <a:pt x="23971" y="72728"/>
                      <a:pt x="23710" y="68596"/>
                      <a:pt x="24145" y="64638"/>
                    </a:cubicBezTo>
                    <a:cubicBezTo>
                      <a:pt x="24406" y="62246"/>
                      <a:pt x="24754" y="59854"/>
                      <a:pt x="25102" y="57461"/>
                    </a:cubicBezTo>
                    <a:cubicBezTo>
                      <a:pt x="25102" y="57461"/>
                      <a:pt x="30799" y="67813"/>
                      <a:pt x="26841" y="84906"/>
                    </a:cubicBezTo>
                    <a:cubicBezTo>
                      <a:pt x="26841" y="84906"/>
                      <a:pt x="21492" y="99128"/>
                      <a:pt x="22622" y="109914"/>
                    </a:cubicBezTo>
                    <a:lnTo>
                      <a:pt x="25363" y="136097"/>
                    </a:lnTo>
                    <a:cubicBezTo>
                      <a:pt x="25536" y="137837"/>
                      <a:pt x="25580" y="139620"/>
                      <a:pt x="25493" y="141403"/>
                    </a:cubicBezTo>
                    <a:cubicBezTo>
                      <a:pt x="25319" y="146405"/>
                      <a:pt x="24971" y="157235"/>
                      <a:pt x="25102" y="162019"/>
                    </a:cubicBezTo>
                    <a:cubicBezTo>
                      <a:pt x="25319" y="168369"/>
                      <a:pt x="27755" y="187419"/>
                      <a:pt x="28972" y="191594"/>
                    </a:cubicBezTo>
                    <a:cubicBezTo>
                      <a:pt x="30234" y="195813"/>
                      <a:pt x="30843" y="201554"/>
                      <a:pt x="27450" y="205730"/>
                    </a:cubicBezTo>
                    <a:cubicBezTo>
                      <a:pt x="25563" y="208107"/>
                      <a:pt x="28372" y="208813"/>
                      <a:pt x="31511" y="208813"/>
                    </a:cubicBezTo>
                    <a:cubicBezTo>
                      <a:pt x="33941" y="208813"/>
                      <a:pt x="36569" y="208390"/>
                      <a:pt x="37367" y="207991"/>
                    </a:cubicBezTo>
                    <a:cubicBezTo>
                      <a:pt x="39237" y="207078"/>
                      <a:pt x="35453" y="201946"/>
                      <a:pt x="35322" y="196683"/>
                    </a:cubicBezTo>
                    <a:cubicBezTo>
                      <a:pt x="35192" y="191420"/>
                      <a:pt x="37367" y="168978"/>
                      <a:pt x="36932" y="159627"/>
                    </a:cubicBezTo>
                    <a:cubicBezTo>
                      <a:pt x="36540" y="150276"/>
                      <a:pt x="37758" y="140533"/>
                      <a:pt x="39106" y="135140"/>
                    </a:cubicBezTo>
                    <a:cubicBezTo>
                      <a:pt x="40455" y="129747"/>
                      <a:pt x="42064" y="110741"/>
                      <a:pt x="42064" y="110741"/>
                    </a:cubicBezTo>
                    <a:lnTo>
                      <a:pt x="42064" y="7"/>
                    </a:lnTo>
                    <a:cubicBezTo>
                      <a:pt x="42064" y="7"/>
                      <a:pt x="41975" y="0"/>
                      <a:pt x="4181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73"/>
            <p:cNvGrpSpPr/>
            <p:nvPr/>
          </p:nvGrpSpPr>
          <p:grpSpPr>
            <a:xfrm>
              <a:off x="6950018" y="1192152"/>
              <a:ext cx="502840" cy="1727801"/>
              <a:chOff x="6950018" y="1192152"/>
              <a:chExt cx="502840" cy="1727801"/>
            </a:xfrm>
          </p:grpSpPr>
          <p:sp>
            <p:nvSpPr>
              <p:cNvPr id="1921" name="Google Shape;1921;p73"/>
              <p:cNvSpPr/>
              <p:nvPr/>
            </p:nvSpPr>
            <p:spPr>
              <a:xfrm>
                <a:off x="7195557" y="1876182"/>
                <a:ext cx="257301" cy="361573"/>
              </a:xfrm>
              <a:custGeom>
                <a:avLst/>
                <a:gdLst/>
                <a:ahLst/>
                <a:cxnLst/>
                <a:rect l="l" t="t" r="r" b="b"/>
                <a:pathLst>
                  <a:path w="16254" h="22841" extrusionOk="0">
                    <a:moveTo>
                      <a:pt x="4591" y="1"/>
                    </a:moveTo>
                    <a:cubicBezTo>
                      <a:pt x="3932" y="1"/>
                      <a:pt x="3317" y="559"/>
                      <a:pt x="3350" y="1316"/>
                    </a:cubicBezTo>
                    <a:cubicBezTo>
                      <a:pt x="3480" y="2882"/>
                      <a:pt x="3741" y="4273"/>
                      <a:pt x="3176" y="5752"/>
                    </a:cubicBezTo>
                    <a:lnTo>
                      <a:pt x="3176" y="5796"/>
                    </a:lnTo>
                    <a:cubicBezTo>
                      <a:pt x="3654" y="6144"/>
                      <a:pt x="4437" y="6665"/>
                      <a:pt x="5350" y="7231"/>
                    </a:cubicBezTo>
                    <a:cubicBezTo>
                      <a:pt x="6351" y="7187"/>
                      <a:pt x="7351" y="6839"/>
                      <a:pt x="8177" y="6231"/>
                    </a:cubicBezTo>
                    <a:cubicBezTo>
                      <a:pt x="8275" y="6133"/>
                      <a:pt x="8391" y="6088"/>
                      <a:pt x="8508" y="6088"/>
                    </a:cubicBezTo>
                    <a:cubicBezTo>
                      <a:pt x="8652" y="6088"/>
                      <a:pt x="8797" y="6155"/>
                      <a:pt x="8917" y="6274"/>
                    </a:cubicBezTo>
                    <a:cubicBezTo>
                      <a:pt x="9047" y="6492"/>
                      <a:pt x="9047" y="6796"/>
                      <a:pt x="8830" y="7013"/>
                    </a:cubicBezTo>
                    <a:cubicBezTo>
                      <a:pt x="8264" y="7492"/>
                      <a:pt x="7569" y="7840"/>
                      <a:pt x="6829" y="8014"/>
                    </a:cubicBezTo>
                    <a:cubicBezTo>
                      <a:pt x="7482" y="8318"/>
                      <a:pt x="8177" y="8536"/>
                      <a:pt x="8917" y="8666"/>
                    </a:cubicBezTo>
                    <a:cubicBezTo>
                      <a:pt x="9395" y="8840"/>
                      <a:pt x="9352" y="9580"/>
                      <a:pt x="8873" y="9710"/>
                    </a:cubicBezTo>
                    <a:lnTo>
                      <a:pt x="8786" y="9710"/>
                    </a:lnTo>
                    <a:cubicBezTo>
                      <a:pt x="7090" y="9449"/>
                      <a:pt x="5046" y="8275"/>
                      <a:pt x="3611" y="7361"/>
                    </a:cubicBezTo>
                    <a:lnTo>
                      <a:pt x="3611" y="7361"/>
                    </a:lnTo>
                    <a:cubicBezTo>
                      <a:pt x="3915" y="8579"/>
                      <a:pt x="4307" y="9754"/>
                      <a:pt x="4698" y="10884"/>
                    </a:cubicBezTo>
                    <a:cubicBezTo>
                      <a:pt x="5125" y="11226"/>
                      <a:pt x="6810" y="12364"/>
                      <a:pt x="8600" y="12364"/>
                    </a:cubicBezTo>
                    <a:cubicBezTo>
                      <a:pt x="8633" y="12364"/>
                      <a:pt x="8666" y="12364"/>
                      <a:pt x="8699" y="12363"/>
                    </a:cubicBezTo>
                    <a:cubicBezTo>
                      <a:pt x="9221" y="12494"/>
                      <a:pt x="9221" y="13233"/>
                      <a:pt x="8699" y="13407"/>
                    </a:cubicBezTo>
                    <a:lnTo>
                      <a:pt x="8569" y="13407"/>
                    </a:lnTo>
                    <a:cubicBezTo>
                      <a:pt x="7438" y="13363"/>
                      <a:pt x="6351" y="13059"/>
                      <a:pt x="5350" y="12537"/>
                    </a:cubicBezTo>
                    <a:lnTo>
                      <a:pt x="5350" y="12537"/>
                    </a:lnTo>
                    <a:cubicBezTo>
                      <a:pt x="5829" y="13624"/>
                      <a:pt x="6438" y="14625"/>
                      <a:pt x="7177" y="15538"/>
                    </a:cubicBezTo>
                    <a:cubicBezTo>
                      <a:pt x="7351" y="15756"/>
                      <a:pt x="7351" y="16060"/>
                      <a:pt x="7134" y="16277"/>
                    </a:cubicBezTo>
                    <a:cubicBezTo>
                      <a:pt x="7047" y="16364"/>
                      <a:pt x="6916" y="16408"/>
                      <a:pt x="6786" y="16408"/>
                    </a:cubicBezTo>
                    <a:cubicBezTo>
                      <a:pt x="6655" y="16408"/>
                      <a:pt x="6525" y="16364"/>
                      <a:pt x="6394" y="16234"/>
                    </a:cubicBezTo>
                    <a:cubicBezTo>
                      <a:pt x="4307" y="13885"/>
                      <a:pt x="2958" y="9188"/>
                      <a:pt x="2523" y="7361"/>
                    </a:cubicBezTo>
                    <a:cubicBezTo>
                      <a:pt x="2132" y="8231"/>
                      <a:pt x="1784" y="9058"/>
                      <a:pt x="1436" y="9884"/>
                    </a:cubicBezTo>
                    <a:cubicBezTo>
                      <a:pt x="349" y="12755"/>
                      <a:pt x="1" y="15669"/>
                      <a:pt x="1654" y="18409"/>
                    </a:cubicBezTo>
                    <a:cubicBezTo>
                      <a:pt x="2349" y="19583"/>
                      <a:pt x="3263" y="20583"/>
                      <a:pt x="4394" y="21410"/>
                    </a:cubicBezTo>
                    <a:cubicBezTo>
                      <a:pt x="5694" y="22404"/>
                      <a:pt x="7123" y="22841"/>
                      <a:pt x="8500" y="22841"/>
                    </a:cubicBezTo>
                    <a:cubicBezTo>
                      <a:pt x="12606" y="22841"/>
                      <a:pt x="16254" y="18956"/>
                      <a:pt x="14658" y="14364"/>
                    </a:cubicBezTo>
                    <a:cubicBezTo>
                      <a:pt x="14353" y="13494"/>
                      <a:pt x="13962" y="12711"/>
                      <a:pt x="13484" y="11972"/>
                    </a:cubicBezTo>
                    <a:cubicBezTo>
                      <a:pt x="12788" y="10797"/>
                      <a:pt x="12266" y="9580"/>
                      <a:pt x="11874" y="8318"/>
                    </a:cubicBezTo>
                    <a:cubicBezTo>
                      <a:pt x="10526" y="4056"/>
                      <a:pt x="7308" y="1490"/>
                      <a:pt x="5220" y="185"/>
                    </a:cubicBezTo>
                    <a:cubicBezTo>
                      <a:pt x="5019" y="58"/>
                      <a:pt x="4803" y="1"/>
                      <a:pt x="459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2" name="Google Shape;1922;p73"/>
              <p:cNvGrpSpPr/>
              <p:nvPr/>
            </p:nvGrpSpPr>
            <p:grpSpPr>
              <a:xfrm>
                <a:off x="6950018" y="1192152"/>
                <a:ext cx="481707" cy="1727801"/>
                <a:chOff x="6950018" y="1192152"/>
                <a:chExt cx="481707" cy="1727801"/>
              </a:xfrm>
            </p:grpSpPr>
            <p:sp>
              <p:nvSpPr>
                <p:cNvPr id="1923" name="Google Shape;1923;p73"/>
                <p:cNvSpPr/>
                <p:nvPr/>
              </p:nvSpPr>
              <p:spPr>
                <a:xfrm>
                  <a:off x="7079903" y="1192152"/>
                  <a:ext cx="243735" cy="219056"/>
                </a:xfrm>
                <a:custGeom>
                  <a:avLst/>
                  <a:gdLst/>
                  <a:ahLst/>
                  <a:cxnLst/>
                  <a:rect l="l" t="t" r="r" b="b"/>
                  <a:pathLst>
                    <a:path w="15397" h="13838" extrusionOk="0">
                      <a:moveTo>
                        <a:pt x="7346" y="1294"/>
                      </a:moveTo>
                      <a:cubicBezTo>
                        <a:pt x="8182" y="1294"/>
                        <a:pt x="8685" y="2114"/>
                        <a:pt x="8916" y="2730"/>
                      </a:cubicBezTo>
                      <a:cubicBezTo>
                        <a:pt x="9003" y="2556"/>
                        <a:pt x="9134" y="2425"/>
                        <a:pt x="9221" y="2295"/>
                      </a:cubicBezTo>
                      <a:cubicBezTo>
                        <a:pt x="9286" y="2251"/>
                        <a:pt x="9351" y="2230"/>
                        <a:pt x="9416" y="2230"/>
                      </a:cubicBezTo>
                      <a:cubicBezTo>
                        <a:pt x="9481" y="2230"/>
                        <a:pt x="9547" y="2251"/>
                        <a:pt x="9612" y="2295"/>
                      </a:cubicBezTo>
                      <a:cubicBezTo>
                        <a:pt x="9699" y="2382"/>
                        <a:pt x="9699" y="2556"/>
                        <a:pt x="9612" y="2643"/>
                      </a:cubicBezTo>
                      <a:cubicBezTo>
                        <a:pt x="8264" y="4296"/>
                        <a:pt x="9568" y="6079"/>
                        <a:pt x="9612" y="6166"/>
                      </a:cubicBezTo>
                      <a:cubicBezTo>
                        <a:pt x="9699" y="6253"/>
                        <a:pt x="9699" y="6427"/>
                        <a:pt x="9568" y="6514"/>
                      </a:cubicBezTo>
                      <a:cubicBezTo>
                        <a:pt x="9525" y="6514"/>
                        <a:pt x="9481" y="6557"/>
                        <a:pt x="9438" y="6557"/>
                      </a:cubicBezTo>
                      <a:cubicBezTo>
                        <a:pt x="9351" y="6557"/>
                        <a:pt x="9264" y="6514"/>
                        <a:pt x="9221" y="6427"/>
                      </a:cubicBezTo>
                      <a:cubicBezTo>
                        <a:pt x="8612" y="5557"/>
                        <a:pt x="8394" y="4426"/>
                        <a:pt x="8655" y="3382"/>
                      </a:cubicBezTo>
                      <a:cubicBezTo>
                        <a:pt x="8535" y="3063"/>
                        <a:pt x="8123" y="1829"/>
                        <a:pt x="7350" y="1829"/>
                      </a:cubicBezTo>
                      <a:cubicBezTo>
                        <a:pt x="7281" y="1829"/>
                        <a:pt x="7208" y="1839"/>
                        <a:pt x="7133" y="1860"/>
                      </a:cubicBezTo>
                      <a:cubicBezTo>
                        <a:pt x="7118" y="1862"/>
                        <a:pt x="7104" y="1863"/>
                        <a:pt x="7091" y="1863"/>
                      </a:cubicBezTo>
                      <a:cubicBezTo>
                        <a:pt x="6817" y="1863"/>
                        <a:pt x="6712" y="1462"/>
                        <a:pt x="7002" y="1338"/>
                      </a:cubicBezTo>
                      <a:cubicBezTo>
                        <a:pt x="7123" y="1308"/>
                        <a:pt x="7237" y="1294"/>
                        <a:pt x="7346" y="1294"/>
                      </a:cubicBezTo>
                      <a:close/>
                      <a:moveTo>
                        <a:pt x="1914" y="7155"/>
                      </a:moveTo>
                      <a:cubicBezTo>
                        <a:pt x="2033" y="7155"/>
                        <a:pt x="2153" y="7231"/>
                        <a:pt x="2175" y="7384"/>
                      </a:cubicBezTo>
                      <a:cubicBezTo>
                        <a:pt x="2175" y="7384"/>
                        <a:pt x="2175" y="8080"/>
                        <a:pt x="3088" y="8471"/>
                      </a:cubicBezTo>
                      <a:cubicBezTo>
                        <a:pt x="3219" y="8515"/>
                        <a:pt x="3305" y="8645"/>
                        <a:pt x="3262" y="8775"/>
                      </a:cubicBezTo>
                      <a:cubicBezTo>
                        <a:pt x="3219" y="8862"/>
                        <a:pt x="3088" y="8949"/>
                        <a:pt x="3001" y="8949"/>
                      </a:cubicBezTo>
                      <a:lnTo>
                        <a:pt x="2914" y="8949"/>
                      </a:lnTo>
                      <a:cubicBezTo>
                        <a:pt x="2218" y="8732"/>
                        <a:pt x="1740" y="8080"/>
                        <a:pt x="1653" y="7384"/>
                      </a:cubicBezTo>
                      <a:cubicBezTo>
                        <a:pt x="1675" y="7231"/>
                        <a:pt x="1794" y="7155"/>
                        <a:pt x="1914" y="7155"/>
                      </a:cubicBezTo>
                      <a:close/>
                      <a:moveTo>
                        <a:pt x="4644" y="4210"/>
                      </a:moveTo>
                      <a:cubicBezTo>
                        <a:pt x="4734" y="4210"/>
                        <a:pt x="4813" y="4248"/>
                        <a:pt x="4828" y="4339"/>
                      </a:cubicBezTo>
                      <a:cubicBezTo>
                        <a:pt x="4828" y="4424"/>
                        <a:pt x="5524" y="6433"/>
                        <a:pt x="7472" y="6433"/>
                      </a:cubicBezTo>
                      <a:cubicBezTo>
                        <a:pt x="7532" y="6433"/>
                        <a:pt x="7593" y="6431"/>
                        <a:pt x="7655" y="6427"/>
                      </a:cubicBezTo>
                      <a:cubicBezTo>
                        <a:pt x="7829" y="6427"/>
                        <a:pt x="7916" y="6514"/>
                        <a:pt x="7959" y="6644"/>
                      </a:cubicBezTo>
                      <a:cubicBezTo>
                        <a:pt x="7959" y="6775"/>
                        <a:pt x="7829" y="6905"/>
                        <a:pt x="7698" y="6905"/>
                      </a:cubicBezTo>
                      <a:lnTo>
                        <a:pt x="7176" y="6905"/>
                      </a:lnTo>
                      <a:cubicBezTo>
                        <a:pt x="7568" y="7558"/>
                        <a:pt x="7959" y="8601"/>
                        <a:pt x="7176" y="9297"/>
                      </a:cubicBezTo>
                      <a:cubicBezTo>
                        <a:pt x="7127" y="9331"/>
                        <a:pt x="7077" y="9345"/>
                        <a:pt x="7029" y="9345"/>
                      </a:cubicBezTo>
                      <a:cubicBezTo>
                        <a:pt x="6953" y="9345"/>
                        <a:pt x="6882" y="9308"/>
                        <a:pt x="6828" y="9254"/>
                      </a:cubicBezTo>
                      <a:cubicBezTo>
                        <a:pt x="6741" y="9123"/>
                        <a:pt x="6741" y="8993"/>
                        <a:pt x="6872" y="8906"/>
                      </a:cubicBezTo>
                      <a:cubicBezTo>
                        <a:pt x="7568" y="8297"/>
                        <a:pt x="6698" y="7036"/>
                        <a:pt x="6480" y="6775"/>
                      </a:cubicBezTo>
                      <a:cubicBezTo>
                        <a:pt x="5480" y="6340"/>
                        <a:pt x="4697" y="5513"/>
                        <a:pt x="4349" y="4513"/>
                      </a:cubicBezTo>
                      <a:cubicBezTo>
                        <a:pt x="4264" y="4343"/>
                        <a:pt x="4475" y="4210"/>
                        <a:pt x="4644" y="4210"/>
                      </a:cubicBezTo>
                      <a:close/>
                      <a:moveTo>
                        <a:pt x="6461" y="1"/>
                      </a:moveTo>
                      <a:cubicBezTo>
                        <a:pt x="6247" y="1"/>
                        <a:pt x="6034" y="25"/>
                        <a:pt x="5828" y="77"/>
                      </a:cubicBezTo>
                      <a:cubicBezTo>
                        <a:pt x="5567" y="120"/>
                        <a:pt x="5350" y="294"/>
                        <a:pt x="5089" y="381"/>
                      </a:cubicBezTo>
                      <a:cubicBezTo>
                        <a:pt x="4828" y="425"/>
                        <a:pt x="4523" y="468"/>
                        <a:pt x="4262" y="512"/>
                      </a:cubicBezTo>
                      <a:cubicBezTo>
                        <a:pt x="3958" y="599"/>
                        <a:pt x="3697" y="686"/>
                        <a:pt x="3479" y="860"/>
                      </a:cubicBezTo>
                      <a:cubicBezTo>
                        <a:pt x="3436" y="903"/>
                        <a:pt x="3392" y="947"/>
                        <a:pt x="3349" y="990"/>
                      </a:cubicBezTo>
                      <a:cubicBezTo>
                        <a:pt x="4393" y="1208"/>
                        <a:pt x="5306" y="1947"/>
                        <a:pt x="5698" y="2991"/>
                      </a:cubicBezTo>
                      <a:cubicBezTo>
                        <a:pt x="5741" y="3121"/>
                        <a:pt x="5698" y="3252"/>
                        <a:pt x="5567" y="3295"/>
                      </a:cubicBezTo>
                      <a:lnTo>
                        <a:pt x="5437" y="3295"/>
                      </a:lnTo>
                      <a:cubicBezTo>
                        <a:pt x="5350" y="3295"/>
                        <a:pt x="5263" y="3252"/>
                        <a:pt x="5219" y="3121"/>
                      </a:cubicBezTo>
                      <a:cubicBezTo>
                        <a:pt x="4828" y="2208"/>
                        <a:pt x="3914" y="1556"/>
                        <a:pt x="2914" y="1425"/>
                      </a:cubicBezTo>
                      <a:lnTo>
                        <a:pt x="2871" y="1425"/>
                      </a:lnTo>
                      <a:cubicBezTo>
                        <a:pt x="2088" y="1730"/>
                        <a:pt x="1435" y="2295"/>
                        <a:pt x="1087" y="3078"/>
                      </a:cubicBezTo>
                      <a:cubicBezTo>
                        <a:pt x="913" y="3426"/>
                        <a:pt x="739" y="3774"/>
                        <a:pt x="652" y="4165"/>
                      </a:cubicBezTo>
                      <a:cubicBezTo>
                        <a:pt x="652" y="4209"/>
                        <a:pt x="609" y="4296"/>
                        <a:pt x="565" y="4383"/>
                      </a:cubicBezTo>
                      <a:lnTo>
                        <a:pt x="652" y="4383"/>
                      </a:lnTo>
                      <a:cubicBezTo>
                        <a:pt x="926" y="4559"/>
                        <a:pt x="1236" y="4647"/>
                        <a:pt x="1544" y="4647"/>
                      </a:cubicBezTo>
                      <a:cubicBezTo>
                        <a:pt x="1922" y="4647"/>
                        <a:pt x="2299" y="4515"/>
                        <a:pt x="2610" y="4252"/>
                      </a:cubicBezTo>
                      <a:cubicBezTo>
                        <a:pt x="2653" y="4187"/>
                        <a:pt x="2718" y="4154"/>
                        <a:pt x="2784" y="4154"/>
                      </a:cubicBezTo>
                      <a:cubicBezTo>
                        <a:pt x="2849" y="4154"/>
                        <a:pt x="2914" y="4187"/>
                        <a:pt x="2958" y="4252"/>
                      </a:cubicBezTo>
                      <a:cubicBezTo>
                        <a:pt x="3088" y="4339"/>
                        <a:pt x="3088" y="4470"/>
                        <a:pt x="2958" y="4600"/>
                      </a:cubicBezTo>
                      <a:cubicBezTo>
                        <a:pt x="2784" y="4774"/>
                        <a:pt x="2566" y="4905"/>
                        <a:pt x="2349" y="4992"/>
                      </a:cubicBezTo>
                      <a:cubicBezTo>
                        <a:pt x="2958" y="5340"/>
                        <a:pt x="3262" y="5992"/>
                        <a:pt x="3262" y="6644"/>
                      </a:cubicBezTo>
                      <a:cubicBezTo>
                        <a:pt x="3262" y="6775"/>
                        <a:pt x="3132" y="6905"/>
                        <a:pt x="3001" y="6905"/>
                      </a:cubicBezTo>
                      <a:cubicBezTo>
                        <a:pt x="2871" y="6905"/>
                        <a:pt x="2740" y="6775"/>
                        <a:pt x="2740" y="6644"/>
                      </a:cubicBezTo>
                      <a:cubicBezTo>
                        <a:pt x="2740" y="5948"/>
                        <a:pt x="2262" y="5340"/>
                        <a:pt x="1609" y="5166"/>
                      </a:cubicBezTo>
                      <a:lnTo>
                        <a:pt x="1522" y="5166"/>
                      </a:lnTo>
                      <a:cubicBezTo>
                        <a:pt x="1131" y="5166"/>
                        <a:pt x="783" y="5079"/>
                        <a:pt x="435" y="4905"/>
                      </a:cubicBezTo>
                      <a:lnTo>
                        <a:pt x="435" y="4905"/>
                      </a:lnTo>
                      <a:cubicBezTo>
                        <a:pt x="0" y="5948"/>
                        <a:pt x="218" y="7166"/>
                        <a:pt x="1044" y="7993"/>
                      </a:cubicBezTo>
                      <a:cubicBezTo>
                        <a:pt x="1044" y="9036"/>
                        <a:pt x="1740" y="9950"/>
                        <a:pt x="2784" y="10211"/>
                      </a:cubicBezTo>
                      <a:cubicBezTo>
                        <a:pt x="2827" y="10211"/>
                        <a:pt x="3914" y="9993"/>
                        <a:pt x="4567" y="8341"/>
                      </a:cubicBezTo>
                      <a:cubicBezTo>
                        <a:pt x="4599" y="8243"/>
                        <a:pt x="4705" y="8194"/>
                        <a:pt x="4811" y="8194"/>
                      </a:cubicBezTo>
                      <a:cubicBezTo>
                        <a:pt x="4847" y="8194"/>
                        <a:pt x="4882" y="8199"/>
                        <a:pt x="4915" y="8210"/>
                      </a:cubicBezTo>
                      <a:cubicBezTo>
                        <a:pt x="5045" y="8254"/>
                        <a:pt x="5089" y="8384"/>
                        <a:pt x="5045" y="8558"/>
                      </a:cubicBezTo>
                      <a:cubicBezTo>
                        <a:pt x="4741" y="9341"/>
                        <a:pt x="4219" y="10037"/>
                        <a:pt x="3479" y="10515"/>
                      </a:cubicBezTo>
                      <a:cubicBezTo>
                        <a:pt x="3566" y="10689"/>
                        <a:pt x="3697" y="10994"/>
                        <a:pt x="3740" y="11037"/>
                      </a:cubicBezTo>
                      <a:cubicBezTo>
                        <a:pt x="3914" y="11255"/>
                        <a:pt x="4088" y="11472"/>
                        <a:pt x="4306" y="11646"/>
                      </a:cubicBezTo>
                      <a:cubicBezTo>
                        <a:pt x="4697" y="11950"/>
                        <a:pt x="5176" y="12211"/>
                        <a:pt x="5654" y="12429"/>
                      </a:cubicBezTo>
                      <a:cubicBezTo>
                        <a:pt x="5741" y="12429"/>
                        <a:pt x="6220" y="12646"/>
                        <a:pt x="6437" y="12690"/>
                      </a:cubicBezTo>
                      <a:cubicBezTo>
                        <a:pt x="6524" y="12211"/>
                        <a:pt x="6524" y="11690"/>
                        <a:pt x="6393" y="11168"/>
                      </a:cubicBezTo>
                      <a:cubicBezTo>
                        <a:pt x="6314" y="10982"/>
                        <a:pt x="6461" y="10845"/>
                        <a:pt x="6617" y="10845"/>
                      </a:cubicBezTo>
                      <a:cubicBezTo>
                        <a:pt x="6717" y="10845"/>
                        <a:pt x="6821" y="10901"/>
                        <a:pt x="6872" y="11037"/>
                      </a:cubicBezTo>
                      <a:cubicBezTo>
                        <a:pt x="7089" y="11733"/>
                        <a:pt x="7089" y="12559"/>
                        <a:pt x="6785" y="13255"/>
                      </a:cubicBezTo>
                      <a:cubicBezTo>
                        <a:pt x="6872" y="13429"/>
                        <a:pt x="7002" y="13603"/>
                        <a:pt x="7133" y="13690"/>
                      </a:cubicBezTo>
                      <a:cubicBezTo>
                        <a:pt x="7374" y="13811"/>
                        <a:pt x="7522" y="13838"/>
                        <a:pt x="7606" y="13838"/>
                      </a:cubicBezTo>
                      <a:cubicBezTo>
                        <a:pt x="7673" y="13838"/>
                        <a:pt x="7698" y="13821"/>
                        <a:pt x="7698" y="13821"/>
                      </a:cubicBezTo>
                      <a:cubicBezTo>
                        <a:pt x="7698" y="13821"/>
                        <a:pt x="7715" y="13838"/>
                        <a:pt x="7773" y="13838"/>
                      </a:cubicBezTo>
                      <a:cubicBezTo>
                        <a:pt x="7844" y="13838"/>
                        <a:pt x="7979" y="13811"/>
                        <a:pt x="8220" y="13690"/>
                      </a:cubicBezTo>
                      <a:cubicBezTo>
                        <a:pt x="8699" y="13473"/>
                        <a:pt x="8786" y="12733"/>
                        <a:pt x="8786" y="12733"/>
                      </a:cubicBezTo>
                      <a:cubicBezTo>
                        <a:pt x="8786" y="12733"/>
                        <a:pt x="9090" y="12646"/>
                        <a:pt x="9308" y="12559"/>
                      </a:cubicBezTo>
                      <a:cubicBezTo>
                        <a:pt x="8742" y="12255"/>
                        <a:pt x="8264" y="11776"/>
                        <a:pt x="7916" y="11211"/>
                      </a:cubicBezTo>
                      <a:cubicBezTo>
                        <a:pt x="7830" y="11010"/>
                        <a:pt x="7990" y="10847"/>
                        <a:pt x="8159" y="10847"/>
                      </a:cubicBezTo>
                      <a:cubicBezTo>
                        <a:pt x="8246" y="10847"/>
                        <a:pt x="8335" y="10890"/>
                        <a:pt x="8394" y="10994"/>
                      </a:cubicBezTo>
                      <a:cubicBezTo>
                        <a:pt x="8742" y="11603"/>
                        <a:pt x="9308" y="12081"/>
                        <a:pt x="10003" y="12255"/>
                      </a:cubicBezTo>
                      <a:cubicBezTo>
                        <a:pt x="10482" y="12081"/>
                        <a:pt x="10917" y="11776"/>
                        <a:pt x="11308" y="11429"/>
                      </a:cubicBezTo>
                      <a:cubicBezTo>
                        <a:pt x="11395" y="11385"/>
                        <a:pt x="11874" y="10646"/>
                        <a:pt x="12004" y="10428"/>
                      </a:cubicBezTo>
                      <a:cubicBezTo>
                        <a:pt x="11178" y="9993"/>
                        <a:pt x="10525" y="9297"/>
                        <a:pt x="10221" y="8428"/>
                      </a:cubicBezTo>
                      <a:cubicBezTo>
                        <a:pt x="10177" y="8297"/>
                        <a:pt x="10221" y="8123"/>
                        <a:pt x="10351" y="8080"/>
                      </a:cubicBezTo>
                      <a:cubicBezTo>
                        <a:pt x="10384" y="8069"/>
                        <a:pt x="10419" y="8063"/>
                        <a:pt x="10455" y="8063"/>
                      </a:cubicBezTo>
                      <a:cubicBezTo>
                        <a:pt x="10561" y="8063"/>
                        <a:pt x="10667" y="8112"/>
                        <a:pt x="10699" y="8210"/>
                      </a:cubicBezTo>
                      <a:cubicBezTo>
                        <a:pt x="11352" y="9863"/>
                        <a:pt x="12439" y="10080"/>
                        <a:pt x="12482" y="10124"/>
                      </a:cubicBezTo>
                      <a:cubicBezTo>
                        <a:pt x="12569" y="10124"/>
                        <a:pt x="12613" y="10167"/>
                        <a:pt x="12656" y="10211"/>
                      </a:cubicBezTo>
                      <a:cubicBezTo>
                        <a:pt x="13613" y="9906"/>
                        <a:pt x="14266" y="8993"/>
                        <a:pt x="14266" y="7993"/>
                      </a:cubicBezTo>
                      <a:cubicBezTo>
                        <a:pt x="15179" y="7123"/>
                        <a:pt x="15397" y="5731"/>
                        <a:pt x="14788" y="4644"/>
                      </a:cubicBezTo>
                      <a:cubicBezTo>
                        <a:pt x="14744" y="4426"/>
                        <a:pt x="14657" y="4209"/>
                        <a:pt x="14614" y="3991"/>
                      </a:cubicBezTo>
                      <a:cubicBezTo>
                        <a:pt x="14396" y="4035"/>
                        <a:pt x="14222" y="4078"/>
                        <a:pt x="14048" y="4078"/>
                      </a:cubicBezTo>
                      <a:lnTo>
                        <a:pt x="13961" y="4078"/>
                      </a:lnTo>
                      <a:cubicBezTo>
                        <a:pt x="13309" y="4252"/>
                        <a:pt x="12830" y="4861"/>
                        <a:pt x="12787" y="5557"/>
                      </a:cubicBezTo>
                      <a:cubicBezTo>
                        <a:pt x="12830" y="5687"/>
                        <a:pt x="12700" y="5818"/>
                        <a:pt x="12569" y="5818"/>
                      </a:cubicBezTo>
                      <a:cubicBezTo>
                        <a:pt x="12439" y="5818"/>
                        <a:pt x="12309" y="5731"/>
                        <a:pt x="12309" y="5557"/>
                      </a:cubicBezTo>
                      <a:cubicBezTo>
                        <a:pt x="12265" y="4905"/>
                        <a:pt x="12613" y="4252"/>
                        <a:pt x="13178" y="3904"/>
                      </a:cubicBezTo>
                      <a:cubicBezTo>
                        <a:pt x="12961" y="3817"/>
                        <a:pt x="12787" y="3687"/>
                        <a:pt x="12613" y="3513"/>
                      </a:cubicBezTo>
                      <a:cubicBezTo>
                        <a:pt x="12406" y="3340"/>
                        <a:pt x="12583" y="3058"/>
                        <a:pt x="12795" y="3058"/>
                      </a:cubicBezTo>
                      <a:cubicBezTo>
                        <a:pt x="12850" y="3058"/>
                        <a:pt x="12907" y="3077"/>
                        <a:pt x="12961" y="3121"/>
                      </a:cubicBezTo>
                      <a:cubicBezTo>
                        <a:pt x="13249" y="3410"/>
                        <a:pt x="13632" y="3580"/>
                        <a:pt x="14040" y="3580"/>
                      </a:cubicBezTo>
                      <a:cubicBezTo>
                        <a:pt x="14186" y="3580"/>
                        <a:pt x="14334" y="3559"/>
                        <a:pt x="14483" y="3513"/>
                      </a:cubicBezTo>
                      <a:cubicBezTo>
                        <a:pt x="14135" y="2556"/>
                        <a:pt x="13396" y="1817"/>
                        <a:pt x="12482" y="1469"/>
                      </a:cubicBezTo>
                      <a:cubicBezTo>
                        <a:pt x="12439" y="1469"/>
                        <a:pt x="12352" y="1295"/>
                        <a:pt x="12352" y="1295"/>
                      </a:cubicBezTo>
                      <a:cubicBezTo>
                        <a:pt x="12222" y="1121"/>
                        <a:pt x="12048" y="990"/>
                        <a:pt x="11874" y="903"/>
                      </a:cubicBezTo>
                      <a:cubicBezTo>
                        <a:pt x="11787" y="816"/>
                        <a:pt x="11656" y="729"/>
                        <a:pt x="11526" y="686"/>
                      </a:cubicBezTo>
                      <a:cubicBezTo>
                        <a:pt x="11004" y="990"/>
                        <a:pt x="10569" y="1469"/>
                        <a:pt x="10351" y="2034"/>
                      </a:cubicBezTo>
                      <a:cubicBezTo>
                        <a:pt x="10308" y="2165"/>
                        <a:pt x="10221" y="2208"/>
                        <a:pt x="10090" y="2208"/>
                      </a:cubicBezTo>
                      <a:lnTo>
                        <a:pt x="10003" y="2208"/>
                      </a:lnTo>
                      <a:cubicBezTo>
                        <a:pt x="9873" y="2165"/>
                        <a:pt x="9829" y="2034"/>
                        <a:pt x="9873" y="1860"/>
                      </a:cubicBezTo>
                      <a:cubicBezTo>
                        <a:pt x="10047" y="1338"/>
                        <a:pt x="10438" y="860"/>
                        <a:pt x="10873" y="512"/>
                      </a:cubicBezTo>
                      <a:cubicBezTo>
                        <a:pt x="10743" y="512"/>
                        <a:pt x="10612" y="512"/>
                        <a:pt x="10482" y="468"/>
                      </a:cubicBezTo>
                      <a:cubicBezTo>
                        <a:pt x="10177" y="468"/>
                        <a:pt x="10003" y="251"/>
                        <a:pt x="9699" y="164"/>
                      </a:cubicBezTo>
                      <a:cubicBezTo>
                        <a:pt x="9394" y="77"/>
                        <a:pt x="9090" y="33"/>
                        <a:pt x="8786" y="33"/>
                      </a:cubicBezTo>
                      <a:cubicBezTo>
                        <a:pt x="8481" y="33"/>
                        <a:pt x="8177" y="77"/>
                        <a:pt x="7872" y="164"/>
                      </a:cubicBezTo>
                      <a:cubicBezTo>
                        <a:pt x="7785" y="207"/>
                        <a:pt x="7742" y="207"/>
                        <a:pt x="7655" y="207"/>
                      </a:cubicBezTo>
                      <a:cubicBezTo>
                        <a:pt x="7568" y="207"/>
                        <a:pt x="7524" y="207"/>
                        <a:pt x="7437" y="164"/>
                      </a:cubicBezTo>
                      <a:cubicBezTo>
                        <a:pt x="7121" y="58"/>
                        <a:pt x="6789" y="1"/>
                        <a:pt x="646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3"/>
                <p:cNvSpPr/>
                <p:nvPr/>
              </p:nvSpPr>
              <p:spPr>
                <a:xfrm>
                  <a:off x="7081217" y="2142774"/>
                  <a:ext cx="350508" cy="456015"/>
                </a:xfrm>
                <a:custGeom>
                  <a:avLst/>
                  <a:gdLst/>
                  <a:ahLst/>
                  <a:cxnLst/>
                  <a:rect l="l" t="t" r="r" b="b"/>
                  <a:pathLst>
                    <a:path w="22142" h="28807" extrusionOk="0">
                      <a:moveTo>
                        <a:pt x="8224" y="1"/>
                      </a:moveTo>
                      <a:lnTo>
                        <a:pt x="8224" y="11222"/>
                      </a:lnTo>
                      <a:cubicBezTo>
                        <a:pt x="8224" y="11222"/>
                        <a:pt x="13878" y="14397"/>
                        <a:pt x="12878" y="16528"/>
                      </a:cubicBezTo>
                      <a:cubicBezTo>
                        <a:pt x="12269" y="17659"/>
                        <a:pt x="11921" y="18920"/>
                        <a:pt x="11878" y="20182"/>
                      </a:cubicBezTo>
                      <a:cubicBezTo>
                        <a:pt x="10616" y="20356"/>
                        <a:pt x="9355" y="22226"/>
                        <a:pt x="9355" y="22226"/>
                      </a:cubicBezTo>
                      <a:cubicBezTo>
                        <a:pt x="9029" y="22101"/>
                        <a:pt x="8708" y="22053"/>
                        <a:pt x="8404" y="22053"/>
                      </a:cubicBezTo>
                      <a:cubicBezTo>
                        <a:pt x="7330" y="22053"/>
                        <a:pt x="6484" y="22661"/>
                        <a:pt x="6484" y="22661"/>
                      </a:cubicBezTo>
                      <a:cubicBezTo>
                        <a:pt x="6137" y="22226"/>
                        <a:pt x="5615" y="21878"/>
                        <a:pt x="5093" y="21660"/>
                      </a:cubicBezTo>
                      <a:cubicBezTo>
                        <a:pt x="4547" y="21471"/>
                        <a:pt x="4073" y="21386"/>
                        <a:pt x="3661" y="21386"/>
                      </a:cubicBezTo>
                      <a:cubicBezTo>
                        <a:pt x="0" y="21386"/>
                        <a:pt x="1265" y="28097"/>
                        <a:pt x="1265" y="28097"/>
                      </a:cubicBezTo>
                      <a:cubicBezTo>
                        <a:pt x="1808" y="28640"/>
                        <a:pt x="2285" y="28806"/>
                        <a:pt x="2665" y="28806"/>
                      </a:cubicBezTo>
                      <a:cubicBezTo>
                        <a:pt x="3258" y="28806"/>
                        <a:pt x="3614" y="28402"/>
                        <a:pt x="3614" y="28402"/>
                      </a:cubicBezTo>
                      <a:cubicBezTo>
                        <a:pt x="3614" y="28402"/>
                        <a:pt x="3266" y="25531"/>
                        <a:pt x="3614" y="24618"/>
                      </a:cubicBezTo>
                      <a:cubicBezTo>
                        <a:pt x="3710" y="24317"/>
                        <a:pt x="3874" y="24214"/>
                        <a:pt x="4055" y="24214"/>
                      </a:cubicBezTo>
                      <a:cubicBezTo>
                        <a:pt x="4448" y="24214"/>
                        <a:pt x="4919" y="24705"/>
                        <a:pt x="4919" y="24705"/>
                      </a:cubicBezTo>
                      <a:cubicBezTo>
                        <a:pt x="5176" y="25105"/>
                        <a:pt x="5622" y="25336"/>
                        <a:pt x="6082" y="25336"/>
                      </a:cubicBezTo>
                      <a:cubicBezTo>
                        <a:pt x="6322" y="25336"/>
                        <a:pt x="6566" y="25274"/>
                        <a:pt x="6789" y="25140"/>
                      </a:cubicBezTo>
                      <a:cubicBezTo>
                        <a:pt x="8210" y="26432"/>
                        <a:pt x="9844" y="26967"/>
                        <a:pt x="11443" y="26967"/>
                      </a:cubicBezTo>
                      <a:cubicBezTo>
                        <a:pt x="13075" y="26967"/>
                        <a:pt x="14670" y="26410"/>
                        <a:pt x="15966" y="25531"/>
                      </a:cubicBezTo>
                      <a:cubicBezTo>
                        <a:pt x="18532" y="23748"/>
                        <a:pt x="22142" y="18746"/>
                        <a:pt x="18445" y="13223"/>
                      </a:cubicBezTo>
                      <a:cubicBezTo>
                        <a:pt x="16402" y="10194"/>
                        <a:pt x="14053" y="9517"/>
                        <a:pt x="12361" y="9517"/>
                      </a:cubicBezTo>
                      <a:cubicBezTo>
                        <a:pt x="10991" y="9517"/>
                        <a:pt x="10051" y="9961"/>
                        <a:pt x="10051" y="9961"/>
                      </a:cubicBezTo>
                      <a:lnTo>
                        <a:pt x="10051" y="1"/>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3"/>
                <p:cNvSpPr/>
                <p:nvPr/>
              </p:nvSpPr>
              <p:spPr>
                <a:xfrm>
                  <a:off x="6973177" y="2219695"/>
                  <a:ext cx="355969" cy="239460"/>
                </a:xfrm>
                <a:custGeom>
                  <a:avLst/>
                  <a:gdLst/>
                  <a:ahLst/>
                  <a:cxnLst/>
                  <a:rect l="l" t="t" r="r" b="b"/>
                  <a:pathLst>
                    <a:path w="22487" h="15127" extrusionOk="0">
                      <a:moveTo>
                        <a:pt x="7503" y="0"/>
                      </a:moveTo>
                      <a:cubicBezTo>
                        <a:pt x="6413" y="0"/>
                        <a:pt x="5309" y="456"/>
                        <a:pt x="4176" y="1790"/>
                      </a:cubicBezTo>
                      <a:cubicBezTo>
                        <a:pt x="1" y="6705"/>
                        <a:pt x="2697" y="14621"/>
                        <a:pt x="4959" y="15099"/>
                      </a:cubicBezTo>
                      <a:cubicBezTo>
                        <a:pt x="5045" y="15117"/>
                        <a:pt x="5133" y="15126"/>
                        <a:pt x="5224" y="15126"/>
                      </a:cubicBezTo>
                      <a:cubicBezTo>
                        <a:pt x="7077" y="15126"/>
                        <a:pt x="10015" y="11498"/>
                        <a:pt x="12005" y="10793"/>
                      </a:cubicBezTo>
                      <a:cubicBezTo>
                        <a:pt x="12091" y="10764"/>
                        <a:pt x="12180" y="10750"/>
                        <a:pt x="12268" y="10750"/>
                      </a:cubicBezTo>
                      <a:cubicBezTo>
                        <a:pt x="12578" y="10750"/>
                        <a:pt x="12879" y="10923"/>
                        <a:pt x="13049" y="11228"/>
                      </a:cubicBezTo>
                      <a:lnTo>
                        <a:pt x="13440" y="12011"/>
                      </a:lnTo>
                      <a:lnTo>
                        <a:pt x="13788" y="12576"/>
                      </a:lnTo>
                      <a:cubicBezTo>
                        <a:pt x="13831" y="12707"/>
                        <a:pt x="13918" y="12837"/>
                        <a:pt x="14005" y="12968"/>
                      </a:cubicBezTo>
                      <a:cubicBezTo>
                        <a:pt x="14071" y="13033"/>
                        <a:pt x="14201" y="13055"/>
                        <a:pt x="14337" y="13055"/>
                      </a:cubicBezTo>
                      <a:cubicBezTo>
                        <a:pt x="14473" y="13055"/>
                        <a:pt x="14614" y="13033"/>
                        <a:pt x="14701" y="13011"/>
                      </a:cubicBezTo>
                      <a:lnTo>
                        <a:pt x="14832" y="13011"/>
                      </a:lnTo>
                      <a:cubicBezTo>
                        <a:pt x="14875" y="12968"/>
                        <a:pt x="14919" y="12924"/>
                        <a:pt x="14962" y="12837"/>
                      </a:cubicBezTo>
                      <a:cubicBezTo>
                        <a:pt x="14962" y="12750"/>
                        <a:pt x="15006" y="12663"/>
                        <a:pt x="15006" y="12576"/>
                      </a:cubicBezTo>
                      <a:cubicBezTo>
                        <a:pt x="15093" y="12141"/>
                        <a:pt x="15180" y="11707"/>
                        <a:pt x="15310" y="11272"/>
                      </a:cubicBezTo>
                      <a:cubicBezTo>
                        <a:pt x="15354" y="11098"/>
                        <a:pt x="15397" y="10880"/>
                        <a:pt x="15441" y="10663"/>
                      </a:cubicBezTo>
                      <a:cubicBezTo>
                        <a:pt x="15441" y="10576"/>
                        <a:pt x="15484" y="10402"/>
                        <a:pt x="15571" y="10358"/>
                      </a:cubicBezTo>
                      <a:lnTo>
                        <a:pt x="15745" y="10358"/>
                      </a:lnTo>
                      <a:cubicBezTo>
                        <a:pt x="15865" y="10369"/>
                        <a:pt x="15984" y="10375"/>
                        <a:pt x="16104" y="10375"/>
                      </a:cubicBezTo>
                      <a:cubicBezTo>
                        <a:pt x="16463" y="10375"/>
                        <a:pt x="16822" y="10326"/>
                        <a:pt x="17180" y="10228"/>
                      </a:cubicBezTo>
                      <a:cubicBezTo>
                        <a:pt x="17746" y="10141"/>
                        <a:pt x="18268" y="9880"/>
                        <a:pt x="18703" y="9488"/>
                      </a:cubicBezTo>
                      <a:cubicBezTo>
                        <a:pt x="18790" y="9401"/>
                        <a:pt x="18877" y="9314"/>
                        <a:pt x="18964" y="9271"/>
                      </a:cubicBezTo>
                      <a:cubicBezTo>
                        <a:pt x="19659" y="8401"/>
                        <a:pt x="20486" y="5487"/>
                        <a:pt x="21878" y="4008"/>
                      </a:cubicBezTo>
                      <a:cubicBezTo>
                        <a:pt x="22486" y="3356"/>
                        <a:pt x="22356" y="2269"/>
                        <a:pt x="21573" y="1790"/>
                      </a:cubicBezTo>
                      <a:cubicBezTo>
                        <a:pt x="20728" y="1279"/>
                        <a:pt x="19780" y="1029"/>
                        <a:pt x="18835" y="1029"/>
                      </a:cubicBezTo>
                      <a:cubicBezTo>
                        <a:pt x="17932" y="1029"/>
                        <a:pt x="17031" y="1257"/>
                        <a:pt x="16223" y="1703"/>
                      </a:cubicBezTo>
                      <a:cubicBezTo>
                        <a:pt x="15645" y="2011"/>
                        <a:pt x="15073" y="2135"/>
                        <a:pt x="14504" y="2135"/>
                      </a:cubicBezTo>
                      <a:cubicBezTo>
                        <a:pt x="12146" y="2135"/>
                        <a:pt x="9860" y="0"/>
                        <a:pt x="750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3"/>
                <p:cNvSpPr/>
                <p:nvPr/>
              </p:nvSpPr>
              <p:spPr>
                <a:xfrm>
                  <a:off x="7140485" y="1593379"/>
                  <a:ext cx="121875" cy="375250"/>
                </a:xfrm>
                <a:custGeom>
                  <a:avLst/>
                  <a:gdLst/>
                  <a:ahLst/>
                  <a:cxnLst/>
                  <a:rect l="l" t="t" r="r" b="b"/>
                  <a:pathLst>
                    <a:path w="7699" h="23705" extrusionOk="0">
                      <a:moveTo>
                        <a:pt x="2871" y="0"/>
                      </a:moveTo>
                      <a:lnTo>
                        <a:pt x="2871" y="17659"/>
                      </a:lnTo>
                      <a:cubicBezTo>
                        <a:pt x="2871" y="18659"/>
                        <a:pt x="2306" y="19529"/>
                        <a:pt x="1392" y="19964"/>
                      </a:cubicBezTo>
                      <a:cubicBezTo>
                        <a:pt x="1044" y="20138"/>
                        <a:pt x="740" y="20355"/>
                        <a:pt x="435" y="20573"/>
                      </a:cubicBezTo>
                      <a:cubicBezTo>
                        <a:pt x="0" y="22660"/>
                        <a:pt x="1044" y="23704"/>
                        <a:pt x="1044" y="23704"/>
                      </a:cubicBezTo>
                      <a:cubicBezTo>
                        <a:pt x="1936" y="23269"/>
                        <a:pt x="2904" y="23052"/>
                        <a:pt x="3871" y="23052"/>
                      </a:cubicBezTo>
                      <a:cubicBezTo>
                        <a:pt x="4839" y="23052"/>
                        <a:pt x="5807" y="23269"/>
                        <a:pt x="6698" y="23704"/>
                      </a:cubicBezTo>
                      <a:cubicBezTo>
                        <a:pt x="6698" y="23704"/>
                        <a:pt x="7699" y="22660"/>
                        <a:pt x="7351" y="20573"/>
                      </a:cubicBezTo>
                      <a:cubicBezTo>
                        <a:pt x="7003" y="20355"/>
                        <a:pt x="6698" y="20138"/>
                        <a:pt x="6307" y="19964"/>
                      </a:cubicBezTo>
                      <a:cubicBezTo>
                        <a:pt x="5437" y="19529"/>
                        <a:pt x="4872" y="18659"/>
                        <a:pt x="4872" y="17659"/>
                      </a:cubicBezTo>
                      <a:lnTo>
                        <a:pt x="4872"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3"/>
                <p:cNvSpPr/>
                <p:nvPr/>
              </p:nvSpPr>
              <p:spPr>
                <a:xfrm>
                  <a:off x="6950018" y="1876182"/>
                  <a:ext cx="257269" cy="361684"/>
                </a:xfrm>
                <a:custGeom>
                  <a:avLst/>
                  <a:gdLst/>
                  <a:ahLst/>
                  <a:cxnLst/>
                  <a:rect l="l" t="t" r="r" b="b"/>
                  <a:pathLst>
                    <a:path w="16252" h="22848" extrusionOk="0">
                      <a:moveTo>
                        <a:pt x="11661" y="1"/>
                      </a:moveTo>
                      <a:cubicBezTo>
                        <a:pt x="11449" y="1"/>
                        <a:pt x="11233" y="58"/>
                        <a:pt x="11032" y="185"/>
                      </a:cubicBezTo>
                      <a:cubicBezTo>
                        <a:pt x="8901" y="1490"/>
                        <a:pt x="5726" y="4056"/>
                        <a:pt x="4378" y="8318"/>
                      </a:cubicBezTo>
                      <a:cubicBezTo>
                        <a:pt x="3986" y="9580"/>
                        <a:pt x="3421" y="10797"/>
                        <a:pt x="2725" y="11972"/>
                      </a:cubicBezTo>
                      <a:cubicBezTo>
                        <a:pt x="2247" y="12711"/>
                        <a:pt x="1855" y="13494"/>
                        <a:pt x="1594" y="14364"/>
                      </a:cubicBezTo>
                      <a:cubicBezTo>
                        <a:pt x="0" y="18982"/>
                        <a:pt x="3636" y="22847"/>
                        <a:pt x="7736" y="22847"/>
                      </a:cubicBezTo>
                      <a:cubicBezTo>
                        <a:pt x="9118" y="22847"/>
                        <a:pt x="10553" y="22408"/>
                        <a:pt x="11858" y="21410"/>
                      </a:cubicBezTo>
                      <a:cubicBezTo>
                        <a:pt x="12946" y="20583"/>
                        <a:pt x="13859" y="19583"/>
                        <a:pt x="14555" y="18409"/>
                      </a:cubicBezTo>
                      <a:cubicBezTo>
                        <a:pt x="16251" y="15669"/>
                        <a:pt x="15860" y="12755"/>
                        <a:pt x="14772" y="9884"/>
                      </a:cubicBezTo>
                      <a:cubicBezTo>
                        <a:pt x="14468" y="9058"/>
                        <a:pt x="14077" y="8231"/>
                        <a:pt x="13729" y="7361"/>
                      </a:cubicBezTo>
                      <a:cubicBezTo>
                        <a:pt x="13294" y="9188"/>
                        <a:pt x="11945" y="13885"/>
                        <a:pt x="9814" y="16234"/>
                      </a:cubicBezTo>
                      <a:cubicBezTo>
                        <a:pt x="9754" y="16375"/>
                        <a:pt x="9649" y="16432"/>
                        <a:pt x="9531" y="16432"/>
                      </a:cubicBezTo>
                      <a:cubicBezTo>
                        <a:pt x="9138" y="16432"/>
                        <a:pt x="8597" y="15805"/>
                        <a:pt x="9031" y="15538"/>
                      </a:cubicBezTo>
                      <a:cubicBezTo>
                        <a:pt x="9814" y="14625"/>
                        <a:pt x="10423" y="13624"/>
                        <a:pt x="10858" y="12537"/>
                      </a:cubicBezTo>
                      <a:lnTo>
                        <a:pt x="10858" y="12537"/>
                      </a:lnTo>
                      <a:cubicBezTo>
                        <a:pt x="9901" y="13059"/>
                        <a:pt x="8814" y="13363"/>
                        <a:pt x="7683" y="13407"/>
                      </a:cubicBezTo>
                      <a:lnTo>
                        <a:pt x="7553" y="13407"/>
                      </a:lnTo>
                      <a:cubicBezTo>
                        <a:pt x="7074" y="13233"/>
                        <a:pt x="7074" y="12537"/>
                        <a:pt x="7553" y="12363"/>
                      </a:cubicBezTo>
                      <a:cubicBezTo>
                        <a:pt x="7587" y="12364"/>
                        <a:pt x="7620" y="12364"/>
                        <a:pt x="7654" y="12364"/>
                      </a:cubicBezTo>
                      <a:cubicBezTo>
                        <a:pt x="9484" y="12364"/>
                        <a:pt x="11127" y="11227"/>
                        <a:pt x="11554" y="10928"/>
                      </a:cubicBezTo>
                      <a:cubicBezTo>
                        <a:pt x="12076" y="9536"/>
                        <a:pt x="12424" y="8231"/>
                        <a:pt x="12641" y="7405"/>
                      </a:cubicBezTo>
                      <a:lnTo>
                        <a:pt x="12641" y="7405"/>
                      </a:lnTo>
                      <a:cubicBezTo>
                        <a:pt x="11206" y="8318"/>
                        <a:pt x="9162" y="9493"/>
                        <a:pt x="7466" y="9710"/>
                      </a:cubicBezTo>
                      <a:lnTo>
                        <a:pt x="7379" y="9710"/>
                      </a:lnTo>
                      <a:cubicBezTo>
                        <a:pt x="7118" y="9710"/>
                        <a:pt x="6900" y="9536"/>
                        <a:pt x="6857" y="9275"/>
                      </a:cubicBezTo>
                      <a:cubicBezTo>
                        <a:pt x="6813" y="9014"/>
                        <a:pt x="7031" y="8753"/>
                        <a:pt x="7292" y="8710"/>
                      </a:cubicBezTo>
                      <a:cubicBezTo>
                        <a:pt x="8031" y="8579"/>
                        <a:pt x="8727" y="8318"/>
                        <a:pt x="9379" y="8014"/>
                      </a:cubicBezTo>
                      <a:cubicBezTo>
                        <a:pt x="8683" y="7840"/>
                        <a:pt x="7988" y="7492"/>
                        <a:pt x="7422" y="7013"/>
                      </a:cubicBezTo>
                      <a:cubicBezTo>
                        <a:pt x="6943" y="6774"/>
                        <a:pt x="7407" y="6048"/>
                        <a:pt x="7817" y="6048"/>
                      </a:cubicBezTo>
                      <a:cubicBezTo>
                        <a:pt x="7928" y="6048"/>
                        <a:pt x="8035" y="6101"/>
                        <a:pt x="8118" y="6231"/>
                      </a:cubicBezTo>
                      <a:cubicBezTo>
                        <a:pt x="8901" y="6839"/>
                        <a:pt x="9901" y="7187"/>
                        <a:pt x="10902" y="7231"/>
                      </a:cubicBezTo>
                      <a:cubicBezTo>
                        <a:pt x="11815" y="6665"/>
                        <a:pt x="12598" y="6144"/>
                        <a:pt x="13076" y="5796"/>
                      </a:cubicBezTo>
                      <a:lnTo>
                        <a:pt x="13076" y="5752"/>
                      </a:lnTo>
                      <a:cubicBezTo>
                        <a:pt x="12554" y="4273"/>
                        <a:pt x="12772" y="2882"/>
                        <a:pt x="12902" y="1316"/>
                      </a:cubicBezTo>
                      <a:cubicBezTo>
                        <a:pt x="12935" y="559"/>
                        <a:pt x="12320" y="1"/>
                        <a:pt x="1166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3"/>
                <p:cNvSpPr/>
                <p:nvPr/>
              </p:nvSpPr>
              <p:spPr>
                <a:xfrm>
                  <a:off x="6976628" y="2570600"/>
                  <a:ext cx="443398" cy="349352"/>
                </a:xfrm>
                <a:custGeom>
                  <a:avLst/>
                  <a:gdLst/>
                  <a:ahLst/>
                  <a:cxnLst/>
                  <a:rect l="l" t="t" r="r" b="b"/>
                  <a:pathLst>
                    <a:path w="28010" h="22069" extrusionOk="0">
                      <a:moveTo>
                        <a:pt x="6785" y="5162"/>
                      </a:moveTo>
                      <a:cubicBezTo>
                        <a:pt x="6916" y="5293"/>
                        <a:pt x="7002" y="5380"/>
                        <a:pt x="7089" y="5510"/>
                      </a:cubicBezTo>
                      <a:cubicBezTo>
                        <a:pt x="7002" y="5423"/>
                        <a:pt x="6916" y="5293"/>
                        <a:pt x="6785" y="5162"/>
                      </a:cubicBezTo>
                      <a:close/>
                      <a:moveTo>
                        <a:pt x="23059" y="1"/>
                      </a:moveTo>
                      <a:cubicBezTo>
                        <a:pt x="22817" y="1"/>
                        <a:pt x="22566" y="37"/>
                        <a:pt x="22312" y="117"/>
                      </a:cubicBezTo>
                      <a:cubicBezTo>
                        <a:pt x="21660" y="334"/>
                        <a:pt x="21094" y="813"/>
                        <a:pt x="20746" y="1422"/>
                      </a:cubicBezTo>
                      <a:cubicBezTo>
                        <a:pt x="20264" y="993"/>
                        <a:pt x="19721" y="845"/>
                        <a:pt x="19199" y="845"/>
                      </a:cubicBezTo>
                      <a:cubicBezTo>
                        <a:pt x="18025" y="845"/>
                        <a:pt x="16962" y="1596"/>
                        <a:pt x="16962" y="1596"/>
                      </a:cubicBezTo>
                      <a:cubicBezTo>
                        <a:pt x="16538" y="1214"/>
                        <a:pt x="16063" y="1085"/>
                        <a:pt x="15615" y="1085"/>
                      </a:cubicBezTo>
                      <a:cubicBezTo>
                        <a:pt x="14686" y="1085"/>
                        <a:pt x="13874" y="1639"/>
                        <a:pt x="13874" y="1639"/>
                      </a:cubicBezTo>
                      <a:cubicBezTo>
                        <a:pt x="13526" y="1175"/>
                        <a:pt x="13106" y="1021"/>
                        <a:pt x="12700" y="1021"/>
                      </a:cubicBezTo>
                      <a:cubicBezTo>
                        <a:pt x="11888" y="1021"/>
                        <a:pt x="11134" y="1639"/>
                        <a:pt x="11134" y="1639"/>
                      </a:cubicBezTo>
                      <a:cubicBezTo>
                        <a:pt x="10761" y="1080"/>
                        <a:pt x="10277" y="920"/>
                        <a:pt x="9845" y="920"/>
                      </a:cubicBezTo>
                      <a:cubicBezTo>
                        <a:pt x="9269" y="920"/>
                        <a:pt x="8786" y="1204"/>
                        <a:pt x="8786" y="1204"/>
                      </a:cubicBezTo>
                      <a:cubicBezTo>
                        <a:pt x="7876" y="470"/>
                        <a:pt x="7079" y="201"/>
                        <a:pt x="6400" y="201"/>
                      </a:cubicBezTo>
                      <a:cubicBezTo>
                        <a:pt x="4545" y="201"/>
                        <a:pt x="3567" y="2205"/>
                        <a:pt x="3567" y="2205"/>
                      </a:cubicBezTo>
                      <a:cubicBezTo>
                        <a:pt x="0" y="3770"/>
                        <a:pt x="2479" y="6771"/>
                        <a:pt x="2479" y="6771"/>
                      </a:cubicBezTo>
                      <a:cubicBezTo>
                        <a:pt x="1087" y="8729"/>
                        <a:pt x="3219" y="10120"/>
                        <a:pt x="3219" y="10120"/>
                      </a:cubicBezTo>
                      <a:cubicBezTo>
                        <a:pt x="2871" y="12382"/>
                        <a:pt x="5567" y="12991"/>
                        <a:pt x="5567" y="12991"/>
                      </a:cubicBezTo>
                      <a:cubicBezTo>
                        <a:pt x="5350" y="13817"/>
                        <a:pt x="6176" y="14731"/>
                        <a:pt x="6176" y="14731"/>
                      </a:cubicBezTo>
                      <a:cubicBezTo>
                        <a:pt x="6399" y="14860"/>
                        <a:pt x="6591" y="14917"/>
                        <a:pt x="6758" y="14917"/>
                      </a:cubicBezTo>
                      <a:cubicBezTo>
                        <a:pt x="7375" y="14917"/>
                        <a:pt x="7639" y="14145"/>
                        <a:pt x="7742" y="13426"/>
                      </a:cubicBezTo>
                      <a:cubicBezTo>
                        <a:pt x="7611" y="13034"/>
                        <a:pt x="7655" y="12643"/>
                        <a:pt x="7829" y="12252"/>
                      </a:cubicBezTo>
                      <a:cubicBezTo>
                        <a:pt x="9351" y="10729"/>
                        <a:pt x="7872" y="8555"/>
                        <a:pt x="7872" y="8555"/>
                      </a:cubicBezTo>
                      <a:cubicBezTo>
                        <a:pt x="8046" y="7467"/>
                        <a:pt x="7742" y="6380"/>
                        <a:pt x="7089" y="5510"/>
                      </a:cubicBezTo>
                      <a:lnTo>
                        <a:pt x="7089" y="5510"/>
                      </a:lnTo>
                      <a:cubicBezTo>
                        <a:pt x="7538" y="6049"/>
                        <a:pt x="8184" y="6321"/>
                        <a:pt x="8829" y="6321"/>
                      </a:cubicBezTo>
                      <a:cubicBezTo>
                        <a:pt x="9435" y="6321"/>
                        <a:pt x="10040" y="6081"/>
                        <a:pt x="10482" y="5597"/>
                      </a:cubicBezTo>
                      <a:cubicBezTo>
                        <a:pt x="10903" y="6229"/>
                        <a:pt x="11585" y="6405"/>
                        <a:pt x="12217" y="6405"/>
                      </a:cubicBezTo>
                      <a:cubicBezTo>
                        <a:pt x="13021" y="6405"/>
                        <a:pt x="13744" y="6119"/>
                        <a:pt x="13744" y="6119"/>
                      </a:cubicBezTo>
                      <a:cubicBezTo>
                        <a:pt x="14218" y="6441"/>
                        <a:pt x="14764" y="6597"/>
                        <a:pt x="15311" y="6597"/>
                      </a:cubicBezTo>
                      <a:cubicBezTo>
                        <a:pt x="16170" y="6597"/>
                        <a:pt x="17030" y="6211"/>
                        <a:pt x="17615" y="5467"/>
                      </a:cubicBezTo>
                      <a:cubicBezTo>
                        <a:pt x="18193" y="5856"/>
                        <a:pt x="18728" y="6003"/>
                        <a:pt x="19208" y="6003"/>
                      </a:cubicBezTo>
                      <a:cubicBezTo>
                        <a:pt x="20698" y="6003"/>
                        <a:pt x="21645" y="4576"/>
                        <a:pt x="21659" y="4553"/>
                      </a:cubicBezTo>
                      <a:lnTo>
                        <a:pt x="21659" y="4553"/>
                      </a:lnTo>
                      <a:cubicBezTo>
                        <a:pt x="20572" y="6206"/>
                        <a:pt x="22007" y="8294"/>
                        <a:pt x="22007" y="8294"/>
                      </a:cubicBezTo>
                      <a:cubicBezTo>
                        <a:pt x="21225" y="8816"/>
                        <a:pt x="21660" y="10164"/>
                        <a:pt x="21660" y="10164"/>
                      </a:cubicBezTo>
                      <a:cubicBezTo>
                        <a:pt x="21569" y="10152"/>
                        <a:pt x="21479" y="10146"/>
                        <a:pt x="21391" y="10146"/>
                      </a:cubicBezTo>
                      <a:cubicBezTo>
                        <a:pt x="20499" y="10146"/>
                        <a:pt x="19722" y="10729"/>
                        <a:pt x="19485" y="11599"/>
                      </a:cubicBezTo>
                      <a:cubicBezTo>
                        <a:pt x="19085" y="11333"/>
                        <a:pt x="18709" y="11229"/>
                        <a:pt x="18364" y="11229"/>
                      </a:cubicBezTo>
                      <a:cubicBezTo>
                        <a:pt x="17133" y="11229"/>
                        <a:pt x="16310" y="12556"/>
                        <a:pt x="16310" y="12556"/>
                      </a:cubicBezTo>
                      <a:cubicBezTo>
                        <a:pt x="11656" y="12730"/>
                        <a:pt x="12917" y="16557"/>
                        <a:pt x="12917" y="16557"/>
                      </a:cubicBezTo>
                      <a:cubicBezTo>
                        <a:pt x="12787" y="16775"/>
                        <a:pt x="12700" y="16992"/>
                        <a:pt x="12613" y="17253"/>
                      </a:cubicBezTo>
                      <a:cubicBezTo>
                        <a:pt x="11917" y="19210"/>
                        <a:pt x="13961" y="19863"/>
                        <a:pt x="13961" y="19863"/>
                      </a:cubicBezTo>
                      <a:cubicBezTo>
                        <a:pt x="13961" y="19863"/>
                        <a:pt x="13483" y="21690"/>
                        <a:pt x="15049" y="22037"/>
                      </a:cubicBezTo>
                      <a:cubicBezTo>
                        <a:pt x="15145" y="22059"/>
                        <a:pt x="15235" y="22069"/>
                        <a:pt x="15319" y="22069"/>
                      </a:cubicBezTo>
                      <a:cubicBezTo>
                        <a:pt x="16604" y="22069"/>
                        <a:pt x="16527" y="19732"/>
                        <a:pt x="16527" y="19732"/>
                      </a:cubicBezTo>
                      <a:cubicBezTo>
                        <a:pt x="18354" y="18515"/>
                        <a:pt x="17223" y="16644"/>
                        <a:pt x="17223" y="16644"/>
                      </a:cubicBezTo>
                      <a:lnTo>
                        <a:pt x="17223" y="16644"/>
                      </a:lnTo>
                      <a:cubicBezTo>
                        <a:pt x="17365" y="16659"/>
                        <a:pt x="17507" y="16666"/>
                        <a:pt x="17649" y="16666"/>
                      </a:cubicBezTo>
                      <a:cubicBezTo>
                        <a:pt x="18807" y="16666"/>
                        <a:pt x="19932" y="16197"/>
                        <a:pt x="20746" y="15383"/>
                      </a:cubicBezTo>
                      <a:cubicBezTo>
                        <a:pt x="20939" y="15400"/>
                        <a:pt x="21123" y="15408"/>
                        <a:pt x="21297" y="15408"/>
                      </a:cubicBezTo>
                      <a:cubicBezTo>
                        <a:pt x="24696" y="15408"/>
                        <a:pt x="24617" y="12338"/>
                        <a:pt x="24617" y="12338"/>
                      </a:cubicBezTo>
                      <a:cubicBezTo>
                        <a:pt x="27836" y="10816"/>
                        <a:pt x="26052" y="7815"/>
                        <a:pt x="26052" y="7815"/>
                      </a:cubicBezTo>
                      <a:cubicBezTo>
                        <a:pt x="28010" y="5467"/>
                        <a:pt x="25139" y="3640"/>
                        <a:pt x="25139" y="3640"/>
                      </a:cubicBezTo>
                      <a:lnTo>
                        <a:pt x="25182" y="3596"/>
                      </a:lnTo>
                      <a:cubicBezTo>
                        <a:pt x="26099" y="1916"/>
                        <a:pt x="24802" y="1"/>
                        <a:pt x="23059"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929" name="Google Shape;1929;p73"/>
          <p:cNvSpPr txBox="1"/>
          <p:nvPr/>
        </p:nvSpPr>
        <p:spPr>
          <a:xfrm>
            <a:off x="1603398" y="1660538"/>
            <a:ext cx="18198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1912" name="Google Shape;1912;p73"/>
          <p:cNvSpPr txBox="1"/>
          <p:nvPr/>
        </p:nvSpPr>
        <p:spPr>
          <a:xfrm>
            <a:off x="1603398" y="2649638"/>
            <a:ext cx="18198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914" name="Google Shape;1914;p73"/>
          <p:cNvSpPr txBox="1"/>
          <p:nvPr/>
        </p:nvSpPr>
        <p:spPr>
          <a:xfrm>
            <a:off x="1603398" y="3638738"/>
            <a:ext cx="18198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1930" name="Google Shape;1930;p73"/>
          <p:cNvSpPr/>
          <p:nvPr/>
        </p:nvSpPr>
        <p:spPr>
          <a:xfrm>
            <a:off x="827635" y="2598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3"/>
          <p:cNvSpPr/>
          <p:nvPr/>
        </p:nvSpPr>
        <p:spPr>
          <a:xfrm>
            <a:off x="928721" y="2744559"/>
            <a:ext cx="429779" cy="32233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3"/>
          <p:cNvSpPr/>
          <p:nvPr/>
        </p:nvSpPr>
        <p:spPr>
          <a:xfrm>
            <a:off x="827635" y="35875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3" name="Google Shape;1933;p73"/>
          <p:cNvGrpSpPr/>
          <p:nvPr/>
        </p:nvGrpSpPr>
        <p:grpSpPr>
          <a:xfrm>
            <a:off x="959078" y="3722321"/>
            <a:ext cx="369072" cy="317467"/>
            <a:chOff x="6196730" y="1525346"/>
            <a:chExt cx="369072" cy="317467"/>
          </a:xfrm>
        </p:grpSpPr>
        <p:sp>
          <p:nvSpPr>
            <p:cNvPr id="1934" name="Google Shape;1934;p7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7" name="Google Shape;1937;p73"/>
          <p:cNvSpPr/>
          <p:nvPr/>
        </p:nvSpPr>
        <p:spPr>
          <a:xfrm>
            <a:off x="827635" y="1609400"/>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8" name="Google Shape;1938;p73"/>
          <p:cNvGrpSpPr/>
          <p:nvPr/>
        </p:nvGrpSpPr>
        <p:grpSpPr>
          <a:xfrm>
            <a:off x="967802" y="1727756"/>
            <a:ext cx="351615" cy="350373"/>
            <a:chOff x="6203579" y="3348981"/>
            <a:chExt cx="351615" cy="350373"/>
          </a:xfrm>
        </p:grpSpPr>
        <p:sp>
          <p:nvSpPr>
            <p:cNvPr id="1939" name="Google Shape;1939;p7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947"/>
        <p:cNvGrpSpPr/>
        <p:nvPr/>
      </p:nvGrpSpPr>
      <p:grpSpPr>
        <a:xfrm>
          <a:off x="0" y="0"/>
          <a:ext cx="0" cy="0"/>
          <a:chOff x="0" y="0"/>
          <a:chExt cx="0" cy="0"/>
        </a:xfrm>
      </p:grpSpPr>
      <p:sp>
        <p:nvSpPr>
          <p:cNvPr id="1948" name="Google Shape;1948;p74"/>
          <p:cNvSpPr/>
          <p:nvPr/>
        </p:nvSpPr>
        <p:spPr>
          <a:xfrm>
            <a:off x="1497335" y="2679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01</a:t>
            </a:r>
            <a:endParaRPr sz="1500" b="1">
              <a:solidFill>
                <a:schemeClr val="dk1"/>
              </a:solidFill>
              <a:latin typeface="Red Hat Text"/>
              <a:ea typeface="Red Hat Text"/>
              <a:cs typeface="Red Hat Text"/>
              <a:sym typeface="Red Hat Text"/>
            </a:endParaRPr>
          </a:p>
        </p:txBody>
      </p:sp>
      <p:sp>
        <p:nvSpPr>
          <p:cNvPr id="1949" name="Google Shape;1949;p74"/>
          <p:cNvSpPr txBox="1">
            <a:spLocks noGrp="1"/>
          </p:cNvSpPr>
          <p:nvPr>
            <p:ph type="title"/>
          </p:nvPr>
        </p:nvSpPr>
        <p:spPr>
          <a:xfrm>
            <a:off x="713225" y="445025"/>
            <a:ext cx="7717500" cy="657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 CASE </a:t>
            </a:r>
            <a:r>
              <a:rPr lang="en"/>
              <a:t>TIMELINE</a:t>
            </a:r>
            <a:endParaRPr/>
          </a:p>
        </p:txBody>
      </p:sp>
      <p:sp>
        <p:nvSpPr>
          <p:cNvPr id="1950" name="Google Shape;1950;p74"/>
          <p:cNvSpPr txBox="1"/>
          <p:nvPr/>
        </p:nvSpPr>
        <p:spPr>
          <a:xfrm>
            <a:off x="835237" y="1529125"/>
            <a:ext cx="1956300" cy="387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1951" name="Google Shape;1951;p74"/>
          <p:cNvSpPr txBox="1"/>
          <p:nvPr/>
        </p:nvSpPr>
        <p:spPr>
          <a:xfrm>
            <a:off x="835237" y="1847470"/>
            <a:ext cx="1956300" cy="5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Venus is the second planet from the Sun</a:t>
            </a:r>
            <a:endParaRPr>
              <a:solidFill>
                <a:schemeClr val="dk1"/>
              </a:solidFill>
              <a:latin typeface="Roboto Condensed"/>
              <a:ea typeface="Roboto Condensed"/>
              <a:cs typeface="Roboto Condensed"/>
              <a:sym typeface="Roboto Condensed"/>
            </a:endParaRPr>
          </a:p>
        </p:txBody>
      </p:sp>
      <p:sp>
        <p:nvSpPr>
          <p:cNvPr id="1952" name="Google Shape;1952;p74"/>
          <p:cNvSpPr txBox="1"/>
          <p:nvPr/>
        </p:nvSpPr>
        <p:spPr>
          <a:xfrm>
            <a:off x="2215340" y="3631596"/>
            <a:ext cx="1953900" cy="381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1953" name="Google Shape;1953;p74"/>
          <p:cNvSpPr txBox="1"/>
          <p:nvPr/>
        </p:nvSpPr>
        <p:spPr>
          <a:xfrm>
            <a:off x="2215340" y="3944777"/>
            <a:ext cx="1953900" cy="5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the closest planet to the Sun</a:t>
            </a:r>
            <a:endParaRPr>
              <a:solidFill>
                <a:schemeClr val="dk1"/>
              </a:solidFill>
              <a:latin typeface="Roboto Condensed"/>
              <a:ea typeface="Roboto Condensed"/>
              <a:cs typeface="Roboto Condensed"/>
              <a:sym typeface="Roboto Condensed"/>
            </a:endParaRPr>
          </a:p>
        </p:txBody>
      </p:sp>
      <p:sp>
        <p:nvSpPr>
          <p:cNvPr id="1954" name="Google Shape;1954;p74"/>
          <p:cNvSpPr txBox="1"/>
          <p:nvPr/>
        </p:nvSpPr>
        <p:spPr>
          <a:xfrm>
            <a:off x="3593043" y="1529125"/>
            <a:ext cx="1956300" cy="387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1955" name="Google Shape;1955;p74"/>
          <p:cNvSpPr txBox="1"/>
          <p:nvPr/>
        </p:nvSpPr>
        <p:spPr>
          <a:xfrm>
            <a:off x="3593043" y="1847495"/>
            <a:ext cx="1956300" cy="5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Despite being red, Mars is a cold place</a:t>
            </a:r>
            <a:endParaRPr>
              <a:solidFill>
                <a:schemeClr val="dk1"/>
              </a:solidFill>
              <a:latin typeface="Roboto Condensed"/>
              <a:ea typeface="Roboto Condensed"/>
              <a:cs typeface="Roboto Condensed"/>
              <a:sym typeface="Roboto Condensed"/>
            </a:endParaRPr>
          </a:p>
        </p:txBody>
      </p:sp>
      <p:sp>
        <p:nvSpPr>
          <p:cNvPr id="1956" name="Google Shape;1956;p74"/>
          <p:cNvSpPr txBox="1"/>
          <p:nvPr/>
        </p:nvSpPr>
        <p:spPr>
          <a:xfrm>
            <a:off x="4973146" y="3626284"/>
            <a:ext cx="1953900" cy="381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SATURN</a:t>
            </a:r>
            <a:endParaRPr sz="2400" b="1">
              <a:solidFill>
                <a:schemeClr val="dk1"/>
              </a:solidFill>
              <a:latin typeface="Red Hat Text"/>
              <a:ea typeface="Red Hat Text"/>
              <a:cs typeface="Red Hat Text"/>
              <a:sym typeface="Red Hat Text"/>
            </a:endParaRPr>
          </a:p>
        </p:txBody>
      </p:sp>
      <p:sp>
        <p:nvSpPr>
          <p:cNvPr id="1957" name="Google Shape;1957;p74"/>
          <p:cNvSpPr txBox="1"/>
          <p:nvPr/>
        </p:nvSpPr>
        <p:spPr>
          <a:xfrm>
            <a:off x="4973146" y="3937458"/>
            <a:ext cx="1953900" cy="5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Saturn is a gas giant and has several rings</a:t>
            </a:r>
            <a:endParaRPr>
              <a:solidFill>
                <a:schemeClr val="dk1"/>
              </a:solidFill>
              <a:latin typeface="Roboto Condensed"/>
              <a:ea typeface="Roboto Condensed"/>
              <a:cs typeface="Roboto Condensed"/>
              <a:sym typeface="Roboto Condensed"/>
            </a:endParaRPr>
          </a:p>
        </p:txBody>
      </p:sp>
      <p:cxnSp>
        <p:nvCxnSpPr>
          <p:cNvPr id="1958" name="Google Shape;1958;p74"/>
          <p:cNvCxnSpPr>
            <a:stCxn id="1948" idx="0"/>
            <a:endCxn id="1959" idx="2"/>
          </p:cNvCxnSpPr>
          <p:nvPr/>
        </p:nvCxnSpPr>
        <p:spPr>
          <a:xfrm>
            <a:off x="2129435" y="2973038"/>
            <a:ext cx="746100" cy="0"/>
          </a:xfrm>
          <a:prstGeom prst="straightConnector1">
            <a:avLst/>
          </a:prstGeom>
          <a:noFill/>
          <a:ln w="9525" cap="flat" cmpd="sng">
            <a:solidFill>
              <a:schemeClr val="dk1"/>
            </a:solidFill>
            <a:prstDash val="solid"/>
            <a:round/>
            <a:headEnd type="none" w="med" len="med"/>
            <a:tailEnd type="none" w="med" len="med"/>
          </a:ln>
        </p:spPr>
      </p:cxnSp>
      <p:cxnSp>
        <p:nvCxnSpPr>
          <p:cNvPr id="1960" name="Google Shape;1960;p74"/>
          <p:cNvCxnSpPr>
            <a:stCxn id="1959" idx="0"/>
            <a:endCxn id="1961" idx="2"/>
          </p:cNvCxnSpPr>
          <p:nvPr/>
        </p:nvCxnSpPr>
        <p:spPr>
          <a:xfrm>
            <a:off x="3507648" y="2973038"/>
            <a:ext cx="746100" cy="0"/>
          </a:xfrm>
          <a:prstGeom prst="straightConnector1">
            <a:avLst/>
          </a:prstGeom>
          <a:noFill/>
          <a:ln w="9525" cap="flat" cmpd="sng">
            <a:solidFill>
              <a:schemeClr val="dk1"/>
            </a:solidFill>
            <a:prstDash val="solid"/>
            <a:round/>
            <a:headEnd type="none" w="med" len="med"/>
            <a:tailEnd type="none" w="med" len="med"/>
          </a:ln>
        </p:spPr>
      </p:cxnSp>
      <p:cxnSp>
        <p:nvCxnSpPr>
          <p:cNvPr id="1962" name="Google Shape;1962;p74"/>
          <p:cNvCxnSpPr>
            <a:stCxn id="1961" idx="0"/>
            <a:endCxn id="1963" idx="2"/>
          </p:cNvCxnSpPr>
          <p:nvPr/>
        </p:nvCxnSpPr>
        <p:spPr>
          <a:xfrm>
            <a:off x="4885848" y="2973038"/>
            <a:ext cx="746100" cy="0"/>
          </a:xfrm>
          <a:prstGeom prst="straightConnector1">
            <a:avLst/>
          </a:prstGeom>
          <a:noFill/>
          <a:ln w="9525" cap="flat" cmpd="sng">
            <a:solidFill>
              <a:schemeClr val="dk1"/>
            </a:solidFill>
            <a:prstDash val="solid"/>
            <a:round/>
            <a:headEnd type="none" w="med" len="med"/>
            <a:tailEnd type="none" w="med" len="med"/>
          </a:ln>
        </p:spPr>
      </p:cxnSp>
      <p:cxnSp>
        <p:nvCxnSpPr>
          <p:cNvPr id="1964" name="Google Shape;1964;p74"/>
          <p:cNvCxnSpPr>
            <a:stCxn id="1963" idx="0"/>
            <a:endCxn id="1965" idx="2"/>
          </p:cNvCxnSpPr>
          <p:nvPr/>
        </p:nvCxnSpPr>
        <p:spPr>
          <a:xfrm>
            <a:off x="6264023" y="2973038"/>
            <a:ext cx="749100" cy="0"/>
          </a:xfrm>
          <a:prstGeom prst="straightConnector1">
            <a:avLst/>
          </a:prstGeom>
          <a:noFill/>
          <a:ln w="9525" cap="flat" cmpd="sng">
            <a:solidFill>
              <a:schemeClr val="dk1"/>
            </a:solidFill>
            <a:prstDash val="solid"/>
            <a:round/>
            <a:headEnd type="none" w="med" len="med"/>
            <a:tailEnd type="none" w="med" len="med"/>
          </a:ln>
        </p:spPr>
      </p:cxnSp>
      <p:sp>
        <p:nvSpPr>
          <p:cNvPr id="1966" name="Google Shape;1966;p74"/>
          <p:cNvSpPr txBox="1"/>
          <p:nvPr/>
        </p:nvSpPr>
        <p:spPr>
          <a:xfrm>
            <a:off x="6350848" y="1529125"/>
            <a:ext cx="1956300" cy="387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1967" name="Google Shape;1967;p74"/>
          <p:cNvSpPr txBox="1"/>
          <p:nvPr/>
        </p:nvSpPr>
        <p:spPr>
          <a:xfrm>
            <a:off x="6350848" y="1847495"/>
            <a:ext cx="1956300" cy="54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is the biggest planet of them all</a:t>
            </a:r>
            <a:endParaRPr>
              <a:solidFill>
                <a:schemeClr val="dk1"/>
              </a:solidFill>
              <a:latin typeface="Roboto Condensed"/>
              <a:ea typeface="Roboto Condensed"/>
              <a:cs typeface="Roboto Condensed"/>
              <a:sym typeface="Roboto Condensed"/>
            </a:endParaRPr>
          </a:p>
        </p:txBody>
      </p:sp>
      <p:sp>
        <p:nvSpPr>
          <p:cNvPr id="1959" name="Google Shape;1959;p74"/>
          <p:cNvSpPr/>
          <p:nvPr/>
        </p:nvSpPr>
        <p:spPr>
          <a:xfrm>
            <a:off x="2875548" y="2679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02</a:t>
            </a:r>
            <a:endParaRPr sz="1500" b="1">
              <a:solidFill>
                <a:schemeClr val="dk1"/>
              </a:solidFill>
              <a:latin typeface="Red Hat Text"/>
              <a:ea typeface="Red Hat Text"/>
              <a:cs typeface="Red Hat Text"/>
              <a:sym typeface="Red Hat Text"/>
            </a:endParaRPr>
          </a:p>
        </p:txBody>
      </p:sp>
      <p:sp>
        <p:nvSpPr>
          <p:cNvPr id="1961" name="Google Shape;1961;p74"/>
          <p:cNvSpPr/>
          <p:nvPr/>
        </p:nvSpPr>
        <p:spPr>
          <a:xfrm>
            <a:off x="4253748" y="2679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03</a:t>
            </a:r>
            <a:endParaRPr sz="1500" b="1">
              <a:solidFill>
                <a:schemeClr val="dk1"/>
              </a:solidFill>
              <a:latin typeface="Red Hat Text"/>
              <a:ea typeface="Red Hat Text"/>
              <a:cs typeface="Red Hat Text"/>
              <a:sym typeface="Red Hat Text"/>
            </a:endParaRPr>
          </a:p>
        </p:txBody>
      </p:sp>
      <p:sp>
        <p:nvSpPr>
          <p:cNvPr id="1963" name="Google Shape;1963;p74"/>
          <p:cNvSpPr/>
          <p:nvPr/>
        </p:nvSpPr>
        <p:spPr>
          <a:xfrm>
            <a:off x="5631923" y="2679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04</a:t>
            </a:r>
            <a:endParaRPr sz="1500" b="1">
              <a:solidFill>
                <a:schemeClr val="dk1"/>
              </a:solidFill>
              <a:latin typeface="Red Hat Text"/>
              <a:ea typeface="Red Hat Text"/>
              <a:cs typeface="Red Hat Text"/>
              <a:sym typeface="Red Hat Text"/>
            </a:endParaRPr>
          </a:p>
        </p:txBody>
      </p:sp>
      <p:sp>
        <p:nvSpPr>
          <p:cNvPr id="1965" name="Google Shape;1965;p74"/>
          <p:cNvSpPr/>
          <p:nvPr/>
        </p:nvSpPr>
        <p:spPr>
          <a:xfrm>
            <a:off x="7013023" y="26794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b="1">
                <a:solidFill>
                  <a:schemeClr val="dk1"/>
                </a:solidFill>
                <a:latin typeface="Red Hat Text"/>
                <a:ea typeface="Red Hat Text"/>
                <a:cs typeface="Red Hat Text"/>
                <a:sym typeface="Red Hat Text"/>
              </a:rPr>
              <a:t>05</a:t>
            </a:r>
            <a:endParaRPr sz="1500" b="1">
              <a:solidFill>
                <a:schemeClr val="dk1"/>
              </a:solidFill>
              <a:latin typeface="Red Hat Text"/>
              <a:ea typeface="Red Hat Text"/>
              <a:cs typeface="Red Hat Text"/>
              <a:sym typeface="Red Hat Text"/>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971"/>
        <p:cNvGrpSpPr/>
        <p:nvPr/>
      </p:nvGrpSpPr>
      <p:grpSpPr>
        <a:xfrm>
          <a:off x="0" y="0"/>
          <a:ext cx="0" cy="0"/>
          <a:chOff x="0" y="0"/>
          <a:chExt cx="0" cy="0"/>
        </a:xfrm>
      </p:grpSpPr>
      <p:sp>
        <p:nvSpPr>
          <p:cNvPr id="1972" name="Google Shape;1972;p75"/>
          <p:cNvSpPr/>
          <p:nvPr/>
        </p:nvSpPr>
        <p:spPr>
          <a:xfrm>
            <a:off x="6217385" y="151443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sp>
        <p:nvSpPr>
          <p:cNvPr id="1973" name="Google Shape;1973;p75"/>
          <p:cNvSpPr txBox="1">
            <a:spLocks noGrp="1"/>
          </p:cNvSpPr>
          <p:nvPr>
            <p:ph type="title"/>
          </p:nvPr>
        </p:nvSpPr>
        <p:spPr>
          <a:xfrm>
            <a:off x="713175" y="445025"/>
            <a:ext cx="7717500" cy="72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REASONS </a:t>
            </a:r>
            <a:r>
              <a:rPr lang="en" b="0">
                <a:latin typeface="Red Hat Text Light"/>
                <a:ea typeface="Red Hat Text Light"/>
                <a:cs typeface="Red Hat Text Light"/>
                <a:sym typeface="Red Hat Text Light"/>
              </a:rPr>
              <a:t>TO STOP OR START</a:t>
            </a:r>
            <a:endParaRPr b="0">
              <a:latin typeface="Red Hat Text Light"/>
              <a:ea typeface="Red Hat Text Light"/>
              <a:cs typeface="Red Hat Text Light"/>
              <a:sym typeface="Red Hat Text Light"/>
            </a:endParaRPr>
          </a:p>
        </p:txBody>
      </p:sp>
      <p:sp>
        <p:nvSpPr>
          <p:cNvPr id="1974" name="Google Shape;1974;p75"/>
          <p:cNvSpPr txBox="1">
            <a:spLocks noGrp="1"/>
          </p:cNvSpPr>
          <p:nvPr>
            <p:ph type="subTitle" idx="4294967295"/>
          </p:nvPr>
        </p:nvSpPr>
        <p:spPr>
          <a:xfrm>
            <a:off x="713213" y="2219663"/>
            <a:ext cx="3794700" cy="522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latin typeface="Red Hat Text"/>
                <a:ea typeface="Red Hat Text"/>
                <a:cs typeface="Red Hat Text"/>
                <a:sym typeface="Red Hat Text"/>
              </a:rPr>
              <a:t>CONTRAINDICATIONS</a:t>
            </a:r>
            <a:endParaRPr sz="2400" b="1">
              <a:latin typeface="Red Hat Text"/>
              <a:ea typeface="Red Hat Text"/>
              <a:cs typeface="Red Hat Text"/>
              <a:sym typeface="Red Hat Text"/>
            </a:endParaRPr>
          </a:p>
        </p:txBody>
      </p:sp>
      <p:sp>
        <p:nvSpPr>
          <p:cNvPr id="1975" name="Google Shape;1975;p75"/>
          <p:cNvSpPr txBox="1">
            <a:spLocks noGrp="1"/>
          </p:cNvSpPr>
          <p:nvPr>
            <p:ph type="subTitle" idx="4294967295"/>
          </p:nvPr>
        </p:nvSpPr>
        <p:spPr>
          <a:xfrm>
            <a:off x="4636063" y="2219663"/>
            <a:ext cx="3794700" cy="522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latin typeface="Red Hat Text"/>
                <a:ea typeface="Red Hat Text"/>
                <a:cs typeface="Red Hat Text"/>
                <a:sym typeface="Red Hat Text"/>
              </a:rPr>
              <a:t>INDICATIONS </a:t>
            </a:r>
            <a:endParaRPr sz="2400" b="1">
              <a:latin typeface="Red Hat Text"/>
              <a:ea typeface="Red Hat Text"/>
              <a:cs typeface="Red Hat Text"/>
              <a:sym typeface="Red Hat Text"/>
            </a:endParaRPr>
          </a:p>
        </p:txBody>
      </p:sp>
      <p:sp>
        <p:nvSpPr>
          <p:cNvPr id="1976" name="Google Shape;1976;p75"/>
          <p:cNvSpPr txBox="1">
            <a:spLocks noGrp="1"/>
          </p:cNvSpPr>
          <p:nvPr>
            <p:ph type="subTitle" idx="4294967295"/>
          </p:nvPr>
        </p:nvSpPr>
        <p:spPr>
          <a:xfrm>
            <a:off x="713225" y="2685179"/>
            <a:ext cx="3793500" cy="1666500"/>
          </a:xfrm>
          <a:prstGeom prst="rect">
            <a:avLst/>
          </a:prstGeom>
        </p:spPr>
        <p:txBody>
          <a:bodyPr spcFirstLastPara="1" wrap="square" lIns="91425" tIns="91425" rIns="0" bIns="91425" anchor="t" anchorCtr="0">
            <a:noAutofit/>
          </a:bodyPr>
          <a:lstStyle/>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a:p>
            <a:pPr marL="182880" lvl="0" indent="-180340" algn="l" rtl="0">
              <a:spcBef>
                <a:spcPts val="0"/>
              </a:spcBef>
              <a:spcAft>
                <a:spcPts val="0"/>
              </a:spcAft>
              <a:buSzPts val="1400"/>
              <a:buAutoNum type="arabicPeriod"/>
            </a:pPr>
            <a:r>
              <a:rPr lang="en"/>
              <a:t>Describe the reasons to stop the treatment here</a:t>
            </a:r>
            <a:endParaRPr/>
          </a:p>
        </p:txBody>
      </p:sp>
      <p:sp>
        <p:nvSpPr>
          <p:cNvPr id="1977" name="Google Shape;1977;p75"/>
          <p:cNvSpPr txBox="1">
            <a:spLocks noGrp="1"/>
          </p:cNvSpPr>
          <p:nvPr>
            <p:ph type="subTitle" idx="4294967295"/>
          </p:nvPr>
        </p:nvSpPr>
        <p:spPr>
          <a:xfrm>
            <a:off x="4636069" y="2685174"/>
            <a:ext cx="3794700" cy="1666500"/>
          </a:xfrm>
          <a:prstGeom prst="rect">
            <a:avLst/>
          </a:prstGeom>
        </p:spPr>
        <p:txBody>
          <a:bodyPr spcFirstLastPara="1" wrap="square" lIns="91425" tIns="91425" rIns="91425" bIns="91425" anchor="t" anchorCtr="0">
            <a:noAutofit/>
          </a:bodyPr>
          <a:lstStyle/>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a:p>
            <a:pPr marL="182880" lvl="0" indent="-180340" algn="l" rtl="0">
              <a:spcBef>
                <a:spcPts val="0"/>
              </a:spcBef>
              <a:spcAft>
                <a:spcPts val="0"/>
              </a:spcAft>
              <a:buSzPts val="1400"/>
              <a:buAutoNum type="arabicPeriod"/>
            </a:pPr>
            <a:r>
              <a:rPr lang="en"/>
              <a:t>Describe the reasons to start the treatment here</a:t>
            </a:r>
            <a:endParaRPr/>
          </a:p>
        </p:txBody>
      </p:sp>
      <p:grpSp>
        <p:nvGrpSpPr>
          <p:cNvPr id="1978" name="Google Shape;1978;p75"/>
          <p:cNvGrpSpPr/>
          <p:nvPr/>
        </p:nvGrpSpPr>
        <p:grpSpPr>
          <a:xfrm>
            <a:off x="6355331" y="1675184"/>
            <a:ext cx="356196" cy="265631"/>
            <a:chOff x="5216456" y="3725484"/>
            <a:chExt cx="356196" cy="265631"/>
          </a:xfrm>
        </p:grpSpPr>
        <p:sp>
          <p:nvSpPr>
            <p:cNvPr id="1979" name="Google Shape;1979;p75"/>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5"/>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1" name="Google Shape;1981;p75"/>
          <p:cNvSpPr/>
          <p:nvPr/>
        </p:nvSpPr>
        <p:spPr>
          <a:xfrm>
            <a:off x="2293935" y="150343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grpSp>
        <p:nvGrpSpPr>
          <p:cNvPr id="1982" name="Google Shape;1982;p75"/>
          <p:cNvGrpSpPr/>
          <p:nvPr/>
        </p:nvGrpSpPr>
        <p:grpSpPr>
          <a:xfrm>
            <a:off x="2451158" y="1648616"/>
            <a:ext cx="317645" cy="318757"/>
            <a:chOff x="5779408" y="3699191"/>
            <a:chExt cx="317645" cy="318757"/>
          </a:xfrm>
        </p:grpSpPr>
        <p:sp>
          <p:nvSpPr>
            <p:cNvPr id="1983" name="Google Shape;1983;p75"/>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5"/>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988"/>
        <p:cNvGrpSpPr/>
        <p:nvPr/>
      </p:nvGrpSpPr>
      <p:grpSpPr>
        <a:xfrm>
          <a:off x="0" y="0"/>
          <a:ext cx="0" cy="0"/>
          <a:chOff x="0" y="0"/>
          <a:chExt cx="0" cy="0"/>
        </a:xfrm>
      </p:grpSpPr>
      <p:sp>
        <p:nvSpPr>
          <p:cNvPr id="1989" name="Google Shape;1989;p76"/>
          <p:cNvSpPr txBox="1">
            <a:spLocks noGrp="1"/>
          </p:cNvSpPr>
          <p:nvPr>
            <p:ph type="title"/>
          </p:nvPr>
        </p:nvSpPr>
        <p:spPr>
          <a:xfrm>
            <a:off x="713225" y="445025"/>
            <a:ext cx="7717500" cy="74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CLEAR</a:t>
            </a:r>
            <a:r>
              <a:rPr lang="en"/>
              <a:t> SCHEME</a:t>
            </a:r>
            <a:endParaRPr/>
          </a:p>
        </p:txBody>
      </p:sp>
      <p:sp>
        <p:nvSpPr>
          <p:cNvPr id="1990" name="Google Shape;1990;p76"/>
          <p:cNvSpPr/>
          <p:nvPr/>
        </p:nvSpPr>
        <p:spPr>
          <a:xfrm>
            <a:off x="3979408" y="1185425"/>
            <a:ext cx="1540200" cy="6384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Cerebral cortex</a:t>
            </a:r>
            <a:endParaRPr>
              <a:solidFill>
                <a:schemeClr val="dk1"/>
              </a:solidFill>
              <a:latin typeface="Roboto Condensed"/>
              <a:ea typeface="Roboto Condensed"/>
              <a:cs typeface="Roboto Condensed"/>
              <a:sym typeface="Roboto Condensed"/>
            </a:endParaRPr>
          </a:p>
        </p:txBody>
      </p:sp>
      <p:sp>
        <p:nvSpPr>
          <p:cNvPr id="1991" name="Google Shape;1991;p76"/>
          <p:cNvSpPr/>
          <p:nvPr/>
        </p:nvSpPr>
        <p:spPr>
          <a:xfrm>
            <a:off x="3979408" y="2036500"/>
            <a:ext cx="1540200" cy="6384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Hypothalamus</a:t>
            </a:r>
            <a:endParaRPr>
              <a:solidFill>
                <a:schemeClr val="dk1"/>
              </a:solidFill>
              <a:latin typeface="Roboto Condensed"/>
              <a:ea typeface="Roboto Condensed"/>
              <a:cs typeface="Roboto Condensed"/>
              <a:sym typeface="Roboto Condensed"/>
            </a:endParaRPr>
          </a:p>
        </p:txBody>
      </p:sp>
      <p:sp>
        <p:nvSpPr>
          <p:cNvPr id="1992" name="Google Shape;1992;p76"/>
          <p:cNvSpPr/>
          <p:nvPr/>
        </p:nvSpPr>
        <p:spPr>
          <a:xfrm>
            <a:off x="2330222" y="2539825"/>
            <a:ext cx="1540200" cy="6384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Cutaneous thermoreceptors</a:t>
            </a:r>
            <a:endParaRPr>
              <a:solidFill>
                <a:schemeClr val="dk1"/>
              </a:solidFill>
              <a:latin typeface="Roboto Condensed"/>
              <a:ea typeface="Roboto Condensed"/>
              <a:cs typeface="Roboto Condensed"/>
              <a:sym typeface="Roboto Condensed"/>
            </a:endParaRPr>
          </a:p>
        </p:txBody>
      </p:sp>
      <p:sp>
        <p:nvSpPr>
          <p:cNvPr id="1993" name="Google Shape;1993;p76"/>
          <p:cNvSpPr/>
          <p:nvPr/>
        </p:nvSpPr>
        <p:spPr>
          <a:xfrm>
            <a:off x="713225" y="2539825"/>
            <a:ext cx="1540200" cy="6384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Central thermoreceptors</a:t>
            </a:r>
            <a:endParaRPr>
              <a:solidFill>
                <a:schemeClr val="dk1"/>
              </a:solidFill>
              <a:latin typeface="Roboto Condensed"/>
              <a:ea typeface="Roboto Condensed"/>
              <a:cs typeface="Roboto Condensed"/>
              <a:sym typeface="Roboto Condensed"/>
            </a:endParaRPr>
          </a:p>
        </p:txBody>
      </p:sp>
      <p:sp>
        <p:nvSpPr>
          <p:cNvPr id="1994" name="Google Shape;1994;p76"/>
          <p:cNvSpPr/>
          <p:nvPr/>
        </p:nvSpPr>
        <p:spPr>
          <a:xfrm>
            <a:off x="5792150" y="2510350"/>
            <a:ext cx="1271700" cy="6384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Skeleton muscle</a:t>
            </a:r>
            <a:endParaRPr>
              <a:solidFill>
                <a:schemeClr val="dk1"/>
              </a:solidFill>
              <a:latin typeface="Roboto Condensed"/>
              <a:ea typeface="Roboto Condensed"/>
              <a:cs typeface="Roboto Condensed"/>
              <a:sym typeface="Roboto Condensed"/>
            </a:endParaRPr>
          </a:p>
        </p:txBody>
      </p:sp>
      <p:sp>
        <p:nvSpPr>
          <p:cNvPr id="1995" name="Google Shape;1995;p76"/>
          <p:cNvSpPr/>
          <p:nvPr/>
        </p:nvSpPr>
        <p:spPr>
          <a:xfrm>
            <a:off x="7159084" y="2510350"/>
            <a:ext cx="1271700" cy="6384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Skeleton muscle</a:t>
            </a:r>
            <a:endParaRPr>
              <a:solidFill>
                <a:schemeClr val="dk1"/>
              </a:solidFill>
              <a:latin typeface="Roboto Condensed"/>
              <a:ea typeface="Roboto Condensed"/>
              <a:cs typeface="Roboto Condensed"/>
              <a:sym typeface="Roboto Condensed"/>
            </a:endParaRPr>
          </a:p>
        </p:txBody>
      </p:sp>
      <p:sp>
        <p:nvSpPr>
          <p:cNvPr id="1996" name="Google Shape;1996;p76"/>
          <p:cNvSpPr/>
          <p:nvPr/>
        </p:nvSpPr>
        <p:spPr>
          <a:xfrm>
            <a:off x="4112158" y="3965600"/>
            <a:ext cx="1274700" cy="6384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Cutaneous arterioles</a:t>
            </a:r>
            <a:endParaRPr>
              <a:solidFill>
                <a:schemeClr val="dk1"/>
              </a:solidFill>
              <a:latin typeface="Roboto Condensed"/>
              <a:ea typeface="Roboto Condensed"/>
              <a:cs typeface="Roboto Condensed"/>
              <a:sym typeface="Roboto Condensed"/>
            </a:endParaRPr>
          </a:p>
        </p:txBody>
      </p:sp>
      <p:sp>
        <p:nvSpPr>
          <p:cNvPr id="1997" name="Google Shape;1997;p76"/>
          <p:cNvSpPr/>
          <p:nvPr/>
        </p:nvSpPr>
        <p:spPr>
          <a:xfrm>
            <a:off x="5634850" y="3965600"/>
            <a:ext cx="1274700" cy="6384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Skin muscles</a:t>
            </a:r>
            <a:endParaRPr>
              <a:solidFill>
                <a:schemeClr val="dk1"/>
              </a:solidFill>
              <a:latin typeface="Roboto Condensed"/>
              <a:ea typeface="Roboto Condensed"/>
              <a:cs typeface="Roboto Condensed"/>
              <a:sym typeface="Roboto Condensed"/>
            </a:endParaRPr>
          </a:p>
        </p:txBody>
      </p:sp>
      <p:sp>
        <p:nvSpPr>
          <p:cNvPr id="1998" name="Google Shape;1998;p76"/>
          <p:cNvSpPr/>
          <p:nvPr/>
        </p:nvSpPr>
        <p:spPr>
          <a:xfrm>
            <a:off x="7157568" y="3965600"/>
            <a:ext cx="1274700" cy="6384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Adrenal medulla</a:t>
            </a:r>
            <a:endParaRPr>
              <a:solidFill>
                <a:schemeClr val="dk1"/>
              </a:solidFill>
              <a:latin typeface="Roboto Condensed"/>
              <a:ea typeface="Roboto Condensed"/>
              <a:cs typeface="Roboto Condensed"/>
              <a:sym typeface="Roboto Condensed"/>
            </a:endParaRPr>
          </a:p>
        </p:txBody>
      </p:sp>
      <p:cxnSp>
        <p:nvCxnSpPr>
          <p:cNvPr id="1999" name="Google Shape;1999;p76"/>
          <p:cNvCxnSpPr>
            <a:stCxn id="1990" idx="1"/>
            <a:endCxn id="1991" idx="3"/>
          </p:cNvCxnSpPr>
          <p:nvPr/>
        </p:nvCxnSpPr>
        <p:spPr>
          <a:xfrm>
            <a:off x="4749508" y="1823825"/>
            <a:ext cx="0" cy="212700"/>
          </a:xfrm>
          <a:prstGeom prst="straightConnector1">
            <a:avLst/>
          </a:prstGeom>
          <a:noFill/>
          <a:ln w="19050" cap="flat" cmpd="sng">
            <a:solidFill>
              <a:schemeClr val="accent2"/>
            </a:solidFill>
            <a:prstDash val="solid"/>
            <a:round/>
            <a:headEnd type="none" w="med" len="med"/>
            <a:tailEnd type="triangle" w="med" len="med"/>
          </a:ln>
        </p:spPr>
      </p:cxnSp>
      <p:cxnSp>
        <p:nvCxnSpPr>
          <p:cNvPr id="2000" name="Google Shape;2000;p76"/>
          <p:cNvCxnSpPr>
            <a:stCxn id="1991" idx="0"/>
            <a:endCxn id="1994" idx="3"/>
          </p:cNvCxnSpPr>
          <p:nvPr/>
        </p:nvCxnSpPr>
        <p:spPr>
          <a:xfrm>
            <a:off x="5519608" y="2355700"/>
            <a:ext cx="908400" cy="154800"/>
          </a:xfrm>
          <a:prstGeom prst="bentConnector2">
            <a:avLst/>
          </a:prstGeom>
          <a:noFill/>
          <a:ln w="19050" cap="flat" cmpd="sng">
            <a:solidFill>
              <a:schemeClr val="accent2"/>
            </a:solidFill>
            <a:prstDash val="solid"/>
            <a:round/>
            <a:headEnd type="none" w="med" len="med"/>
            <a:tailEnd type="triangle" w="med" len="med"/>
          </a:ln>
        </p:spPr>
      </p:cxnSp>
      <p:cxnSp>
        <p:nvCxnSpPr>
          <p:cNvPr id="2001" name="Google Shape;2001;p76"/>
          <p:cNvCxnSpPr>
            <a:stCxn id="1990" idx="0"/>
            <a:endCxn id="1995" idx="3"/>
          </p:cNvCxnSpPr>
          <p:nvPr/>
        </p:nvCxnSpPr>
        <p:spPr>
          <a:xfrm>
            <a:off x="5519608" y="1504625"/>
            <a:ext cx="2275200" cy="1005600"/>
          </a:xfrm>
          <a:prstGeom prst="bentConnector2">
            <a:avLst/>
          </a:prstGeom>
          <a:noFill/>
          <a:ln w="19050" cap="flat" cmpd="sng">
            <a:solidFill>
              <a:schemeClr val="accent2"/>
            </a:solidFill>
            <a:prstDash val="solid"/>
            <a:round/>
            <a:headEnd type="none" w="med" len="med"/>
            <a:tailEnd type="triangle" w="med" len="med"/>
          </a:ln>
        </p:spPr>
      </p:cxnSp>
      <p:cxnSp>
        <p:nvCxnSpPr>
          <p:cNvPr id="2002" name="Google Shape;2002;p76"/>
          <p:cNvCxnSpPr>
            <a:stCxn id="1991" idx="1"/>
            <a:endCxn id="1996" idx="3"/>
          </p:cNvCxnSpPr>
          <p:nvPr/>
        </p:nvCxnSpPr>
        <p:spPr>
          <a:xfrm rot="-5400000" flipH="1">
            <a:off x="4104508" y="3319900"/>
            <a:ext cx="1290600" cy="600"/>
          </a:xfrm>
          <a:prstGeom prst="bentConnector3">
            <a:avLst>
              <a:gd name="adj1" fmla="val 50004"/>
            </a:avLst>
          </a:prstGeom>
          <a:noFill/>
          <a:ln w="19050" cap="flat" cmpd="sng">
            <a:solidFill>
              <a:schemeClr val="accent2"/>
            </a:solidFill>
            <a:prstDash val="solid"/>
            <a:round/>
            <a:headEnd type="none" w="med" len="med"/>
            <a:tailEnd type="triangle" w="med" len="med"/>
          </a:ln>
        </p:spPr>
      </p:cxnSp>
      <p:cxnSp>
        <p:nvCxnSpPr>
          <p:cNvPr id="2003" name="Google Shape;2003;p76"/>
          <p:cNvCxnSpPr>
            <a:stCxn id="1991" idx="1"/>
            <a:endCxn id="1998" idx="3"/>
          </p:cNvCxnSpPr>
          <p:nvPr/>
        </p:nvCxnSpPr>
        <p:spPr>
          <a:xfrm rot="-5400000" flipH="1">
            <a:off x="5626858" y="1797550"/>
            <a:ext cx="1290600" cy="3045300"/>
          </a:xfrm>
          <a:prstGeom prst="bentConnector3">
            <a:avLst>
              <a:gd name="adj1" fmla="val 50004"/>
            </a:avLst>
          </a:prstGeom>
          <a:noFill/>
          <a:ln w="19050" cap="flat" cmpd="sng">
            <a:solidFill>
              <a:schemeClr val="accent2"/>
            </a:solidFill>
            <a:prstDash val="solid"/>
            <a:round/>
            <a:headEnd type="none" w="med" len="med"/>
            <a:tailEnd type="triangle" w="med" len="med"/>
          </a:ln>
        </p:spPr>
      </p:cxnSp>
      <p:cxnSp>
        <p:nvCxnSpPr>
          <p:cNvPr id="2004" name="Google Shape;2004;p76"/>
          <p:cNvCxnSpPr>
            <a:stCxn id="1991" idx="1"/>
            <a:endCxn id="1997" idx="3"/>
          </p:cNvCxnSpPr>
          <p:nvPr/>
        </p:nvCxnSpPr>
        <p:spPr>
          <a:xfrm rot="-5400000" flipH="1">
            <a:off x="4865608" y="2558800"/>
            <a:ext cx="1290600" cy="1522800"/>
          </a:xfrm>
          <a:prstGeom prst="bentConnector3">
            <a:avLst>
              <a:gd name="adj1" fmla="val 50004"/>
            </a:avLst>
          </a:prstGeom>
          <a:noFill/>
          <a:ln w="19050" cap="flat" cmpd="sng">
            <a:solidFill>
              <a:schemeClr val="accent2"/>
            </a:solidFill>
            <a:prstDash val="solid"/>
            <a:round/>
            <a:headEnd type="none" w="med" len="med"/>
            <a:tailEnd type="triangle" w="med" len="med"/>
          </a:ln>
        </p:spPr>
      </p:cxnSp>
      <p:cxnSp>
        <p:nvCxnSpPr>
          <p:cNvPr id="2005" name="Google Shape;2005;p76"/>
          <p:cNvCxnSpPr>
            <a:stCxn id="1992" idx="3"/>
            <a:endCxn id="1991" idx="2"/>
          </p:cNvCxnSpPr>
          <p:nvPr/>
        </p:nvCxnSpPr>
        <p:spPr>
          <a:xfrm rot="-5400000">
            <a:off x="3447722" y="2008225"/>
            <a:ext cx="184200" cy="879000"/>
          </a:xfrm>
          <a:prstGeom prst="bentConnector2">
            <a:avLst/>
          </a:prstGeom>
          <a:noFill/>
          <a:ln w="19050" cap="flat" cmpd="sng">
            <a:solidFill>
              <a:schemeClr val="accent2"/>
            </a:solidFill>
            <a:prstDash val="solid"/>
            <a:round/>
            <a:headEnd type="none" w="med" len="med"/>
            <a:tailEnd type="triangle" w="med" len="med"/>
          </a:ln>
        </p:spPr>
      </p:cxnSp>
      <p:cxnSp>
        <p:nvCxnSpPr>
          <p:cNvPr id="2006" name="Google Shape;2006;p76"/>
          <p:cNvCxnSpPr>
            <a:stCxn id="1993" idx="3"/>
            <a:endCxn id="1991" idx="2"/>
          </p:cNvCxnSpPr>
          <p:nvPr/>
        </p:nvCxnSpPr>
        <p:spPr>
          <a:xfrm rot="-5400000">
            <a:off x="2639225" y="1199725"/>
            <a:ext cx="184200" cy="2496000"/>
          </a:xfrm>
          <a:prstGeom prst="bentConnector2">
            <a:avLst/>
          </a:prstGeom>
          <a:noFill/>
          <a:ln w="19050" cap="flat" cmpd="sng">
            <a:solidFill>
              <a:schemeClr val="accent2"/>
            </a:solidFill>
            <a:prstDash val="solid"/>
            <a:round/>
            <a:headEnd type="none" w="med" len="med"/>
            <a:tailEnd type="triangle" w="med" len="med"/>
          </a:ln>
        </p:spPr>
      </p:cxnSp>
      <p:cxnSp>
        <p:nvCxnSpPr>
          <p:cNvPr id="2007" name="Google Shape;2007;p76"/>
          <p:cNvCxnSpPr>
            <a:stCxn id="1993" idx="3"/>
            <a:endCxn id="1990" idx="2"/>
          </p:cNvCxnSpPr>
          <p:nvPr/>
        </p:nvCxnSpPr>
        <p:spPr>
          <a:xfrm rot="-5400000">
            <a:off x="2213675" y="774175"/>
            <a:ext cx="1035300" cy="2496000"/>
          </a:xfrm>
          <a:prstGeom prst="bentConnector2">
            <a:avLst/>
          </a:prstGeom>
          <a:noFill/>
          <a:ln w="19050" cap="flat" cmpd="sng">
            <a:solidFill>
              <a:schemeClr val="accent2"/>
            </a:solidFill>
            <a:prstDash val="solid"/>
            <a:round/>
            <a:headEnd type="none" w="med" len="med"/>
            <a:tailEnd type="triangle" w="med" len="med"/>
          </a:ln>
        </p:spPr>
      </p:cxnSp>
      <p:sp>
        <p:nvSpPr>
          <p:cNvPr id="2008" name="Google Shape;2008;p76"/>
          <p:cNvSpPr/>
          <p:nvPr/>
        </p:nvSpPr>
        <p:spPr>
          <a:xfrm>
            <a:off x="1167225" y="328766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a:t>
            </a:r>
            <a:endParaRPr/>
          </a:p>
        </p:txBody>
      </p:sp>
      <p:grpSp>
        <p:nvGrpSpPr>
          <p:cNvPr id="2009" name="Google Shape;2009;p76"/>
          <p:cNvGrpSpPr/>
          <p:nvPr/>
        </p:nvGrpSpPr>
        <p:grpSpPr>
          <a:xfrm>
            <a:off x="1366845" y="3444341"/>
            <a:ext cx="232955" cy="340318"/>
            <a:chOff x="3662144" y="4135505"/>
            <a:chExt cx="232955" cy="340318"/>
          </a:xfrm>
        </p:grpSpPr>
        <p:sp>
          <p:nvSpPr>
            <p:cNvPr id="2010" name="Google Shape;2010;p76"/>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6"/>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6"/>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6"/>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4" name="Google Shape;2014;p76"/>
          <p:cNvSpPr txBox="1"/>
          <p:nvPr/>
        </p:nvSpPr>
        <p:spPr>
          <a:xfrm>
            <a:off x="713225" y="3965600"/>
            <a:ext cx="1540200" cy="63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Decreased skin temperature</a:t>
            </a:r>
            <a:endParaRPr>
              <a:solidFill>
                <a:schemeClr val="dk1"/>
              </a:solidFill>
            </a:endParaRPr>
          </a:p>
        </p:txBody>
      </p:sp>
      <p:sp>
        <p:nvSpPr>
          <p:cNvPr id="2015" name="Google Shape;2015;p76"/>
          <p:cNvSpPr/>
          <p:nvPr/>
        </p:nvSpPr>
        <p:spPr>
          <a:xfrm>
            <a:off x="2777950" y="3287661"/>
            <a:ext cx="632194" cy="586979"/>
          </a:xfrm>
          <a:custGeom>
            <a:avLst/>
            <a:gdLst/>
            <a:ahLst/>
            <a:cxnLst/>
            <a:rect l="l" t="t" r="r" b="b"/>
            <a:pathLst>
              <a:path w="37625" h="34934" extrusionOk="0">
                <a:moveTo>
                  <a:pt x="18812" y="0"/>
                </a:moveTo>
                <a:cubicBezTo>
                  <a:pt x="8418" y="0"/>
                  <a:pt x="0" y="8430"/>
                  <a:pt x="0" y="18812"/>
                </a:cubicBezTo>
                <a:lnTo>
                  <a:pt x="0" y="34933"/>
                </a:lnTo>
                <a:lnTo>
                  <a:pt x="37624" y="34933"/>
                </a:lnTo>
                <a:lnTo>
                  <a:pt x="37624" y="18812"/>
                </a:lnTo>
                <a:cubicBezTo>
                  <a:pt x="37624" y="8430"/>
                  <a:pt x="29195" y="0"/>
                  <a:pt x="18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a:t>
            </a:r>
            <a:endParaRPr/>
          </a:p>
        </p:txBody>
      </p:sp>
      <p:grpSp>
        <p:nvGrpSpPr>
          <p:cNvPr id="2016" name="Google Shape;2016;p76"/>
          <p:cNvGrpSpPr/>
          <p:nvPr/>
        </p:nvGrpSpPr>
        <p:grpSpPr>
          <a:xfrm>
            <a:off x="2977570" y="3444341"/>
            <a:ext cx="232955" cy="340318"/>
            <a:chOff x="3662144" y="4135505"/>
            <a:chExt cx="232955" cy="340318"/>
          </a:xfrm>
        </p:grpSpPr>
        <p:sp>
          <p:nvSpPr>
            <p:cNvPr id="2017" name="Google Shape;2017;p76"/>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6"/>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6"/>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6"/>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1" name="Google Shape;2021;p76"/>
          <p:cNvSpPr txBox="1"/>
          <p:nvPr/>
        </p:nvSpPr>
        <p:spPr>
          <a:xfrm>
            <a:off x="2323950" y="3965600"/>
            <a:ext cx="1540200" cy="638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Drop in blood temperature</a:t>
            </a:r>
            <a:endParaRPr>
              <a:solidFill>
                <a:schemeClr val="dk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025"/>
        <p:cNvGrpSpPr/>
        <p:nvPr/>
      </p:nvGrpSpPr>
      <p:grpSpPr>
        <a:xfrm>
          <a:off x="0" y="0"/>
          <a:ext cx="0" cy="0"/>
          <a:chOff x="0" y="0"/>
          <a:chExt cx="0" cy="0"/>
        </a:xfrm>
      </p:grpSpPr>
      <p:sp>
        <p:nvSpPr>
          <p:cNvPr id="2026" name="Google Shape;2026;p77"/>
          <p:cNvSpPr txBox="1">
            <a:spLocks noGrp="1"/>
          </p:cNvSpPr>
          <p:nvPr>
            <p:ph type="title"/>
          </p:nvPr>
        </p:nvSpPr>
        <p:spPr>
          <a:xfrm>
            <a:off x="717125" y="445025"/>
            <a:ext cx="7709700" cy="65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THERMOREGULATION</a:t>
            </a:r>
            <a:endParaRPr/>
          </a:p>
        </p:txBody>
      </p:sp>
      <p:sp>
        <p:nvSpPr>
          <p:cNvPr id="2027" name="Google Shape;2027;p77"/>
          <p:cNvSpPr txBox="1"/>
          <p:nvPr/>
        </p:nvSpPr>
        <p:spPr>
          <a:xfrm>
            <a:off x="713225" y="2984550"/>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Venus is the second planet from the Sun</a:t>
            </a:r>
            <a:endParaRPr>
              <a:solidFill>
                <a:schemeClr val="dk1"/>
              </a:solidFill>
              <a:latin typeface="Roboto Condensed"/>
              <a:ea typeface="Roboto Condensed"/>
              <a:cs typeface="Roboto Condensed"/>
              <a:sym typeface="Roboto Condensed"/>
            </a:endParaRPr>
          </a:p>
        </p:txBody>
      </p:sp>
      <p:sp>
        <p:nvSpPr>
          <p:cNvPr id="2028" name="Google Shape;2028;p77"/>
          <p:cNvSpPr txBox="1"/>
          <p:nvPr/>
        </p:nvSpPr>
        <p:spPr>
          <a:xfrm>
            <a:off x="6444770" y="17903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Neptune is the farthest planet from the Sun</a:t>
            </a:r>
            <a:endParaRPr>
              <a:solidFill>
                <a:schemeClr val="dk1"/>
              </a:solidFill>
              <a:latin typeface="Roboto Condensed"/>
              <a:ea typeface="Roboto Condensed"/>
              <a:cs typeface="Roboto Condensed"/>
              <a:sym typeface="Roboto Condensed"/>
            </a:endParaRPr>
          </a:p>
        </p:txBody>
      </p:sp>
      <p:sp>
        <p:nvSpPr>
          <p:cNvPr id="2029" name="Google Shape;2029;p77"/>
          <p:cNvSpPr txBox="1"/>
          <p:nvPr/>
        </p:nvSpPr>
        <p:spPr>
          <a:xfrm>
            <a:off x="713230" y="17903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Mars is actually a very cold place</a:t>
            </a:r>
            <a:endParaRPr>
              <a:solidFill>
                <a:schemeClr val="dk1"/>
              </a:solidFill>
              <a:latin typeface="Roboto Condensed"/>
              <a:ea typeface="Roboto Condensed"/>
              <a:cs typeface="Roboto Condensed"/>
              <a:sym typeface="Roboto Condensed"/>
            </a:endParaRPr>
          </a:p>
        </p:txBody>
      </p:sp>
      <p:sp>
        <p:nvSpPr>
          <p:cNvPr id="2030" name="Google Shape;2030;p77"/>
          <p:cNvSpPr txBox="1"/>
          <p:nvPr/>
        </p:nvSpPr>
        <p:spPr>
          <a:xfrm>
            <a:off x="709330" y="41366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Mercury is the closest planet to the Sun</a:t>
            </a:r>
            <a:endParaRPr>
              <a:solidFill>
                <a:schemeClr val="dk1"/>
              </a:solidFill>
              <a:latin typeface="Roboto Condensed"/>
              <a:ea typeface="Roboto Condensed"/>
              <a:cs typeface="Roboto Condensed"/>
              <a:sym typeface="Roboto Condensed"/>
            </a:endParaRPr>
          </a:p>
        </p:txBody>
      </p:sp>
      <p:sp>
        <p:nvSpPr>
          <p:cNvPr id="2031" name="Google Shape;2031;p77"/>
          <p:cNvSpPr txBox="1"/>
          <p:nvPr/>
        </p:nvSpPr>
        <p:spPr>
          <a:xfrm>
            <a:off x="6444775" y="299047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Saturn is a gas giant with several rings</a:t>
            </a:r>
            <a:endParaRPr>
              <a:solidFill>
                <a:schemeClr val="dk1"/>
              </a:solidFill>
              <a:latin typeface="Roboto Condensed"/>
              <a:ea typeface="Roboto Condensed"/>
              <a:cs typeface="Roboto Condensed"/>
              <a:sym typeface="Roboto Condensed"/>
            </a:endParaRPr>
          </a:p>
        </p:txBody>
      </p:sp>
      <p:sp>
        <p:nvSpPr>
          <p:cNvPr id="2032" name="Google Shape;2032;p77"/>
          <p:cNvSpPr txBox="1"/>
          <p:nvPr/>
        </p:nvSpPr>
        <p:spPr>
          <a:xfrm>
            <a:off x="6448670" y="41366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Roboto Condensed"/>
                <a:ea typeface="Roboto Condensed"/>
                <a:cs typeface="Roboto Condensed"/>
                <a:sym typeface="Roboto Condensed"/>
              </a:rPr>
              <a:t>Jupiter is the biggest planet of them all</a:t>
            </a:r>
            <a:endParaRPr>
              <a:solidFill>
                <a:schemeClr val="dk1"/>
              </a:solidFill>
              <a:latin typeface="Roboto Condensed"/>
              <a:ea typeface="Roboto Condensed"/>
              <a:cs typeface="Roboto Condensed"/>
              <a:sym typeface="Roboto Condensed"/>
            </a:endParaRPr>
          </a:p>
        </p:txBody>
      </p:sp>
      <p:sp>
        <p:nvSpPr>
          <p:cNvPr id="2033" name="Google Shape;2033;p77"/>
          <p:cNvSpPr txBox="1"/>
          <p:nvPr/>
        </p:nvSpPr>
        <p:spPr>
          <a:xfrm>
            <a:off x="717130" y="148213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MARS</a:t>
            </a:r>
            <a:endParaRPr sz="2400" b="1">
              <a:solidFill>
                <a:schemeClr val="dk1"/>
              </a:solidFill>
              <a:latin typeface="Red Hat Text"/>
              <a:ea typeface="Red Hat Text"/>
              <a:cs typeface="Red Hat Text"/>
              <a:sym typeface="Red Hat Text"/>
            </a:endParaRPr>
          </a:p>
        </p:txBody>
      </p:sp>
      <p:sp>
        <p:nvSpPr>
          <p:cNvPr id="2034" name="Google Shape;2034;p77"/>
          <p:cNvSpPr txBox="1"/>
          <p:nvPr/>
        </p:nvSpPr>
        <p:spPr>
          <a:xfrm>
            <a:off x="717125" y="2676363"/>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VENUS</a:t>
            </a:r>
            <a:endParaRPr sz="2400" b="1">
              <a:solidFill>
                <a:schemeClr val="dk1"/>
              </a:solidFill>
              <a:latin typeface="Red Hat Text"/>
              <a:ea typeface="Red Hat Text"/>
              <a:cs typeface="Red Hat Text"/>
              <a:sym typeface="Red Hat Text"/>
            </a:endParaRPr>
          </a:p>
        </p:txBody>
      </p:sp>
      <p:sp>
        <p:nvSpPr>
          <p:cNvPr id="2035" name="Google Shape;2035;p77"/>
          <p:cNvSpPr txBox="1"/>
          <p:nvPr/>
        </p:nvSpPr>
        <p:spPr>
          <a:xfrm>
            <a:off x="6448670" y="148213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NEPTUNE</a:t>
            </a:r>
            <a:endParaRPr sz="2400" b="1">
              <a:solidFill>
                <a:schemeClr val="dk1"/>
              </a:solidFill>
              <a:latin typeface="Red Hat Text"/>
              <a:ea typeface="Red Hat Text"/>
              <a:cs typeface="Red Hat Text"/>
              <a:sym typeface="Red Hat Text"/>
            </a:endParaRPr>
          </a:p>
        </p:txBody>
      </p:sp>
      <p:sp>
        <p:nvSpPr>
          <p:cNvPr id="2036" name="Google Shape;2036;p77"/>
          <p:cNvSpPr txBox="1"/>
          <p:nvPr/>
        </p:nvSpPr>
        <p:spPr>
          <a:xfrm>
            <a:off x="713230" y="3822525"/>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MERCURY</a:t>
            </a:r>
            <a:endParaRPr sz="2400" b="1">
              <a:solidFill>
                <a:schemeClr val="dk1"/>
              </a:solidFill>
              <a:latin typeface="Red Hat Text"/>
              <a:ea typeface="Red Hat Text"/>
              <a:cs typeface="Red Hat Text"/>
              <a:sym typeface="Red Hat Text"/>
            </a:endParaRPr>
          </a:p>
        </p:txBody>
      </p:sp>
      <p:sp>
        <p:nvSpPr>
          <p:cNvPr id="2037" name="Google Shape;2037;p77"/>
          <p:cNvSpPr txBox="1"/>
          <p:nvPr/>
        </p:nvSpPr>
        <p:spPr>
          <a:xfrm>
            <a:off x="6448675" y="2676375"/>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SATURN</a:t>
            </a:r>
            <a:endParaRPr sz="2400" b="1">
              <a:solidFill>
                <a:schemeClr val="dk1"/>
              </a:solidFill>
              <a:latin typeface="Red Hat Text"/>
              <a:ea typeface="Red Hat Text"/>
              <a:cs typeface="Red Hat Text"/>
              <a:sym typeface="Red Hat Text"/>
            </a:endParaRPr>
          </a:p>
        </p:txBody>
      </p:sp>
      <p:sp>
        <p:nvSpPr>
          <p:cNvPr id="2038" name="Google Shape;2038;p77"/>
          <p:cNvSpPr txBox="1"/>
          <p:nvPr/>
        </p:nvSpPr>
        <p:spPr>
          <a:xfrm>
            <a:off x="6452570" y="3822525"/>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Red Hat Text"/>
                <a:ea typeface="Red Hat Text"/>
                <a:cs typeface="Red Hat Text"/>
                <a:sym typeface="Red Hat Text"/>
              </a:rPr>
              <a:t>JUPITER</a:t>
            </a:r>
            <a:endParaRPr sz="2400" b="1">
              <a:solidFill>
                <a:schemeClr val="dk1"/>
              </a:solidFill>
              <a:latin typeface="Red Hat Text"/>
              <a:ea typeface="Red Hat Text"/>
              <a:cs typeface="Red Hat Text"/>
              <a:sym typeface="Red Hat Text"/>
            </a:endParaRPr>
          </a:p>
        </p:txBody>
      </p:sp>
      <p:sp>
        <p:nvSpPr>
          <p:cNvPr id="2039" name="Google Shape;2039;p77"/>
          <p:cNvSpPr/>
          <p:nvPr/>
        </p:nvSpPr>
        <p:spPr>
          <a:xfrm>
            <a:off x="3111425" y="1457322"/>
            <a:ext cx="2921100" cy="27132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0" name="Google Shape;2040;p77"/>
          <p:cNvGrpSpPr/>
          <p:nvPr/>
        </p:nvGrpSpPr>
        <p:grpSpPr>
          <a:xfrm>
            <a:off x="3800192" y="2044932"/>
            <a:ext cx="1543240" cy="1537753"/>
            <a:chOff x="6203579" y="3348981"/>
            <a:chExt cx="351615" cy="350373"/>
          </a:xfrm>
        </p:grpSpPr>
        <p:sp>
          <p:nvSpPr>
            <p:cNvPr id="2041" name="Google Shape;2041;p77"/>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7"/>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7"/>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7"/>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7"/>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046" name="Google Shape;2046;p77"/>
          <p:cNvCxnSpPr/>
          <p:nvPr/>
        </p:nvCxnSpPr>
        <p:spPr>
          <a:xfrm rot="10800000">
            <a:off x="2696875" y="1670600"/>
            <a:ext cx="1309500" cy="691800"/>
          </a:xfrm>
          <a:prstGeom prst="bentConnector3">
            <a:avLst>
              <a:gd name="adj1" fmla="val 50000"/>
            </a:avLst>
          </a:prstGeom>
          <a:noFill/>
          <a:ln w="19050" cap="flat" cmpd="sng">
            <a:solidFill>
              <a:schemeClr val="accent2"/>
            </a:solidFill>
            <a:prstDash val="solid"/>
            <a:round/>
            <a:headEnd type="oval" w="med" len="med"/>
            <a:tailEnd type="none" w="med" len="med"/>
          </a:ln>
        </p:spPr>
      </p:cxnSp>
      <p:cxnSp>
        <p:nvCxnSpPr>
          <p:cNvPr id="2047" name="Google Shape;2047;p77"/>
          <p:cNvCxnSpPr/>
          <p:nvPr/>
        </p:nvCxnSpPr>
        <p:spPr>
          <a:xfrm rot="10800000" flipH="1">
            <a:off x="5072975" y="1670700"/>
            <a:ext cx="1377300" cy="700500"/>
          </a:xfrm>
          <a:prstGeom prst="bentConnector3">
            <a:avLst>
              <a:gd name="adj1" fmla="val 50000"/>
            </a:avLst>
          </a:prstGeom>
          <a:noFill/>
          <a:ln w="19050" cap="flat" cmpd="sng">
            <a:solidFill>
              <a:schemeClr val="accent2"/>
            </a:solidFill>
            <a:prstDash val="solid"/>
            <a:round/>
            <a:headEnd type="oval" w="med" len="med"/>
            <a:tailEnd type="none" w="med" len="med"/>
          </a:ln>
        </p:spPr>
      </p:cxnSp>
      <p:cxnSp>
        <p:nvCxnSpPr>
          <p:cNvPr id="2048" name="Google Shape;2048;p77"/>
          <p:cNvCxnSpPr/>
          <p:nvPr/>
        </p:nvCxnSpPr>
        <p:spPr>
          <a:xfrm flipH="1">
            <a:off x="2693200" y="3313725"/>
            <a:ext cx="2039400" cy="697500"/>
          </a:xfrm>
          <a:prstGeom prst="bentConnector3">
            <a:avLst>
              <a:gd name="adj1" fmla="val 50000"/>
            </a:avLst>
          </a:prstGeom>
          <a:noFill/>
          <a:ln w="19050" cap="flat" cmpd="sng">
            <a:solidFill>
              <a:schemeClr val="accent2"/>
            </a:solidFill>
            <a:prstDash val="solid"/>
            <a:round/>
            <a:headEnd type="oval" w="med" len="med"/>
            <a:tailEnd type="none" w="med" len="med"/>
          </a:ln>
        </p:spPr>
      </p:cxnSp>
      <p:cxnSp>
        <p:nvCxnSpPr>
          <p:cNvPr id="2049" name="Google Shape;2049;p77"/>
          <p:cNvCxnSpPr>
            <a:endCxn id="2038" idx="1"/>
          </p:cNvCxnSpPr>
          <p:nvPr/>
        </p:nvCxnSpPr>
        <p:spPr>
          <a:xfrm>
            <a:off x="5093270" y="3526575"/>
            <a:ext cx="1359300" cy="484500"/>
          </a:xfrm>
          <a:prstGeom prst="bentConnector3">
            <a:avLst>
              <a:gd name="adj1" fmla="val 50000"/>
            </a:avLst>
          </a:prstGeom>
          <a:noFill/>
          <a:ln w="19050" cap="flat" cmpd="sng">
            <a:solidFill>
              <a:schemeClr val="accent2"/>
            </a:solidFill>
            <a:prstDash val="solid"/>
            <a:round/>
            <a:headEnd type="oval" w="med" len="med"/>
            <a:tailEnd type="none" w="med" len="med"/>
          </a:ln>
        </p:spPr>
      </p:cxnSp>
      <p:cxnSp>
        <p:nvCxnSpPr>
          <p:cNvPr id="2050" name="Google Shape;2050;p77"/>
          <p:cNvCxnSpPr/>
          <p:nvPr/>
        </p:nvCxnSpPr>
        <p:spPr>
          <a:xfrm rot="10800000">
            <a:off x="2697100" y="2864925"/>
            <a:ext cx="1935000" cy="0"/>
          </a:xfrm>
          <a:prstGeom prst="straightConnector1">
            <a:avLst/>
          </a:prstGeom>
          <a:noFill/>
          <a:ln w="19050" cap="flat" cmpd="sng">
            <a:solidFill>
              <a:schemeClr val="accent2"/>
            </a:solidFill>
            <a:prstDash val="solid"/>
            <a:round/>
            <a:headEnd type="oval" w="med" len="med"/>
            <a:tailEnd type="none" w="med" len="med"/>
          </a:ln>
        </p:spPr>
      </p:cxnSp>
      <p:cxnSp>
        <p:nvCxnSpPr>
          <p:cNvPr id="2051" name="Google Shape;2051;p77"/>
          <p:cNvCxnSpPr>
            <a:stCxn id="2037" idx="1"/>
          </p:cNvCxnSpPr>
          <p:nvPr/>
        </p:nvCxnSpPr>
        <p:spPr>
          <a:xfrm rot="10800000">
            <a:off x="5229175" y="2864925"/>
            <a:ext cx="1219500" cy="0"/>
          </a:xfrm>
          <a:prstGeom prst="straightConnector1">
            <a:avLst/>
          </a:prstGeom>
          <a:noFill/>
          <a:ln w="19050" cap="flat" cmpd="sng">
            <a:solidFill>
              <a:schemeClr val="accent2"/>
            </a:solidFill>
            <a:prstDash val="solid"/>
            <a:round/>
            <a:headEnd type="none" w="med" len="med"/>
            <a:tailEnd type="oval"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055"/>
        <p:cNvGrpSpPr/>
        <p:nvPr/>
      </p:nvGrpSpPr>
      <p:grpSpPr>
        <a:xfrm>
          <a:off x="0" y="0"/>
          <a:ext cx="0" cy="0"/>
          <a:chOff x="0" y="0"/>
          <a:chExt cx="0" cy="0"/>
        </a:xfrm>
      </p:grpSpPr>
      <p:sp>
        <p:nvSpPr>
          <p:cNvPr id="2056" name="Google Shape;2056;p78"/>
          <p:cNvSpPr/>
          <p:nvPr/>
        </p:nvSpPr>
        <p:spPr>
          <a:xfrm>
            <a:off x="4807623" y="3839688"/>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sp>
        <p:nvSpPr>
          <p:cNvPr id="2057" name="Google Shape;2057;p78"/>
          <p:cNvSpPr/>
          <p:nvPr/>
        </p:nvSpPr>
        <p:spPr>
          <a:xfrm>
            <a:off x="3704248" y="3024100"/>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sp>
        <p:nvSpPr>
          <p:cNvPr id="2058" name="Google Shape;2058;p78"/>
          <p:cNvSpPr/>
          <p:nvPr/>
        </p:nvSpPr>
        <p:spPr>
          <a:xfrm>
            <a:off x="4807735" y="2271613"/>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sp>
        <p:nvSpPr>
          <p:cNvPr id="2059" name="Google Shape;2059;p78"/>
          <p:cNvSpPr/>
          <p:nvPr/>
        </p:nvSpPr>
        <p:spPr>
          <a:xfrm>
            <a:off x="3704360" y="1456025"/>
            <a:ext cx="632100" cy="5871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500" b="1">
              <a:latin typeface="Red Hat Text"/>
              <a:ea typeface="Red Hat Text"/>
              <a:cs typeface="Red Hat Text"/>
              <a:sym typeface="Red Hat Text"/>
            </a:endParaRPr>
          </a:p>
        </p:txBody>
      </p:sp>
      <p:sp>
        <p:nvSpPr>
          <p:cNvPr id="2060" name="Google Shape;2060;p78"/>
          <p:cNvSpPr txBox="1">
            <a:spLocks noGrp="1"/>
          </p:cNvSpPr>
          <p:nvPr>
            <p:ph type="title"/>
          </p:nvPr>
        </p:nvSpPr>
        <p:spPr>
          <a:xfrm>
            <a:off x="713225" y="445025"/>
            <a:ext cx="7717500" cy="66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CONCLUSIONS</a:t>
            </a:r>
            <a:endParaRPr/>
          </a:p>
        </p:txBody>
      </p:sp>
      <p:grpSp>
        <p:nvGrpSpPr>
          <p:cNvPr id="2061" name="Google Shape;2061;p78"/>
          <p:cNvGrpSpPr/>
          <p:nvPr/>
        </p:nvGrpSpPr>
        <p:grpSpPr>
          <a:xfrm>
            <a:off x="3881002" y="1592753"/>
            <a:ext cx="278795" cy="351615"/>
            <a:chOff x="8010427" y="3348503"/>
            <a:chExt cx="278795" cy="351615"/>
          </a:xfrm>
        </p:grpSpPr>
        <p:sp>
          <p:nvSpPr>
            <p:cNvPr id="2062" name="Google Shape;2062;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 name="Google Shape;2066;p78"/>
          <p:cNvGrpSpPr/>
          <p:nvPr/>
        </p:nvGrpSpPr>
        <p:grpSpPr>
          <a:xfrm>
            <a:off x="5004284" y="2407755"/>
            <a:ext cx="238976" cy="352762"/>
            <a:chOff x="4942472" y="3809318"/>
            <a:chExt cx="238976" cy="352762"/>
          </a:xfrm>
        </p:grpSpPr>
        <p:sp>
          <p:nvSpPr>
            <p:cNvPr id="2067" name="Google Shape;2067;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4" name="Google Shape;2074;p78"/>
          <p:cNvSpPr/>
          <p:nvPr/>
        </p:nvSpPr>
        <p:spPr>
          <a:xfrm>
            <a:off x="4939445" y="391980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5" name="Google Shape;2075;p78"/>
          <p:cNvGrpSpPr/>
          <p:nvPr/>
        </p:nvGrpSpPr>
        <p:grpSpPr>
          <a:xfrm>
            <a:off x="3836436" y="3161406"/>
            <a:ext cx="367925" cy="367161"/>
            <a:chOff x="5756399" y="2434456"/>
            <a:chExt cx="367925" cy="367161"/>
          </a:xfrm>
        </p:grpSpPr>
        <p:sp>
          <p:nvSpPr>
            <p:cNvPr id="2076" name="Google Shape;2076;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3" name="Google Shape;2083;p78"/>
          <p:cNvSpPr txBox="1"/>
          <p:nvPr/>
        </p:nvSpPr>
        <p:spPr>
          <a:xfrm>
            <a:off x="4807666" y="1400063"/>
            <a:ext cx="3438000" cy="699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000"/>
              </a:spcAft>
              <a:buNone/>
            </a:pPr>
            <a:r>
              <a:rPr lang="en">
                <a:solidFill>
                  <a:schemeClr val="dk1"/>
                </a:solidFill>
                <a:latin typeface="Roboto Condensed"/>
                <a:ea typeface="Roboto Condensed"/>
                <a:cs typeface="Roboto Condensed"/>
                <a:sym typeface="Roboto Condensed"/>
              </a:rPr>
              <a:t>Mercury is the closest planet to the Sun and the smallest one in the Solar System</a:t>
            </a:r>
            <a:endParaRPr>
              <a:solidFill>
                <a:schemeClr val="dk1"/>
              </a:solidFill>
              <a:latin typeface="Roboto Condensed"/>
              <a:ea typeface="Roboto Condensed"/>
              <a:cs typeface="Roboto Condensed"/>
              <a:sym typeface="Roboto Condensed"/>
            </a:endParaRPr>
          </a:p>
        </p:txBody>
      </p:sp>
      <p:sp>
        <p:nvSpPr>
          <p:cNvPr id="2084" name="Google Shape;2084;p78"/>
          <p:cNvSpPr txBox="1"/>
          <p:nvPr/>
        </p:nvSpPr>
        <p:spPr>
          <a:xfrm>
            <a:off x="898500" y="2214413"/>
            <a:ext cx="3438000" cy="699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Roboto Condensed"/>
                <a:ea typeface="Roboto Condensed"/>
                <a:cs typeface="Roboto Condensed"/>
                <a:sym typeface="Roboto Condensed"/>
              </a:rPr>
              <a:t>Venus has a beautiful name and is the second planet from the Sun</a:t>
            </a:r>
            <a:endParaRPr>
              <a:solidFill>
                <a:schemeClr val="dk1"/>
              </a:solidFill>
              <a:latin typeface="Roboto Condensed"/>
              <a:ea typeface="Roboto Condensed"/>
              <a:cs typeface="Roboto Condensed"/>
              <a:sym typeface="Roboto Condensed"/>
            </a:endParaRPr>
          </a:p>
        </p:txBody>
      </p:sp>
      <p:sp>
        <p:nvSpPr>
          <p:cNvPr id="2085" name="Google Shape;2085;p78"/>
          <p:cNvSpPr txBox="1"/>
          <p:nvPr/>
        </p:nvSpPr>
        <p:spPr>
          <a:xfrm>
            <a:off x="4807500" y="2968100"/>
            <a:ext cx="3438000" cy="699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Condensed"/>
                <a:ea typeface="Roboto Condensed"/>
                <a:cs typeface="Roboto Condensed"/>
                <a:sym typeface="Roboto Condensed"/>
              </a:rPr>
              <a:t>Jupiter is a gas giant and the biggest planet in the Solar System</a:t>
            </a:r>
            <a:endParaRPr>
              <a:solidFill>
                <a:schemeClr val="dk1"/>
              </a:solidFill>
              <a:latin typeface="Roboto Condensed"/>
              <a:ea typeface="Roboto Condensed"/>
              <a:cs typeface="Roboto Condensed"/>
              <a:sym typeface="Roboto Condensed"/>
            </a:endParaRPr>
          </a:p>
        </p:txBody>
      </p:sp>
      <p:sp>
        <p:nvSpPr>
          <p:cNvPr id="2086" name="Google Shape;2086;p78"/>
          <p:cNvSpPr txBox="1"/>
          <p:nvPr/>
        </p:nvSpPr>
        <p:spPr>
          <a:xfrm>
            <a:off x="898500" y="3783750"/>
            <a:ext cx="3438000" cy="699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Roboto Condensed"/>
                <a:ea typeface="Roboto Condensed"/>
                <a:cs typeface="Roboto Condensed"/>
                <a:sym typeface="Roboto Condensed"/>
              </a:rPr>
              <a:t>Saturn is the second-largest planet in the Solar System. It’s a gas giant</a:t>
            </a:r>
            <a:endParaRPr>
              <a:solidFill>
                <a:schemeClr val="dk1"/>
              </a:solidFill>
              <a:latin typeface="Roboto Condensed"/>
              <a:ea typeface="Roboto Condensed"/>
              <a:cs typeface="Roboto Condensed"/>
              <a:sym typeface="Roboto Condensed"/>
            </a:endParaRPr>
          </a:p>
        </p:txBody>
      </p:sp>
      <p:cxnSp>
        <p:nvCxnSpPr>
          <p:cNvPr id="2087" name="Google Shape;2087;p78"/>
          <p:cNvCxnSpPr>
            <a:stCxn id="2086" idx="3"/>
            <a:endCxn id="2056" idx="2"/>
          </p:cNvCxnSpPr>
          <p:nvPr/>
        </p:nvCxnSpPr>
        <p:spPr>
          <a:xfrm>
            <a:off x="4336500" y="4133250"/>
            <a:ext cx="471000" cy="0"/>
          </a:xfrm>
          <a:prstGeom prst="straightConnector1">
            <a:avLst/>
          </a:prstGeom>
          <a:noFill/>
          <a:ln w="9525" cap="flat" cmpd="sng">
            <a:solidFill>
              <a:schemeClr val="accent2"/>
            </a:solidFill>
            <a:prstDash val="solid"/>
            <a:round/>
            <a:headEnd type="oval" w="med" len="med"/>
            <a:tailEnd type="none" w="med" len="med"/>
          </a:ln>
        </p:spPr>
      </p:cxnSp>
      <p:cxnSp>
        <p:nvCxnSpPr>
          <p:cNvPr id="2088" name="Google Shape;2088;p78"/>
          <p:cNvCxnSpPr>
            <a:stCxn id="2057" idx="0"/>
            <a:endCxn id="2085" idx="1"/>
          </p:cNvCxnSpPr>
          <p:nvPr/>
        </p:nvCxnSpPr>
        <p:spPr>
          <a:xfrm>
            <a:off x="4336348" y="3317650"/>
            <a:ext cx="471300" cy="0"/>
          </a:xfrm>
          <a:prstGeom prst="straightConnector1">
            <a:avLst/>
          </a:prstGeom>
          <a:noFill/>
          <a:ln w="9525" cap="flat" cmpd="sng">
            <a:solidFill>
              <a:schemeClr val="accent2"/>
            </a:solidFill>
            <a:prstDash val="solid"/>
            <a:round/>
            <a:headEnd type="none" w="med" len="med"/>
            <a:tailEnd type="oval" w="med" len="med"/>
          </a:ln>
        </p:spPr>
      </p:cxnSp>
      <p:cxnSp>
        <p:nvCxnSpPr>
          <p:cNvPr id="2089" name="Google Shape;2089;p78"/>
          <p:cNvCxnSpPr>
            <a:stCxn id="2084" idx="3"/>
            <a:endCxn id="2058" idx="2"/>
          </p:cNvCxnSpPr>
          <p:nvPr/>
        </p:nvCxnSpPr>
        <p:spPr>
          <a:xfrm>
            <a:off x="4336500" y="2563913"/>
            <a:ext cx="471300" cy="1200"/>
          </a:xfrm>
          <a:prstGeom prst="straightConnector1">
            <a:avLst/>
          </a:prstGeom>
          <a:noFill/>
          <a:ln w="9525" cap="flat" cmpd="sng">
            <a:solidFill>
              <a:schemeClr val="accent2"/>
            </a:solidFill>
            <a:prstDash val="solid"/>
            <a:round/>
            <a:headEnd type="oval" w="med" len="med"/>
            <a:tailEnd type="none" w="med" len="med"/>
          </a:ln>
        </p:spPr>
      </p:cxnSp>
      <p:cxnSp>
        <p:nvCxnSpPr>
          <p:cNvPr id="2090" name="Google Shape;2090;p78"/>
          <p:cNvCxnSpPr>
            <a:stCxn id="2059" idx="0"/>
            <a:endCxn id="2083" idx="1"/>
          </p:cNvCxnSpPr>
          <p:nvPr/>
        </p:nvCxnSpPr>
        <p:spPr>
          <a:xfrm>
            <a:off x="4336460" y="1749575"/>
            <a:ext cx="471300" cy="0"/>
          </a:xfrm>
          <a:prstGeom prst="straightConnector1">
            <a:avLst/>
          </a:prstGeom>
          <a:noFill/>
          <a:ln w="9525" cap="flat" cmpd="sng">
            <a:solidFill>
              <a:schemeClr val="accent2"/>
            </a:solidFill>
            <a:prstDash val="solid"/>
            <a:round/>
            <a:headEnd type="none" w="med" len="med"/>
            <a:tailEnd type="oval" w="med" len="med"/>
          </a:ln>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094"/>
        <p:cNvGrpSpPr/>
        <p:nvPr/>
      </p:nvGrpSpPr>
      <p:grpSpPr>
        <a:xfrm>
          <a:off x="0" y="0"/>
          <a:ext cx="0" cy="0"/>
          <a:chOff x="0" y="0"/>
          <a:chExt cx="0" cy="0"/>
        </a:xfrm>
      </p:grpSpPr>
      <p:sp>
        <p:nvSpPr>
          <p:cNvPr id="2095" name="Google Shape;2095;p79"/>
          <p:cNvSpPr txBox="1">
            <a:spLocks noGrp="1"/>
          </p:cNvSpPr>
          <p:nvPr>
            <p:ph type="title"/>
          </p:nvPr>
        </p:nvSpPr>
        <p:spPr>
          <a:xfrm>
            <a:off x="1999250" y="540000"/>
            <a:ext cx="51456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7400"/>
              <a:t>THANKS</a:t>
            </a:r>
            <a:r>
              <a:rPr lang="en" sz="8100"/>
              <a:t>!</a:t>
            </a:r>
            <a:endParaRPr sz="8100"/>
          </a:p>
        </p:txBody>
      </p:sp>
      <p:sp>
        <p:nvSpPr>
          <p:cNvPr id="2096" name="Google Shape;2096;p79"/>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b="1"/>
              <a:t>DO YOU HAVE ANY QUESTIONS?</a:t>
            </a:r>
            <a:endParaRPr sz="2000" b="1"/>
          </a:p>
          <a:p>
            <a:pPr marL="0" lvl="0" indent="0" algn="ctr" rtl="0">
              <a:spcBef>
                <a:spcPts val="0"/>
              </a:spcBef>
              <a:spcAft>
                <a:spcPts val="0"/>
              </a:spcAft>
              <a:buNone/>
            </a:pPr>
            <a:r>
              <a:rPr lang="en"/>
              <a:t>youremail@freepik.com</a:t>
            </a:r>
            <a:endParaRPr/>
          </a:p>
          <a:p>
            <a:pPr marL="0" lvl="0" indent="0" algn="ctr" rtl="0">
              <a:spcBef>
                <a:spcPts val="0"/>
              </a:spcBef>
              <a:spcAft>
                <a:spcPts val="0"/>
              </a:spcAft>
              <a:buNone/>
            </a:pPr>
            <a:r>
              <a:rPr lang="en"/>
              <a:t>+34 654 321 432</a:t>
            </a:r>
            <a:endParaRPr/>
          </a:p>
          <a:p>
            <a:pPr marL="0" lvl="0" indent="0" algn="ctr" rtl="0">
              <a:spcBef>
                <a:spcPts val="0"/>
              </a:spcBef>
              <a:spcAft>
                <a:spcPts val="0"/>
              </a:spcAft>
              <a:buNone/>
            </a:pPr>
            <a:r>
              <a:rPr lang="en"/>
              <a:t>yourwebsite.com</a:t>
            </a:r>
            <a:endParaRPr/>
          </a:p>
        </p:txBody>
      </p:sp>
      <p:sp>
        <p:nvSpPr>
          <p:cNvPr id="2097" name="Google Shape;2097;p79"/>
          <p:cNvSpPr/>
          <p:nvPr/>
        </p:nvSpPr>
        <p:spPr>
          <a:xfrm>
            <a:off x="3485375" y="3088037"/>
            <a:ext cx="437400" cy="437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9"/>
          <p:cNvSpPr/>
          <p:nvPr/>
        </p:nvSpPr>
        <p:spPr>
          <a:xfrm>
            <a:off x="4353250" y="3088037"/>
            <a:ext cx="437400" cy="437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9"/>
          <p:cNvSpPr/>
          <p:nvPr/>
        </p:nvSpPr>
        <p:spPr>
          <a:xfrm>
            <a:off x="5221125" y="3088037"/>
            <a:ext cx="437400" cy="4374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0" name="Google Shape;2100;p79"/>
          <p:cNvGrpSpPr/>
          <p:nvPr/>
        </p:nvGrpSpPr>
        <p:grpSpPr>
          <a:xfrm>
            <a:off x="3572524" y="3167535"/>
            <a:ext cx="276012" cy="275991"/>
            <a:chOff x="3368074" y="3882537"/>
            <a:chExt cx="215298" cy="215298"/>
          </a:xfrm>
        </p:grpSpPr>
        <p:sp>
          <p:nvSpPr>
            <p:cNvPr id="2101" name="Google Shape;2101;p7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 name="Google Shape;2104;p79"/>
          <p:cNvGrpSpPr/>
          <p:nvPr/>
        </p:nvGrpSpPr>
        <p:grpSpPr>
          <a:xfrm>
            <a:off x="4438556" y="3186243"/>
            <a:ext cx="266790" cy="238574"/>
            <a:chOff x="3824739" y="3890112"/>
            <a:chExt cx="208105" cy="186110"/>
          </a:xfrm>
        </p:grpSpPr>
        <p:sp>
          <p:nvSpPr>
            <p:cNvPr id="2105" name="Google Shape;2105;p7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8" name="Google Shape;2108;p79"/>
          <p:cNvSpPr/>
          <p:nvPr/>
        </p:nvSpPr>
        <p:spPr>
          <a:xfrm>
            <a:off x="5302440" y="3186482"/>
            <a:ext cx="291511" cy="238097"/>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9"/>
          <p:cNvSpPr txBox="1"/>
          <p:nvPr/>
        </p:nvSpPr>
        <p:spPr>
          <a:xfrm>
            <a:off x="2496150" y="4125850"/>
            <a:ext cx="4151700" cy="26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Roboto Condensed"/>
                <a:ea typeface="Roboto Condensed"/>
                <a:cs typeface="Roboto Condensed"/>
                <a:sym typeface="Roboto Condensed"/>
              </a:rPr>
              <a:t>Please keep this slide for attribution</a:t>
            </a:r>
            <a:endParaRPr sz="1200">
              <a:solidFill>
                <a:schemeClr val="dk1"/>
              </a:solidFill>
              <a:latin typeface="Roboto Condensed"/>
              <a:ea typeface="Roboto Condensed"/>
              <a:cs typeface="Roboto Condensed"/>
              <a:sym typeface="Roboto Condensed"/>
            </a:endParaRPr>
          </a:p>
        </p:txBody>
      </p:sp>
      <p:grpSp>
        <p:nvGrpSpPr>
          <p:cNvPr id="2110" name="Google Shape;2110;p79"/>
          <p:cNvGrpSpPr/>
          <p:nvPr/>
        </p:nvGrpSpPr>
        <p:grpSpPr>
          <a:xfrm rot="5400000">
            <a:off x="7846300" y="2870963"/>
            <a:ext cx="1168925" cy="284175"/>
            <a:chOff x="6017825" y="3809000"/>
            <a:chExt cx="1168925" cy="284175"/>
          </a:xfrm>
        </p:grpSpPr>
        <p:sp>
          <p:nvSpPr>
            <p:cNvPr id="2111" name="Google Shape;2111;p79"/>
            <p:cNvSpPr/>
            <p:nvPr/>
          </p:nvSpPr>
          <p:spPr>
            <a:xfrm>
              <a:off x="6017825" y="380900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32"/>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9"/>
            <p:cNvSpPr/>
            <p:nvPr/>
          </p:nvSpPr>
          <p:spPr>
            <a:xfrm>
              <a:off x="6247100" y="380900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32"/>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9"/>
            <p:cNvSpPr/>
            <p:nvPr/>
          </p:nvSpPr>
          <p:spPr>
            <a:xfrm>
              <a:off x="6476150" y="380900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32"/>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9"/>
            <p:cNvSpPr/>
            <p:nvPr/>
          </p:nvSpPr>
          <p:spPr>
            <a:xfrm>
              <a:off x="6705425" y="380900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32"/>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9"/>
            <p:cNvSpPr/>
            <p:nvPr/>
          </p:nvSpPr>
          <p:spPr>
            <a:xfrm>
              <a:off x="6934250" y="380900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32"/>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9"/>
            <p:cNvSpPr/>
            <p:nvPr/>
          </p:nvSpPr>
          <p:spPr>
            <a:xfrm>
              <a:off x="7163300" y="380900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32"/>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9"/>
            <p:cNvSpPr/>
            <p:nvPr/>
          </p:nvSpPr>
          <p:spPr>
            <a:xfrm>
              <a:off x="6017825" y="3939250"/>
              <a:ext cx="23450" cy="23450"/>
            </a:xfrm>
            <a:custGeom>
              <a:avLst/>
              <a:gdLst/>
              <a:ahLst/>
              <a:cxnLst/>
              <a:rect l="l" t="t" r="r" b="b"/>
              <a:pathLst>
                <a:path w="938" h="938" extrusionOk="0">
                  <a:moveTo>
                    <a:pt x="474" y="1"/>
                  </a:moveTo>
                  <a:cubicBezTo>
                    <a:pt x="215" y="1"/>
                    <a:pt x="1" y="215"/>
                    <a:pt x="1" y="474"/>
                  </a:cubicBezTo>
                  <a:cubicBezTo>
                    <a:pt x="1" y="732"/>
                    <a:pt x="215" y="938"/>
                    <a:pt x="474" y="938"/>
                  </a:cubicBezTo>
                  <a:cubicBezTo>
                    <a:pt x="723" y="938"/>
                    <a:pt x="938" y="723"/>
                    <a:pt x="938" y="474"/>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9"/>
            <p:cNvSpPr/>
            <p:nvPr/>
          </p:nvSpPr>
          <p:spPr>
            <a:xfrm>
              <a:off x="6247100" y="3939250"/>
              <a:ext cx="23225" cy="23450"/>
            </a:xfrm>
            <a:custGeom>
              <a:avLst/>
              <a:gdLst/>
              <a:ahLst/>
              <a:cxnLst/>
              <a:rect l="l" t="t" r="r" b="b"/>
              <a:pathLst>
                <a:path w="929" h="938" extrusionOk="0">
                  <a:moveTo>
                    <a:pt x="465" y="1"/>
                  </a:moveTo>
                  <a:cubicBezTo>
                    <a:pt x="206" y="1"/>
                    <a:pt x="1" y="215"/>
                    <a:pt x="1" y="474"/>
                  </a:cubicBezTo>
                  <a:cubicBezTo>
                    <a:pt x="1" y="732"/>
                    <a:pt x="206" y="938"/>
                    <a:pt x="465" y="938"/>
                  </a:cubicBezTo>
                  <a:cubicBezTo>
                    <a:pt x="723" y="938"/>
                    <a:pt x="929" y="723"/>
                    <a:pt x="929" y="474"/>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9"/>
            <p:cNvSpPr/>
            <p:nvPr/>
          </p:nvSpPr>
          <p:spPr>
            <a:xfrm>
              <a:off x="6476150" y="3939250"/>
              <a:ext cx="23450" cy="23450"/>
            </a:xfrm>
            <a:custGeom>
              <a:avLst/>
              <a:gdLst/>
              <a:ahLst/>
              <a:cxnLst/>
              <a:rect l="l" t="t" r="r" b="b"/>
              <a:pathLst>
                <a:path w="938" h="938" extrusionOk="0">
                  <a:moveTo>
                    <a:pt x="473" y="1"/>
                  </a:moveTo>
                  <a:cubicBezTo>
                    <a:pt x="215" y="1"/>
                    <a:pt x="1" y="215"/>
                    <a:pt x="1" y="474"/>
                  </a:cubicBezTo>
                  <a:cubicBezTo>
                    <a:pt x="1" y="732"/>
                    <a:pt x="215" y="938"/>
                    <a:pt x="473" y="938"/>
                  </a:cubicBezTo>
                  <a:cubicBezTo>
                    <a:pt x="723" y="938"/>
                    <a:pt x="937" y="723"/>
                    <a:pt x="937" y="474"/>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9"/>
            <p:cNvSpPr/>
            <p:nvPr/>
          </p:nvSpPr>
          <p:spPr>
            <a:xfrm>
              <a:off x="6705425" y="3939250"/>
              <a:ext cx="23225" cy="23450"/>
            </a:xfrm>
            <a:custGeom>
              <a:avLst/>
              <a:gdLst/>
              <a:ahLst/>
              <a:cxnLst/>
              <a:rect l="l" t="t" r="r" b="b"/>
              <a:pathLst>
                <a:path w="929" h="938" extrusionOk="0">
                  <a:moveTo>
                    <a:pt x="464" y="1"/>
                  </a:moveTo>
                  <a:cubicBezTo>
                    <a:pt x="206" y="1"/>
                    <a:pt x="0" y="215"/>
                    <a:pt x="0" y="474"/>
                  </a:cubicBezTo>
                  <a:cubicBezTo>
                    <a:pt x="0" y="732"/>
                    <a:pt x="197" y="938"/>
                    <a:pt x="464" y="938"/>
                  </a:cubicBezTo>
                  <a:cubicBezTo>
                    <a:pt x="723" y="938"/>
                    <a:pt x="928" y="723"/>
                    <a:pt x="928" y="474"/>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9"/>
            <p:cNvSpPr/>
            <p:nvPr/>
          </p:nvSpPr>
          <p:spPr>
            <a:xfrm>
              <a:off x="6934250" y="3939250"/>
              <a:ext cx="23450" cy="23450"/>
            </a:xfrm>
            <a:custGeom>
              <a:avLst/>
              <a:gdLst/>
              <a:ahLst/>
              <a:cxnLst/>
              <a:rect l="l" t="t" r="r" b="b"/>
              <a:pathLst>
                <a:path w="938" h="938" extrusionOk="0">
                  <a:moveTo>
                    <a:pt x="464" y="1"/>
                  </a:moveTo>
                  <a:cubicBezTo>
                    <a:pt x="206" y="1"/>
                    <a:pt x="0" y="215"/>
                    <a:pt x="0" y="474"/>
                  </a:cubicBezTo>
                  <a:cubicBezTo>
                    <a:pt x="0" y="732"/>
                    <a:pt x="215" y="938"/>
                    <a:pt x="464" y="938"/>
                  </a:cubicBezTo>
                  <a:cubicBezTo>
                    <a:pt x="723" y="938"/>
                    <a:pt x="937" y="723"/>
                    <a:pt x="937" y="474"/>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9"/>
            <p:cNvSpPr/>
            <p:nvPr/>
          </p:nvSpPr>
          <p:spPr>
            <a:xfrm>
              <a:off x="7163300" y="3939250"/>
              <a:ext cx="23450" cy="23450"/>
            </a:xfrm>
            <a:custGeom>
              <a:avLst/>
              <a:gdLst/>
              <a:ahLst/>
              <a:cxnLst/>
              <a:rect l="l" t="t" r="r" b="b"/>
              <a:pathLst>
                <a:path w="938" h="938" extrusionOk="0">
                  <a:moveTo>
                    <a:pt x="473" y="1"/>
                  </a:moveTo>
                  <a:cubicBezTo>
                    <a:pt x="214" y="1"/>
                    <a:pt x="0" y="215"/>
                    <a:pt x="0" y="474"/>
                  </a:cubicBezTo>
                  <a:cubicBezTo>
                    <a:pt x="0" y="732"/>
                    <a:pt x="214" y="938"/>
                    <a:pt x="473" y="938"/>
                  </a:cubicBezTo>
                  <a:cubicBezTo>
                    <a:pt x="732" y="938"/>
                    <a:pt x="937" y="723"/>
                    <a:pt x="937" y="474"/>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9"/>
            <p:cNvSpPr/>
            <p:nvPr/>
          </p:nvSpPr>
          <p:spPr>
            <a:xfrm>
              <a:off x="6017825" y="4069725"/>
              <a:ext cx="23450" cy="23450"/>
            </a:xfrm>
            <a:custGeom>
              <a:avLst/>
              <a:gdLst/>
              <a:ahLst/>
              <a:cxnLst/>
              <a:rect l="l" t="t" r="r" b="b"/>
              <a:pathLst>
                <a:path w="938" h="938" extrusionOk="0">
                  <a:moveTo>
                    <a:pt x="474" y="1"/>
                  </a:moveTo>
                  <a:cubicBezTo>
                    <a:pt x="215" y="1"/>
                    <a:pt x="1" y="215"/>
                    <a:pt x="1" y="473"/>
                  </a:cubicBezTo>
                  <a:cubicBezTo>
                    <a:pt x="1" y="723"/>
                    <a:pt x="215" y="937"/>
                    <a:pt x="474" y="937"/>
                  </a:cubicBezTo>
                  <a:cubicBezTo>
                    <a:pt x="723" y="937"/>
                    <a:pt x="938" y="723"/>
                    <a:pt x="938" y="473"/>
                  </a:cubicBezTo>
                  <a:cubicBezTo>
                    <a:pt x="938" y="215"/>
                    <a:pt x="723"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9"/>
            <p:cNvSpPr/>
            <p:nvPr/>
          </p:nvSpPr>
          <p:spPr>
            <a:xfrm>
              <a:off x="6247100" y="4069725"/>
              <a:ext cx="23225" cy="23450"/>
            </a:xfrm>
            <a:custGeom>
              <a:avLst/>
              <a:gdLst/>
              <a:ahLst/>
              <a:cxnLst/>
              <a:rect l="l" t="t" r="r" b="b"/>
              <a:pathLst>
                <a:path w="929" h="938" extrusionOk="0">
                  <a:moveTo>
                    <a:pt x="465" y="1"/>
                  </a:moveTo>
                  <a:cubicBezTo>
                    <a:pt x="206" y="1"/>
                    <a:pt x="1" y="215"/>
                    <a:pt x="1" y="473"/>
                  </a:cubicBezTo>
                  <a:cubicBezTo>
                    <a:pt x="1" y="723"/>
                    <a:pt x="206" y="937"/>
                    <a:pt x="465" y="937"/>
                  </a:cubicBezTo>
                  <a:cubicBezTo>
                    <a:pt x="723" y="937"/>
                    <a:pt x="929" y="723"/>
                    <a:pt x="929" y="473"/>
                  </a:cubicBezTo>
                  <a:cubicBezTo>
                    <a:pt x="929" y="215"/>
                    <a:pt x="723"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9"/>
            <p:cNvSpPr/>
            <p:nvPr/>
          </p:nvSpPr>
          <p:spPr>
            <a:xfrm>
              <a:off x="6476150" y="4069725"/>
              <a:ext cx="23450" cy="23450"/>
            </a:xfrm>
            <a:custGeom>
              <a:avLst/>
              <a:gdLst/>
              <a:ahLst/>
              <a:cxnLst/>
              <a:rect l="l" t="t" r="r" b="b"/>
              <a:pathLst>
                <a:path w="938" h="938" extrusionOk="0">
                  <a:moveTo>
                    <a:pt x="473" y="1"/>
                  </a:moveTo>
                  <a:cubicBezTo>
                    <a:pt x="215" y="1"/>
                    <a:pt x="1" y="215"/>
                    <a:pt x="1" y="473"/>
                  </a:cubicBezTo>
                  <a:cubicBezTo>
                    <a:pt x="1" y="723"/>
                    <a:pt x="215" y="937"/>
                    <a:pt x="473" y="937"/>
                  </a:cubicBezTo>
                  <a:cubicBezTo>
                    <a:pt x="723" y="937"/>
                    <a:pt x="937" y="723"/>
                    <a:pt x="937" y="473"/>
                  </a:cubicBezTo>
                  <a:cubicBezTo>
                    <a:pt x="937" y="215"/>
                    <a:pt x="723"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9"/>
            <p:cNvSpPr/>
            <p:nvPr/>
          </p:nvSpPr>
          <p:spPr>
            <a:xfrm>
              <a:off x="6705425" y="4069725"/>
              <a:ext cx="23225" cy="23450"/>
            </a:xfrm>
            <a:custGeom>
              <a:avLst/>
              <a:gdLst/>
              <a:ahLst/>
              <a:cxnLst/>
              <a:rect l="l" t="t" r="r" b="b"/>
              <a:pathLst>
                <a:path w="929" h="938" extrusionOk="0">
                  <a:moveTo>
                    <a:pt x="464" y="1"/>
                  </a:moveTo>
                  <a:cubicBezTo>
                    <a:pt x="206" y="1"/>
                    <a:pt x="0" y="215"/>
                    <a:pt x="0" y="473"/>
                  </a:cubicBezTo>
                  <a:cubicBezTo>
                    <a:pt x="0" y="723"/>
                    <a:pt x="197" y="937"/>
                    <a:pt x="464" y="937"/>
                  </a:cubicBezTo>
                  <a:cubicBezTo>
                    <a:pt x="723" y="937"/>
                    <a:pt x="928" y="723"/>
                    <a:pt x="928" y="473"/>
                  </a:cubicBezTo>
                  <a:cubicBezTo>
                    <a:pt x="928"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9"/>
            <p:cNvSpPr/>
            <p:nvPr/>
          </p:nvSpPr>
          <p:spPr>
            <a:xfrm>
              <a:off x="6934250" y="4069725"/>
              <a:ext cx="23450" cy="23450"/>
            </a:xfrm>
            <a:custGeom>
              <a:avLst/>
              <a:gdLst/>
              <a:ahLst/>
              <a:cxnLst/>
              <a:rect l="l" t="t" r="r" b="b"/>
              <a:pathLst>
                <a:path w="938" h="938" extrusionOk="0">
                  <a:moveTo>
                    <a:pt x="464" y="1"/>
                  </a:moveTo>
                  <a:cubicBezTo>
                    <a:pt x="206" y="1"/>
                    <a:pt x="0" y="215"/>
                    <a:pt x="0" y="473"/>
                  </a:cubicBezTo>
                  <a:cubicBezTo>
                    <a:pt x="0" y="723"/>
                    <a:pt x="215" y="937"/>
                    <a:pt x="464" y="937"/>
                  </a:cubicBezTo>
                  <a:cubicBezTo>
                    <a:pt x="723" y="937"/>
                    <a:pt x="937" y="723"/>
                    <a:pt x="937" y="473"/>
                  </a:cubicBezTo>
                  <a:cubicBezTo>
                    <a:pt x="937" y="215"/>
                    <a:pt x="723"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9"/>
            <p:cNvSpPr/>
            <p:nvPr/>
          </p:nvSpPr>
          <p:spPr>
            <a:xfrm>
              <a:off x="7163300" y="4069725"/>
              <a:ext cx="23450" cy="23450"/>
            </a:xfrm>
            <a:custGeom>
              <a:avLst/>
              <a:gdLst/>
              <a:ahLst/>
              <a:cxnLst/>
              <a:rect l="l" t="t" r="r" b="b"/>
              <a:pathLst>
                <a:path w="938" h="938" extrusionOk="0">
                  <a:moveTo>
                    <a:pt x="473" y="1"/>
                  </a:moveTo>
                  <a:cubicBezTo>
                    <a:pt x="214" y="1"/>
                    <a:pt x="0" y="215"/>
                    <a:pt x="0" y="473"/>
                  </a:cubicBezTo>
                  <a:cubicBezTo>
                    <a:pt x="0" y="723"/>
                    <a:pt x="214" y="937"/>
                    <a:pt x="473" y="937"/>
                  </a:cubicBezTo>
                  <a:cubicBezTo>
                    <a:pt x="732" y="937"/>
                    <a:pt x="937" y="723"/>
                    <a:pt x="937" y="473"/>
                  </a:cubicBezTo>
                  <a:cubicBezTo>
                    <a:pt x="937" y="215"/>
                    <a:pt x="732" y="1"/>
                    <a:pt x="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9" name="Google Shape;2129;p79"/>
          <p:cNvSpPr/>
          <p:nvPr/>
        </p:nvSpPr>
        <p:spPr>
          <a:xfrm rot="10800000">
            <a:off x="749325" y="1841438"/>
            <a:ext cx="582800" cy="291075"/>
          </a:xfrm>
          <a:custGeom>
            <a:avLst/>
            <a:gdLst/>
            <a:ahLst/>
            <a:cxnLst/>
            <a:rect l="l" t="t" r="r" b="b"/>
            <a:pathLst>
              <a:path w="23312" h="11643" extrusionOk="0">
                <a:moveTo>
                  <a:pt x="11670" y="0"/>
                </a:moveTo>
                <a:cubicBezTo>
                  <a:pt x="5247" y="0"/>
                  <a:pt x="10" y="5219"/>
                  <a:pt x="1" y="11642"/>
                </a:cubicBezTo>
                <a:lnTo>
                  <a:pt x="5273" y="11642"/>
                </a:lnTo>
                <a:cubicBezTo>
                  <a:pt x="5273" y="8118"/>
                  <a:pt x="8128" y="5264"/>
                  <a:pt x="11652" y="5264"/>
                </a:cubicBezTo>
                <a:cubicBezTo>
                  <a:pt x="15176" y="5264"/>
                  <a:pt x="18030" y="8127"/>
                  <a:pt x="18030" y="11642"/>
                </a:cubicBezTo>
                <a:lnTo>
                  <a:pt x="23312" y="11642"/>
                </a:lnTo>
                <a:cubicBezTo>
                  <a:pt x="23312" y="5228"/>
                  <a:pt x="18084" y="0"/>
                  <a:pt x="11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133"/>
        <p:cNvGrpSpPr/>
        <p:nvPr/>
      </p:nvGrpSpPr>
      <p:grpSpPr>
        <a:xfrm>
          <a:off x="0" y="0"/>
          <a:ext cx="0" cy="0"/>
          <a:chOff x="0" y="0"/>
          <a:chExt cx="0" cy="0"/>
        </a:xfrm>
      </p:grpSpPr>
      <p:sp>
        <p:nvSpPr>
          <p:cNvPr id="2134" name="Google Shape;2134;p80"/>
          <p:cNvSpPr txBox="1">
            <a:spLocks noGrp="1"/>
          </p:cNvSpPr>
          <p:nvPr>
            <p:ph type="body" idx="4294967295"/>
          </p:nvPr>
        </p:nvSpPr>
        <p:spPr>
          <a:xfrm>
            <a:off x="720000" y="1185500"/>
            <a:ext cx="7704000" cy="416700"/>
          </a:xfrm>
          <a:prstGeom prst="rect">
            <a:avLst/>
          </a:prstGeom>
        </p:spPr>
        <p:txBody>
          <a:bodyPr spcFirstLastPara="1" wrap="square" lIns="91425" tIns="91425" rIns="91425" bIns="91425" anchor="t" anchorCtr="0">
            <a:noAutofit/>
          </a:bodyPr>
          <a:lstStyle/>
          <a:p>
            <a:pPr marL="0" marR="0" lvl="0" indent="0" algn="ctr" rtl="0">
              <a:lnSpc>
                <a:spcPct val="100000"/>
              </a:lnSpc>
              <a:spcBef>
                <a:spcPts val="0"/>
              </a:spcBef>
              <a:spcAft>
                <a:spcPts val="0"/>
              </a:spcAft>
              <a:buNone/>
            </a:pPr>
            <a:r>
              <a:rPr lang="en"/>
              <a:t>Here’s an assortment of alternative resources whose style fits the one of this template:</a:t>
            </a:r>
            <a:endParaRPr/>
          </a:p>
        </p:txBody>
      </p:sp>
      <p:sp>
        <p:nvSpPr>
          <p:cNvPr id="2135" name="Google Shape;2135;p80"/>
          <p:cNvSpPr txBox="1">
            <a:spLocks noGrp="1"/>
          </p:cNvSpPr>
          <p:nvPr>
            <p:ph type="title"/>
          </p:nvPr>
        </p:nvSpPr>
        <p:spPr>
          <a:xfrm>
            <a:off x="719975" y="445025"/>
            <a:ext cx="7704000" cy="65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latin typeface="Red Hat Text Light"/>
                <a:ea typeface="Red Hat Text Light"/>
                <a:cs typeface="Red Hat Text Light"/>
                <a:sym typeface="Red Hat Text Light"/>
              </a:rPr>
              <a:t>ALTERNATIVE</a:t>
            </a:r>
            <a:r>
              <a:rPr lang="en"/>
              <a:t> RESOURCES</a:t>
            </a:r>
            <a:endParaRPr/>
          </a:p>
        </p:txBody>
      </p:sp>
      <p:sp>
        <p:nvSpPr>
          <p:cNvPr id="2136" name="Google Shape;2136;p80"/>
          <p:cNvSpPr txBox="1"/>
          <p:nvPr/>
        </p:nvSpPr>
        <p:spPr>
          <a:xfrm>
            <a:off x="720000" y="2311313"/>
            <a:ext cx="3643200" cy="707100"/>
          </a:xfrm>
          <a:prstGeom prst="rect">
            <a:avLst/>
          </a:prstGeom>
          <a:noFill/>
          <a:ln>
            <a:noFill/>
          </a:ln>
        </p:spPr>
        <p:txBody>
          <a:bodyPr spcFirstLastPara="1" wrap="square" lIns="91425" tIns="91425" rIns="91425" bIns="91425" anchor="t" anchorCtr="0">
            <a:noAutofit/>
          </a:bodyPr>
          <a:lstStyle/>
          <a:p>
            <a:pPr marL="274320" lvl="0" indent="-317500" algn="l" rtl="0">
              <a:lnSpc>
                <a:spcPct val="115000"/>
              </a:lnSpc>
              <a:spcBef>
                <a:spcPts val="240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3">
                  <a:extLst>
                    <a:ext uri="{A12FA001-AC4F-418D-AE19-62706E023703}">
                      <ahyp:hlinkClr xmlns:ahyp="http://schemas.microsoft.com/office/drawing/2018/hyperlinkcolor" val="tx"/>
                    </a:ext>
                  </a:extLst>
                </a:hlinkClick>
              </a:rPr>
              <a:t>Flat design fashion collection twitch banner</a:t>
            </a:r>
            <a:endParaRPr>
              <a:solidFill>
                <a:schemeClr val="dk1"/>
              </a:solidFill>
              <a:latin typeface="Roboto Condensed"/>
              <a:ea typeface="Roboto Condensed"/>
              <a:cs typeface="Roboto Condensed"/>
              <a:sym typeface="Roboto Condensed"/>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4">
                  <a:extLst>
                    <a:ext uri="{A12FA001-AC4F-418D-AE19-62706E023703}">
                      <ahyp:hlinkClr xmlns:ahyp="http://schemas.microsoft.com/office/drawing/2018/hyperlinkcolor" val="tx"/>
                    </a:ext>
                  </a:extLst>
                </a:hlinkClick>
              </a:rPr>
              <a:t>Geometric background concept</a:t>
            </a:r>
            <a:endParaRPr sz="500">
              <a:solidFill>
                <a:schemeClr val="dk1"/>
              </a:solidFill>
              <a:latin typeface="Roboto Condensed"/>
              <a:ea typeface="Roboto Condensed"/>
              <a:cs typeface="Roboto Condensed"/>
              <a:sym typeface="Roboto Condensed"/>
            </a:endParaRPr>
          </a:p>
        </p:txBody>
      </p:sp>
      <p:sp>
        <p:nvSpPr>
          <p:cNvPr id="2137" name="Google Shape;2137;p80"/>
          <p:cNvSpPr txBox="1"/>
          <p:nvPr/>
        </p:nvSpPr>
        <p:spPr>
          <a:xfrm>
            <a:off x="713230" y="1875113"/>
            <a:ext cx="36393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ed Hat Text"/>
                <a:ea typeface="Red Hat Text"/>
                <a:cs typeface="Red Hat Text"/>
                <a:sym typeface="Red Hat Text"/>
              </a:rPr>
              <a:t>VECTORES</a:t>
            </a:r>
            <a:endParaRPr sz="2400" b="1">
              <a:solidFill>
                <a:schemeClr val="dk1"/>
              </a:solidFill>
              <a:latin typeface="Red Hat Text"/>
              <a:ea typeface="Red Hat Text"/>
              <a:cs typeface="Red Hat Text"/>
              <a:sym typeface="Red Hat Text"/>
            </a:endParaRPr>
          </a:p>
        </p:txBody>
      </p:sp>
      <p:sp>
        <p:nvSpPr>
          <p:cNvPr id="2138" name="Google Shape;2138;p80"/>
          <p:cNvSpPr/>
          <p:nvPr/>
        </p:nvSpPr>
        <p:spPr>
          <a:xfrm>
            <a:off x="4520400" y="4385219"/>
            <a:ext cx="3910202" cy="218775"/>
          </a:xfrm>
          <a:custGeom>
            <a:avLst/>
            <a:gdLst/>
            <a:ahLst/>
            <a:cxnLst/>
            <a:rect l="l" t="t" r="r" b="b"/>
            <a:pathLst>
              <a:path w="286882" h="16051" extrusionOk="0">
                <a:moveTo>
                  <a:pt x="0" y="1"/>
                </a:moveTo>
                <a:lnTo>
                  <a:pt x="0" y="16050"/>
                </a:lnTo>
                <a:lnTo>
                  <a:pt x="286881" y="16050"/>
                </a:lnTo>
                <a:lnTo>
                  <a:pt x="286881" y="8966"/>
                </a:lnTo>
                <a:lnTo>
                  <a:pt x="219242" y="8966"/>
                </a:lnTo>
                <a:lnTo>
                  <a:pt x="2192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0"/>
          <p:cNvSpPr/>
          <p:nvPr/>
        </p:nvSpPr>
        <p:spPr>
          <a:xfrm>
            <a:off x="4531113" y="4094861"/>
            <a:ext cx="3899488" cy="218775"/>
          </a:xfrm>
          <a:custGeom>
            <a:avLst/>
            <a:gdLst/>
            <a:ahLst/>
            <a:cxnLst/>
            <a:rect l="l" t="t" r="r" b="b"/>
            <a:pathLst>
              <a:path w="286096" h="16051" extrusionOk="0">
                <a:moveTo>
                  <a:pt x="0" y="1"/>
                </a:moveTo>
                <a:lnTo>
                  <a:pt x="0" y="7097"/>
                </a:lnTo>
                <a:lnTo>
                  <a:pt x="67449" y="7097"/>
                </a:lnTo>
                <a:lnTo>
                  <a:pt x="67449" y="16050"/>
                </a:lnTo>
                <a:lnTo>
                  <a:pt x="286095" y="16050"/>
                </a:lnTo>
                <a:lnTo>
                  <a:pt x="2860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0" name="Google Shape;2140;p80"/>
          <p:cNvGrpSpPr/>
          <p:nvPr/>
        </p:nvGrpSpPr>
        <p:grpSpPr>
          <a:xfrm>
            <a:off x="4531135" y="2127356"/>
            <a:ext cx="852294" cy="939777"/>
            <a:chOff x="343750" y="114275"/>
            <a:chExt cx="1095775" cy="1208250"/>
          </a:xfrm>
        </p:grpSpPr>
        <p:sp>
          <p:nvSpPr>
            <p:cNvPr id="2141" name="Google Shape;2141;p80"/>
            <p:cNvSpPr/>
            <p:nvPr/>
          </p:nvSpPr>
          <p:spPr>
            <a:xfrm>
              <a:off x="343750" y="114275"/>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0"/>
            <p:cNvSpPr/>
            <p:nvPr/>
          </p:nvSpPr>
          <p:spPr>
            <a:xfrm>
              <a:off x="343750" y="232800"/>
              <a:ext cx="19775" cy="20550"/>
            </a:xfrm>
            <a:custGeom>
              <a:avLst/>
              <a:gdLst/>
              <a:ahLst/>
              <a:cxnLst/>
              <a:rect l="l" t="t" r="r" b="b"/>
              <a:pathLst>
                <a:path w="791" h="822" extrusionOk="0">
                  <a:moveTo>
                    <a:pt x="0" y="1"/>
                  </a:moveTo>
                  <a:lnTo>
                    <a:pt x="0" y="822"/>
                  </a:lnTo>
                  <a:lnTo>
                    <a:pt x="790" y="822"/>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0"/>
            <p:cNvSpPr/>
            <p:nvPr/>
          </p:nvSpPr>
          <p:spPr>
            <a:xfrm>
              <a:off x="343750" y="35135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0"/>
            <p:cNvSpPr/>
            <p:nvPr/>
          </p:nvSpPr>
          <p:spPr>
            <a:xfrm>
              <a:off x="343750" y="470650"/>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0"/>
            <p:cNvSpPr/>
            <p:nvPr/>
          </p:nvSpPr>
          <p:spPr>
            <a:xfrm>
              <a:off x="343750" y="589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0"/>
            <p:cNvSpPr/>
            <p:nvPr/>
          </p:nvSpPr>
          <p:spPr>
            <a:xfrm>
              <a:off x="343750" y="70850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0"/>
            <p:cNvSpPr/>
            <p:nvPr/>
          </p:nvSpPr>
          <p:spPr>
            <a:xfrm>
              <a:off x="343750" y="827800"/>
              <a:ext cx="19775" cy="19775"/>
            </a:xfrm>
            <a:custGeom>
              <a:avLst/>
              <a:gdLst/>
              <a:ahLst/>
              <a:cxnLst/>
              <a:rect l="l" t="t" r="r" b="b"/>
              <a:pathLst>
                <a:path w="791" h="791"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0"/>
            <p:cNvSpPr/>
            <p:nvPr/>
          </p:nvSpPr>
          <p:spPr>
            <a:xfrm>
              <a:off x="343750" y="94635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0"/>
            <p:cNvSpPr/>
            <p:nvPr/>
          </p:nvSpPr>
          <p:spPr>
            <a:xfrm>
              <a:off x="343750" y="1064900"/>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0"/>
            <p:cNvSpPr/>
            <p:nvPr/>
          </p:nvSpPr>
          <p:spPr>
            <a:xfrm>
              <a:off x="343750" y="1184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0"/>
            <p:cNvSpPr/>
            <p:nvPr/>
          </p:nvSpPr>
          <p:spPr>
            <a:xfrm>
              <a:off x="343750" y="1302725"/>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0"/>
            <p:cNvSpPr/>
            <p:nvPr/>
          </p:nvSpPr>
          <p:spPr>
            <a:xfrm>
              <a:off x="450875" y="114275"/>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0"/>
            <p:cNvSpPr/>
            <p:nvPr/>
          </p:nvSpPr>
          <p:spPr>
            <a:xfrm>
              <a:off x="450875" y="232800"/>
              <a:ext cx="19800" cy="20550"/>
            </a:xfrm>
            <a:custGeom>
              <a:avLst/>
              <a:gdLst/>
              <a:ahLst/>
              <a:cxnLst/>
              <a:rect l="l" t="t" r="r" b="b"/>
              <a:pathLst>
                <a:path w="792" h="822" extrusionOk="0">
                  <a:moveTo>
                    <a:pt x="1" y="1"/>
                  </a:moveTo>
                  <a:lnTo>
                    <a:pt x="1"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0"/>
            <p:cNvSpPr/>
            <p:nvPr/>
          </p:nvSpPr>
          <p:spPr>
            <a:xfrm>
              <a:off x="450875" y="35135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0"/>
            <p:cNvSpPr/>
            <p:nvPr/>
          </p:nvSpPr>
          <p:spPr>
            <a:xfrm>
              <a:off x="450875" y="470650"/>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0"/>
            <p:cNvSpPr/>
            <p:nvPr/>
          </p:nvSpPr>
          <p:spPr>
            <a:xfrm>
              <a:off x="450875" y="589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0"/>
            <p:cNvSpPr/>
            <p:nvPr/>
          </p:nvSpPr>
          <p:spPr>
            <a:xfrm>
              <a:off x="450875" y="70850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0"/>
            <p:cNvSpPr/>
            <p:nvPr/>
          </p:nvSpPr>
          <p:spPr>
            <a:xfrm>
              <a:off x="450875" y="827800"/>
              <a:ext cx="19800" cy="19775"/>
            </a:xfrm>
            <a:custGeom>
              <a:avLst/>
              <a:gdLst/>
              <a:ahLst/>
              <a:cxnLst/>
              <a:rect l="l" t="t" r="r" b="b"/>
              <a:pathLst>
                <a:path w="792" h="791"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0"/>
            <p:cNvSpPr/>
            <p:nvPr/>
          </p:nvSpPr>
          <p:spPr>
            <a:xfrm>
              <a:off x="450875" y="94635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0"/>
            <p:cNvSpPr/>
            <p:nvPr/>
          </p:nvSpPr>
          <p:spPr>
            <a:xfrm>
              <a:off x="450875" y="1064900"/>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0"/>
            <p:cNvSpPr/>
            <p:nvPr/>
          </p:nvSpPr>
          <p:spPr>
            <a:xfrm>
              <a:off x="450875" y="1184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0"/>
            <p:cNvSpPr/>
            <p:nvPr/>
          </p:nvSpPr>
          <p:spPr>
            <a:xfrm>
              <a:off x="450875" y="1302725"/>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0"/>
            <p:cNvSpPr/>
            <p:nvPr/>
          </p:nvSpPr>
          <p:spPr>
            <a:xfrm>
              <a:off x="558775" y="114275"/>
              <a:ext cx="20550" cy="19775"/>
            </a:xfrm>
            <a:custGeom>
              <a:avLst/>
              <a:gdLst/>
              <a:ahLst/>
              <a:cxnLst/>
              <a:rect l="l" t="t" r="r" b="b"/>
              <a:pathLst>
                <a:path w="822" h="791" extrusionOk="0">
                  <a:moveTo>
                    <a:pt x="1" y="0"/>
                  </a:moveTo>
                  <a:lnTo>
                    <a:pt x="1" y="790"/>
                  </a:lnTo>
                  <a:lnTo>
                    <a:pt x="822" y="790"/>
                  </a:lnTo>
                  <a:lnTo>
                    <a:pt x="8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0"/>
            <p:cNvSpPr/>
            <p:nvPr/>
          </p:nvSpPr>
          <p:spPr>
            <a:xfrm>
              <a:off x="558775" y="232800"/>
              <a:ext cx="20550" cy="20550"/>
            </a:xfrm>
            <a:custGeom>
              <a:avLst/>
              <a:gdLst/>
              <a:ahLst/>
              <a:cxnLst/>
              <a:rect l="l" t="t" r="r" b="b"/>
              <a:pathLst>
                <a:path w="822" h="822" extrusionOk="0">
                  <a:moveTo>
                    <a:pt x="1" y="1"/>
                  </a:moveTo>
                  <a:lnTo>
                    <a:pt x="1" y="822"/>
                  </a:lnTo>
                  <a:lnTo>
                    <a:pt x="822" y="822"/>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0"/>
            <p:cNvSpPr/>
            <p:nvPr/>
          </p:nvSpPr>
          <p:spPr>
            <a:xfrm>
              <a:off x="558775" y="351350"/>
              <a:ext cx="20550" cy="20550"/>
            </a:xfrm>
            <a:custGeom>
              <a:avLst/>
              <a:gdLst/>
              <a:ahLst/>
              <a:cxnLst/>
              <a:rect l="l" t="t" r="r" b="b"/>
              <a:pathLst>
                <a:path w="822" h="822" extrusionOk="0">
                  <a:moveTo>
                    <a:pt x="1" y="1"/>
                  </a:moveTo>
                  <a:lnTo>
                    <a:pt x="1" y="821"/>
                  </a:lnTo>
                  <a:lnTo>
                    <a:pt x="822" y="821"/>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0"/>
            <p:cNvSpPr/>
            <p:nvPr/>
          </p:nvSpPr>
          <p:spPr>
            <a:xfrm>
              <a:off x="558775" y="470650"/>
              <a:ext cx="20550" cy="19800"/>
            </a:xfrm>
            <a:custGeom>
              <a:avLst/>
              <a:gdLst/>
              <a:ahLst/>
              <a:cxnLst/>
              <a:rect l="l" t="t" r="r" b="b"/>
              <a:pathLst>
                <a:path w="822" h="792" extrusionOk="0">
                  <a:moveTo>
                    <a:pt x="1" y="1"/>
                  </a:moveTo>
                  <a:lnTo>
                    <a:pt x="1" y="791"/>
                  </a:lnTo>
                  <a:lnTo>
                    <a:pt x="822" y="791"/>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0"/>
            <p:cNvSpPr/>
            <p:nvPr/>
          </p:nvSpPr>
          <p:spPr>
            <a:xfrm>
              <a:off x="558775" y="589200"/>
              <a:ext cx="20550" cy="19775"/>
            </a:xfrm>
            <a:custGeom>
              <a:avLst/>
              <a:gdLst/>
              <a:ahLst/>
              <a:cxnLst/>
              <a:rect l="l" t="t" r="r" b="b"/>
              <a:pathLst>
                <a:path w="822" h="791" extrusionOk="0">
                  <a:moveTo>
                    <a:pt x="1" y="0"/>
                  </a:moveTo>
                  <a:lnTo>
                    <a:pt x="1" y="791"/>
                  </a:lnTo>
                  <a:lnTo>
                    <a:pt x="822" y="791"/>
                  </a:lnTo>
                  <a:lnTo>
                    <a:pt x="8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0"/>
            <p:cNvSpPr/>
            <p:nvPr/>
          </p:nvSpPr>
          <p:spPr>
            <a:xfrm>
              <a:off x="558775" y="708500"/>
              <a:ext cx="20550" cy="20550"/>
            </a:xfrm>
            <a:custGeom>
              <a:avLst/>
              <a:gdLst/>
              <a:ahLst/>
              <a:cxnLst/>
              <a:rect l="l" t="t" r="r" b="b"/>
              <a:pathLst>
                <a:path w="822" h="822" extrusionOk="0">
                  <a:moveTo>
                    <a:pt x="1" y="1"/>
                  </a:moveTo>
                  <a:lnTo>
                    <a:pt x="1" y="821"/>
                  </a:lnTo>
                  <a:lnTo>
                    <a:pt x="822" y="821"/>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0"/>
            <p:cNvSpPr/>
            <p:nvPr/>
          </p:nvSpPr>
          <p:spPr>
            <a:xfrm>
              <a:off x="558775" y="827800"/>
              <a:ext cx="20550" cy="19775"/>
            </a:xfrm>
            <a:custGeom>
              <a:avLst/>
              <a:gdLst/>
              <a:ahLst/>
              <a:cxnLst/>
              <a:rect l="l" t="t" r="r" b="b"/>
              <a:pathLst>
                <a:path w="822" h="791" extrusionOk="0">
                  <a:moveTo>
                    <a:pt x="1" y="1"/>
                  </a:moveTo>
                  <a:lnTo>
                    <a:pt x="1" y="791"/>
                  </a:lnTo>
                  <a:lnTo>
                    <a:pt x="822" y="791"/>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0"/>
            <p:cNvSpPr/>
            <p:nvPr/>
          </p:nvSpPr>
          <p:spPr>
            <a:xfrm>
              <a:off x="558775" y="946350"/>
              <a:ext cx="20550" cy="19775"/>
            </a:xfrm>
            <a:custGeom>
              <a:avLst/>
              <a:gdLst/>
              <a:ahLst/>
              <a:cxnLst/>
              <a:rect l="l" t="t" r="r" b="b"/>
              <a:pathLst>
                <a:path w="822" h="791" extrusionOk="0">
                  <a:moveTo>
                    <a:pt x="1" y="0"/>
                  </a:moveTo>
                  <a:lnTo>
                    <a:pt x="1" y="791"/>
                  </a:lnTo>
                  <a:lnTo>
                    <a:pt x="822" y="791"/>
                  </a:lnTo>
                  <a:lnTo>
                    <a:pt x="8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0"/>
            <p:cNvSpPr/>
            <p:nvPr/>
          </p:nvSpPr>
          <p:spPr>
            <a:xfrm>
              <a:off x="558775" y="1064900"/>
              <a:ext cx="20550" cy="19775"/>
            </a:xfrm>
            <a:custGeom>
              <a:avLst/>
              <a:gdLst/>
              <a:ahLst/>
              <a:cxnLst/>
              <a:rect l="l" t="t" r="r" b="b"/>
              <a:pathLst>
                <a:path w="822" h="791" extrusionOk="0">
                  <a:moveTo>
                    <a:pt x="1" y="0"/>
                  </a:moveTo>
                  <a:lnTo>
                    <a:pt x="1" y="790"/>
                  </a:lnTo>
                  <a:lnTo>
                    <a:pt x="822" y="790"/>
                  </a:lnTo>
                  <a:lnTo>
                    <a:pt x="8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0"/>
            <p:cNvSpPr/>
            <p:nvPr/>
          </p:nvSpPr>
          <p:spPr>
            <a:xfrm>
              <a:off x="558775" y="1184200"/>
              <a:ext cx="20550" cy="19775"/>
            </a:xfrm>
            <a:custGeom>
              <a:avLst/>
              <a:gdLst/>
              <a:ahLst/>
              <a:cxnLst/>
              <a:rect l="l" t="t" r="r" b="b"/>
              <a:pathLst>
                <a:path w="822" h="791" extrusionOk="0">
                  <a:moveTo>
                    <a:pt x="1" y="0"/>
                  </a:moveTo>
                  <a:lnTo>
                    <a:pt x="1" y="791"/>
                  </a:lnTo>
                  <a:lnTo>
                    <a:pt x="822" y="791"/>
                  </a:lnTo>
                  <a:lnTo>
                    <a:pt x="8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0"/>
            <p:cNvSpPr/>
            <p:nvPr/>
          </p:nvSpPr>
          <p:spPr>
            <a:xfrm>
              <a:off x="558775" y="1302725"/>
              <a:ext cx="20550" cy="19800"/>
            </a:xfrm>
            <a:custGeom>
              <a:avLst/>
              <a:gdLst/>
              <a:ahLst/>
              <a:cxnLst/>
              <a:rect l="l" t="t" r="r" b="b"/>
              <a:pathLst>
                <a:path w="822" h="792" extrusionOk="0">
                  <a:moveTo>
                    <a:pt x="1" y="1"/>
                  </a:moveTo>
                  <a:lnTo>
                    <a:pt x="1" y="791"/>
                  </a:lnTo>
                  <a:lnTo>
                    <a:pt x="822" y="791"/>
                  </a:lnTo>
                  <a:lnTo>
                    <a:pt x="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0"/>
            <p:cNvSpPr/>
            <p:nvPr/>
          </p:nvSpPr>
          <p:spPr>
            <a:xfrm>
              <a:off x="666700" y="114275"/>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0"/>
            <p:cNvSpPr/>
            <p:nvPr/>
          </p:nvSpPr>
          <p:spPr>
            <a:xfrm>
              <a:off x="666700" y="232800"/>
              <a:ext cx="19775" cy="20550"/>
            </a:xfrm>
            <a:custGeom>
              <a:avLst/>
              <a:gdLst/>
              <a:ahLst/>
              <a:cxnLst/>
              <a:rect l="l" t="t" r="r" b="b"/>
              <a:pathLst>
                <a:path w="791" h="822" extrusionOk="0">
                  <a:moveTo>
                    <a:pt x="0" y="1"/>
                  </a:moveTo>
                  <a:lnTo>
                    <a:pt x="0" y="822"/>
                  </a:lnTo>
                  <a:lnTo>
                    <a:pt x="790" y="822"/>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0"/>
            <p:cNvSpPr/>
            <p:nvPr/>
          </p:nvSpPr>
          <p:spPr>
            <a:xfrm>
              <a:off x="666700" y="35135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0"/>
            <p:cNvSpPr/>
            <p:nvPr/>
          </p:nvSpPr>
          <p:spPr>
            <a:xfrm>
              <a:off x="666700" y="470650"/>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0"/>
            <p:cNvSpPr/>
            <p:nvPr/>
          </p:nvSpPr>
          <p:spPr>
            <a:xfrm>
              <a:off x="666700" y="589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0"/>
            <p:cNvSpPr/>
            <p:nvPr/>
          </p:nvSpPr>
          <p:spPr>
            <a:xfrm>
              <a:off x="666700" y="70850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0"/>
            <p:cNvSpPr/>
            <p:nvPr/>
          </p:nvSpPr>
          <p:spPr>
            <a:xfrm>
              <a:off x="666700" y="827800"/>
              <a:ext cx="19775" cy="19775"/>
            </a:xfrm>
            <a:custGeom>
              <a:avLst/>
              <a:gdLst/>
              <a:ahLst/>
              <a:cxnLst/>
              <a:rect l="l" t="t" r="r" b="b"/>
              <a:pathLst>
                <a:path w="791" h="791"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0"/>
            <p:cNvSpPr/>
            <p:nvPr/>
          </p:nvSpPr>
          <p:spPr>
            <a:xfrm>
              <a:off x="666700" y="94635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0"/>
            <p:cNvSpPr/>
            <p:nvPr/>
          </p:nvSpPr>
          <p:spPr>
            <a:xfrm>
              <a:off x="666700" y="1064900"/>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0"/>
            <p:cNvSpPr/>
            <p:nvPr/>
          </p:nvSpPr>
          <p:spPr>
            <a:xfrm>
              <a:off x="666700" y="1184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0"/>
            <p:cNvSpPr/>
            <p:nvPr/>
          </p:nvSpPr>
          <p:spPr>
            <a:xfrm>
              <a:off x="666700" y="1302725"/>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0"/>
            <p:cNvSpPr/>
            <p:nvPr/>
          </p:nvSpPr>
          <p:spPr>
            <a:xfrm>
              <a:off x="773825" y="114275"/>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0"/>
            <p:cNvSpPr/>
            <p:nvPr/>
          </p:nvSpPr>
          <p:spPr>
            <a:xfrm>
              <a:off x="773825" y="232800"/>
              <a:ext cx="19800" cy="20550"/>
            </a:xfrm>
            <a:custGeom>
              <a:avLst/>
              <a:gdLst/>
              <a:ahLst/>
              <a:cxnLst/>
              <a:rect l="l" t="t" r="r" b="b"/>
              <a:pathLst>
                <a:path w="792" h="822" extrusionOk="0">
                  <a:moveTo>
                    <a:pt x="1" y="1"/>
                  </a:moveTo>
                  <a:lnTo>
                    <a:pt x="1"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0"/>
            <p:cNvSpPr/>
            <p:nvPr/>
          </p:nvSpPr>
          <p:spPr>
            <a:xfrm>
              <a:off x="773825" y="35135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0"/>
            <p:cNvSpPr/>
            <p:nvPr/>
          </p:nvSpPr>
          <p:spPr>
            <a:xfrm>
              <a:off x="773825" y="470650"/>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0"/>
            <p:cNvSpPr/>
            <p:nvPr/>
          </p:nvSpPr>
          <p:spPr>
            <a:xfrm>
              <a:off x="773825" y="589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0"/>
            <p:cNvSpPr/>
            <p:nvPr/>
          </p:nvSpPr>
          <p:spPr>
            <a:xfrm>
              <a:off x="773825" y="70850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0"/>
            <p:cNvSpPr/>
            <p:nvPr/>
          </p:nvSpPr>
          <p:spPr>
            <a:xfrm>
              <a:off x="773825" y="827800"/>
              <a:ext cx="19800" cy="19775"/>
            </a:xfrm>
            <a:custGeom>
              <a:avLst/>
              <a:gdLst/>
              <a:ahLst/>
              <a:cxnLst/>
              <a:rect l="l" t="t" r="r" b="b"/>
              <a:pathLst>
                <a:path w="792" h="791"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0"/>
            <p:cNvSpPr/>
            <p:nvPr/>
          </p:nvSpPr>
          <p:spPr>
            <a:xfrm>
              <a:off x="773825" y="94635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0"/>
            <p:cNvSpPr/>
            <p:nvPr/>
          </p:nvSpPr>
          <p:spPr>
            <a:xfrm>
              <a:off x="773825" y="1064900"/>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0"/>
            <p:cNvSpPr/>
            <p:nvPr/>
          </p:nvSpPr>
          <p:spPr>
            <a:xfrm>
              <a:off x="773825" y="1184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0"/>
            <p:cNvSpPr/>
            <p:nvPr/>
          </p:nvSpPr>
          <p:spPr>
            <a:xfrm>
              <a:off x="773825" y="1302725"/>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0"/>
            <p:cNvSpPr/>
            <p:nvPr/>
          </p:nvSpPr>
          <p:spPr>
            <a:xfrm>
              <a:off x="882500" y="114275"/>
              <a:ext cx="19775" cy="19775"/>
            </a:xfrm>
            <a:custGeom>
              <a:avLst/>
              <a:gdLst/>
              <a:ahLst/>
              <a:cxnLst/>
              <a:rect l="l" t="t" r="r" b="b"/>
              <a:pathLst>
                <a:path w="791"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0"/>
            <p:cNvSpPr/>
            <p:nvPr/>
          </p:nvSpPr>
          <p:spPr>
            <a:xfrm>
              <a:off x="882500" y="232800"/>
              <a:ext cx="19775" cy="20550"/>
            </a:xfrm>
            <a:custGeom>
              <a:avLst/>
              <a:gdLst/>
              <a:ahLst/>
              <a:cxnLst/>
              <a:rect l="l" t="t" r="r" b="b"/>
              <a:pathLst>
                <a:path w="791" h="822" extrusionOk="0">
                  <a:moveTo>
                    <a:pt x="1" y="1"/>
                  </a:moveTo>
                  <a:lnTo>
                    <a:pt x="1"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0"/>
            <p:cNvSpPr/>
            <p:nvPr/>
          </p:nvSpPr>
          <p:spPr>
            <a:xfrm>
              <a:off x="882500" y="351350"/>
              <a:ext cx="19775" cy="20550"/>
            </a:xfrm>
            <a:custGeom>
              <a:avLst/>
              <a:gdLst/>
              <a:ahLst/>
              <a:cxnLst/>
              <a:rect l="l" t="t" r="r" b="b"/>
              <a:pathLst>
                <a:path w="791"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0"/>
            <p:cNvSpPr/>
            <p:nvPr/>
          </p:nvSpPr>
          <p:spPr>
            <a:xfrm>
              <a:off x="882500" y="470650"/>
              <a:ext cx="19775" cy="19800"/>
            </a:xfrm>
            <a:custGeom>
              <a:avLst/>
              <a:gdLst/>
              <a:ahLst/>
              <a:cxnLst/>
              <a:rect l="l" t="t" r="r" b="b"/>
              <a:pathLst>
                <a:path w="791"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0"/>
            <p:cNvSpPr/>
            <p:nvPr/>
          </p:nvSpPr>
          <p:spPr>
            <a:xfrm>
              <a:off x="882500" y="58920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0"/>
            <p:cNvSpPr/>
            <p:nvPr/>
          </p:nvSpPr>
          <p:spPr>
            <a:xfrm>
              <a:off x="882500" y="708500"/>
              <a:ext cx="19775" cy="20550"/>
            </a:xfrm>
            <a:custGeom>
              <a:avLst/>
              <a:gdLst/>
              <a:ahLst/>
              <a:cxnLst/>
              <a:rect l="l" t="t" r="r" b="b"/>
              <a:pathLst>
                <a:path w="791"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0"/>
            <p:cNvSpPr/>
            <p:nvPr/>
          </p:nvSpPr>
          <p:spPr>
            <a:xfrm>
              <a:off x="882500" y="827800"/>
              <a:ext cx="19775" cy="19775"/>
            </a:xfrm>
            <a:custGeom>
              <a:avLst/>
              <a:gdLst/>
              <a:ahLst/>
              <a:cxnLst/>
              <a:rect l="l" t="t" r="r" b="b"/>
              <a:pathLst>
                <a:path w="791" h="791"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0"/>
            <p:cNvSpPr/>
            <p:nvPr/>
          </p:nvSpPr>
          <p:spPr>
            <a:xfrm>
              <a:off x="882500" y="94635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0"/>
            <p:cNvSpPr/>
            <p:nvPr/>
          </p:nvSpPr>
          <p:spPr>
            <a:xfrm>
              <a:off x="882500" y="1064900"/>
              <a:ext cx="19775" cy="19775"/>
            </a:xfrm>
            <a:custGeom>
              <a:avLst/>
              <a:gdLst/>
              <a:ahLst/>
              <a:cxnLst/>
              <a:rect l="l" t="t" r="r" b="b"/>
              <a:pathLst>
                <a:path w="791"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0"/>
            <p:cNvSpPr/>
            <p:nvPr/>
          </p:nvSpPr>
          <p:spPr>
            <a:xfrm>
              <a:off x="882500" y="118420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0"/>
            <p:cNvSpPr/>
            <p:nvPr/>
          </p:nvSpPr>
          <p:spPr>
            <a:xfrm>
              <a:off x="882500" y="1302725"/>
              <a:ext cx="19775" cy="19800"/>
            </a:xfrm>
            <a:custGeom>
              <a:avLst/>
              <a:gdLst/>
              <a:ahLst/>
              <a:cxnLst/>
              <a:rect l="l" t="t" r="r" b="b"/>
              <a:pathLst>
                <a:path w="791"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0"/>
            <p:cNvSpPr/>
            <p:nvPr/>
          </p:nvSpPr>
          <p:spPr>
            <a:xfrm>
              <a:off x="989650" y="114275"/>
              <a:ext cx="19775" cy="19775"/>
            </a:xfrm>
            <a:custGeom>
              <a:avLst/>
              <a:gdLst/>
              <a:ahLst/>
              <a:cxnLst/>
              <a:rect l="l" t="t" r="r" b="b"/>
              <a:pathLst>
                <a:path w="791" h="791" extrusionOk="0">
                  <a:moveTo>
                    <a:pt x="0" y="0"/>
                  </a:moveTo>
                  <a:lnTo>
                    <a:pt x="0"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0"/>
            <p:cNvSpPr/>
            <p:nvPr/>
          </p:nvSpPr>
          <p:spPr>
            <a:xfrm>
              <a:off x="989650" y="232800"/>
              <a:ext cx="19775" cy="20550"/>
            </a:xfrm>
            <a:custGeom>
              <a:avLst/>
              <a:gdLst/>
              <a:ahLst/>
              <a:cxnLst/>
              <a:rect l="l" t="t" r="r" b="b"/>
              <a:pathLst>
                <a:path w="791" h="822" extrusionOk="0">
                  <a:moveTo>
                    <a:pt x="0" y="1"/>
                  </a:moveTo>
                  <a:lnTo>
                    <a:pt x="0"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0"/>
            <p:cNvSpPr/>
            <p:nvPr/>
          </p:nvSpPr>
          <p:spPr>
            <a:xfrm>
              <a:off x="989650" y="351350"/>
              <a:ext cx="19775" cy="20550"/>
            </a:xfrm>
            <a:custGeom>
              <a:avLst/>
              <a:gdLst/>
              <a:ahLst/>
              <a:cxnLst/>
              <a:rect l="l" t="t" r="r" b="b"/>
              <a:pathLst>
                <a:path w="791" h="822" extrusionOk="0">
                  <a:moveTo>
                    <a:pt x="0" y="1"/>
                  </a:moveTo>
                  <a:lnTo>
                    <a:pt x="0"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0"/>
            <p:cNvSpPr/>
            <p:nvPr/>
          </p:nvSpPr>
          <p:spPr>
            <a:xfrm>
              <a:off x="989650" y="470650"/>
              <a:ext cx="19775" cy="19800"/>
            </a:xfrm>
            <a:custGeom>
              <a:avLst/>
              <a:gdLst/>
              <a:ahLst/>
              <a:cxnLst/>
              <a:rect l="l" t="t" r="r" b="b"/>
              <a:pathLst>
                <a:path w="791" h="792"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0"/>
            <p:cNvSpPr/>
            <p:nvPr/>
          </p:nvSpPr>
          <p:spPr>
            <a:xfrm>
              <a:off x="989650" y="58920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0"/>
            <p:cNvSpPr/>
            <p:nvPr/>
          </p:nvSpPr>
          <p:spPr>
            <a:xfrm>
              <a:off x="989650" y="708500"/>
              <a:ext cx="19775" cy="20550"/>
            </a:xfrm>
            <a:custGeom>
              <a:avLst/>
              <a:gdLst/>
              <a:ahLst/>
              <a:cxnLst/>
              <a:rect l="l" t="t" r="r" b="b"/>
              <a:pathLst>
                <a:path w="791" h="822" extrusionOk="0">
                  <a:moveTo>
                    <a:pt x="0" y="1"/>
                  </a:moveTo>
                  <a:lnTo>
                    <a:pt x="0"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0"/>
            <p:cNvSpPr/>
            <p:nvPr/>
          </p:nvSpPr>
          <p:spPr>
            <a:xfrm>
              <a:off x="989650" y="827800"/>
              <a:ext cx="19775" cy="19775"/>
            </a:xfrm>
            <a:custGeom>
              <a:avLst/>
              <a:gdLst/>
              <a:ahLst/>
              <a:cxnLst/>
              <a:rect l="l" t="t" r="r" b="b"/>
              <a:pathLst>
                <a:path w="791" h="791"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0"/>
            <p:cNvSpPr/>
            <p:nvPr/>
          </p:nvSpPr>
          <p:spPr>
            <a:xfrm>
              <a:off x="989650" y="94635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0"/>
            <p:cNvSpPr/>
            <p:nvPr/>
          </p:nvSpPr>
          <p:spPr>
            <a:xfrm>
              <a:off x="989650" y="1064900"/>
              <a:ext cx="19775" cy="19775"/>
            </a:xfrm>
            <a:custGeom>
              <a:avLst/>
              <a:gdLst/>
              <a:ahLst/>
              <a:cxnLst/>
              <a:rect l="l" t="t" r="r" b="b"/>
              <a:pathLst>
                <a:path w="791" h="791" extrusionOk="0">
                  <a:moveTo>
                    <a:pt x="0" y="0"/>
                  </a:moveTo>
                  <a:lnTo>
                    <a:pt x="0"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0"/>
            <p:cNvSpPr/>
            <p:nvPr/>
          </p:nvSpPr>
          <p:spPr>
            <a:xfrm>
              <a:off x="989650" y="118420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0"/>
            <p:cNvSpPr/>
            <p:nvPr/>
          </p:nvSpPr>
          <p:spPr>
            <a:xfrm>
              <a:off x="989650" y="1302725"/>
              <a:ext cx="19775" cy="19800"/>
            </a:xfrm>
            <a:custGeom>
              <a:avLst/>
              <a:gdLst/>
              <a:ahLst/>
              <a:cxnLst/>
              <a:rect l="l" t="t" r="r" b="b"/>
              <a:pathLst>
                <a:path w="791" h="792"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0"/>
            <p:cNvSpPr/>
            <p:nvPr/>
          </p:nvSpPr>
          <p:spPr>
            <a:xfrm>
              <a:off x="1096800" y="114275"/>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0"/>
            <p:cNvSpPr/>
            <p:nvPr/>
          </p:nvSpPr>
          <p:spPr>
            <a:xfrm>
              <a:off x="1096800" y="232800"/>
              <a:ext cx="19775" cy="20550"/>
            </a:xfrm>
            <a:custGeom>
              <a:avLst/>
              <a:gdLst/>
              <a:ahLst/>
              <a:cxnLst/>
              <a:rect l="l" t="t" r="r" b="b"/>
              <a:pathLst>
                <a:path w="791" h="822" extrusionOk="0">
                  <a:moveTo>
                    <a:pt x="0" y="1"/>
                  </a:moveTo>
                  <a:lnTo>
                    <a:pt x="0" y="822"/>
                  </a:lnTo>
                  <a:lnTo>
                    <a:pt x="790" y="822"/>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0"/>
            <p:cNvSpPr/>
            <p:nvPr/>
          </p:nvSpPr>
          <p:spPr>
            <a:xfrm>
              <a:off x="1096800" y="35135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0"/>
            <p:cNvSpPr/>
            <p:nvPr/>
          </p:nvSpPr>
          <p:spPr>
            <a:xfrm>
              <a:off x="1096800" y="470650"/>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0"/>
            <p:cNvSpPr/>
            <p:nvPr/>
          </p:nvSpPr>
          <p:spPr>
            <a:xfrm>
              <a:off x="1096800" y="589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0"/>
            <p:cNvSpPr/>
            <p:nvPr/>
          </p:nvSpPr>
          <p:spPr>
            <a:xfrm>
              <a:off x="1096800" y="708500"/>
              <a:ext cx="19775" cy="20550"/>
            </a:xfrm>
            <a:custGeom>
              <a:avLst/>
              <a:gdLst/>
              <a:ahLst/>
              <a:cxnLst/>
              <a:rect l="l" t="t" r="r" b="b"/>
              <a:pathLst>
                <a:path w="791" h="822" extrusionOk="0">
                  <a:moveTo>
                    <a:pt x="0" y="1"/>
                  </a:moveTo>
                  <a:lnTo>
                    <a:pt x="0" y="821"/>
                  </a:lnTo>
                  <a:lnTo>
                    <a:pt x="790" y="82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0"/>
            <p:cNvSpPr/>
            <p:nvPr/>
          </p:nvSpPr>
          <p:spPr>
            <a:xfrm>
              <a:off x="1096800" y="827800"/>
              <a:ext cx="19775" cy="19775"/>
            </a:xfrm>
            <a:custGeom>
              <a:avLst/>
              <a:gdLst/>
              <a:ahLst/>
              <a:cxnLst/>
              <a:rect l="l" t="t" r="r" b="b"/>
              <a:pathLst>
                <a:path w="791" h="791"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0"/>
            <p:cNvSpPr/>
            <p:nvPr/>
          </p:nvSpPr>
          <p:spPr>
            <a:xfrm>
              <a:off x="1096800" y="94635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0"/>
            <p:cNvSpPr/>
            <p:nvPr/>
          </p:nvSpPr>
          <p:spPr>
            <a:xfrm>
              <a:off x="1096800" y="1064900"/>
              <a:ext cx="19775" cy="19775"/>
            </a:xfrm>
            <a:custGeom>
              <a:avLst/>
              <a:gdLst/>
              <a:ahLst/>
              <a:cxnLst/>
              <a:rect l="l" t="t" r="r" b="b"/>
              <a:pathLst>
                <a:path w="791" h="791" extrusionOk="0">
                  <a:moveTo>
                    <a:pt x="0" y="0"/>
                  </a:moveTo>
                  <a:lnTo>
                    <a:pt x="0" y="790"/>
                  </a:lnTo>
                  <a:lnTo>
                    <a:pt x="790" y="790"/>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0"/>
            <p:cNvSpPr/>
            <p:nvPr/>
          </p:nvSpPr>
          <p:spPr>
            <a:xfrm>
              <a:off x="1096800" y="1184200"/>
              <a:ext cx="19775" cy="19775"/>
            </a:xfrm>
            <a:custGeom>
              <a:avLst/>
              <a:gdLst/>
              <a:ahLst/>
              <a:cxnLst/>
              <a:rect l="l" t="t" r="r" b="b"/>
              <a:pathLst>
                <a:path w="791" h="791" extrusionOk="0">
                  <a:moveTo>
                    <a:pt x="0" y="0"/>
                  </a:moveTo>
                  <a:lnTo>
                    <a:pt x="0" y="791"/>
                  </a:lnTo>
                  <a:lnTo>
                    <a:pt x="790" y="791"/>
                  </a:lnTo>
                  <a:lnTo>
                    <a:pt x="7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0"/>
            <p:cNvSpPr/>
            <p:nvPr/>
          </p:nvSpPr>
          <p:spPr>
            <a:xfrm>
              <a:off x="1096800" y="1302725"/>
              <a:ext cx="19775" cy="19800"/>
            </a:xfrm>
            <a:custGeom>
              <a:avLst/>
              <a:gdLst/>
              <a:ahLst/>
              <a:cxnLst/>
              <a:rect l="l" t="t" r="r" b="b"/>
              <a:pathLst>
                <a:path w="791" h="792" extrusionOk="0">
                  <a:moveTo>
                    <a:pt x="0" y="1"/>
                  </a:moveTo>
                  <a:lnTo>
                    <a:pt x="0" y="791"/>
                  </a:lnTo>
                  <a:lnTo>
                    <a:pt x="790" y="791"/>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0"/>
            <p:cNvSpPr/>
            <p:nvPr/>
          </p:nvSpPr>
          <p:spPr>
            <a:xfrm>
              <a:off x="1203925" y="114275"/>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0"/>
            <p:cNvSpPr/>
            <p:nvPr/>
          </p:nvSpPr>
          <p:spPr>
            <a:xfrm>
              <a:off x="1203925" y="232800"/>
              <a:ext cx="19800" cy="20550"/>
            </a:xfrm>
            <a:custGeom>
              <a:avLst/>
              <a:gdLst/>
              <a:ahLst/>
              <a:cxnLst/>
              <a:rect l="l" t="t" r="r" b="b"/>
              <a:pathLst>
                <a:path w="792" h="822" extrusionOk="0">
                  <a:moveTo>
                    <a:pt x="1" y="1"/>
                  </a:moveTo>
                  <a:lnTo>
                    <a:pt x="1"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0"/>
            <p:cNvSpPr/>
            <p:nvPr/>
          </p:nvSpPr>
          <p:spPr>
            <a:xfrm>
              <a:off x="1203925" y="35135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0"/>
            <p:cNvSpPr/>
            <p:nvPr/>
          </p:nvSpPr>
          <p:spPr>
            <a:xfrm>
              <a:off x="1203925" y="470650"/>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0"/>
            <p:cNvSpPr/>
            <p:nvPr/>
          </p:nvSpPr>
          <p:spPr>
            <a:xfrm>
              <a:off x="1203925" y="589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0"/>
            <p:cNvSpPr/>
            <p:nvPr/>
          </p:nvSpPr>
          <p:spPr>
            <a:xfrm>
              <a:off x="1203925" y="708500"/>
              <a:ext cx="19800" cy="20550"/>
            </a:xfrm>
            <a:custGeom>
              <a:avLst/>
              <a:gdLst/>
              <a:ahLst/>
              <a:cxnLst/>
              <a:rect l="l" t="t" r="r" b="b"/>
              <a:pathLst>
                <a:path w="792"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0"/>
            <p:cNvSpPr/>
            <p:nvPr/>
          </p:nvSpPr>
          <p:spPr>
            <a:xfrm>
              <a:off x="1203925" y="827800"/>
              <a:ext cx="19800" cy="19775"/>
            </a:xfrm>
            <a:custGeom>
              <a:avLst/>
              <a:gdLst/>
              <a:ahLst/>
              <a:cxnLst/>
              <a:rect l="l" t="t" r="r" b="b"/>
              <a:pathLst>
                <a:path w="792" h="791"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0"/>
            <p:cNvSpPr/>
            <p:nvPr/>
          </p:nvSpPr>
          <p:spPr>
            <a:xfrm>
              <a:off x="1203925" y="94635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0"/>
            <p:cNvSpPr/>
            <p:nvPr/>
          </p:nvSpPr>
          <p:spPr>
            <a:xfrm>
              <a:off x="1203925" y="1064900"/>
              <a:ext cx="19800" cy="19775"/>
            </a:xfrm>
            <a:custGeom>
              <a:avLst/>
              <a:gdLst/>
              <a:ahLst/>
              <a:cxnLst/>
              <a:rect l="l" t="t" r="r" b="b"/>
              <a:pathLst>
                <a:path w="792"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0"/>
            <p:cNvSpPr/>
            <p:nvPr/>
          </p:nvSpPr>
          <p:spPr>
            <a:xfrm>
              <a:off x="1203925" y="1184200"/>
              <a:ext cx="19800" cy="19775"/>
            </a:xfrm>
            <a:custGeom>
              <a:avLst/>
              <a:gdLst/>
              <a:ahLst/>
              <a:cxnLst/>
              <a:rect l="l" t="t" r="r" b="b"/>
              <a:pathLst>
                <a:path w="792"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0"/>
            <p:cNvSpPr/>
            <p:nvPr/>
          </p:nvSpPr>
          <p:spPr>
            <a:xfrm>
              <a:off x="1203925" y="1302725"/>
              <a:ext cx="19800" cy="19800"/>
            </a:xfrm>
            <a:custGeom>
              <a:avLst/>
              <a:gdLst/>
              <a:ahLst/>
              <a:cxnLst/>
              <a:rect l="l" t="t" r="r" b="b"/>
              <a:pathLst>
                <a:path w="792"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0"/>
            <p:cNvSpPr/>
            <p:nvPr/>
          </p:nvSpPr>
          <p:spPr>
            <a:xfrm>
              <a:off x="1312600" y="114275"/>
              <a:ext cx="19775" cy="19775"/>
            </a:xfrm>
            <a:custGeom>
              <a:avLst/>
              <a:gdLst/>
              <a:ahLst/>
              <a:cxnLst/>
              <a:rect l="l" t="t" r="r" b="b"/>
              <a:pathLst>
                <a:path w="791"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0"/>
            <p:cNvSpPr/>
            <p:nvPr/>
          </p:nvSpPr>
          <p:spPr>
            <a:xfrm>
              <a:off x="1312600" y="232800"/>
              <a:ext cx="19775" cy="20550"/>
            </a:xfrm>
            <a:custGeom>
              <a:avLst/>
              <a:gdLst/>
              <a:ahLst/>
              <a:cxnLst/>
              <a:rect l="l" t="t" r="r" b="b"/>
              <a:pathLst>
                <a:path w="791" h="822" extrusionOk="0">
                  <a:moveTo>
                    <a:pt x="1" y="1"/>
                  </a:moveTo>
                  <a:lnTo>
                    <a:pt x="1"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0"/>
            <p:cNvSpPr/>
            <p:nvPr/>
          </p:nvSpPr>
          <p:spPr>
            <a:xfrm>
              <a:off x="1312600" y="351350"/>
              <a:ext cx="19775" cy="20550"/>
            </a:xfrm>
            <a:custGeom>
              <a:avLst/>
              <a:gdLst/>
              <a:ahLst/>
              <a:cxnLst/>
              <a:rect l="l" t="t" r="r" b="b"/>
              <a:pathLst>
                <a:path w="791"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0"/>
            <p:cNvSpPr/>
            <p:nvPr/>
          </p:nvSpPr>
          <p:spPr>
            <a:xfrm>
              <a:off x="1312600" y="470650"/>
              <a:ext cx="19775" cy="19800"/>
            </a:xfrm>
            <a:custGeom>
              <a:avLst/>
              <a:gdLst/>
              <a:ahLst/>
              <a:cxnLst/>
              <a:rect l="l" t="t" r="r" b="b"/>
              <a:pathLst>
                <a:path w="791"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0"/>
            <p:cNvSpPr/>
            <p:nvPr/>
          </p:nvSpPr>
          <p:spPr>
            <a:xfrm>
              <a:off x="1312600" y="58920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0"/>
            <p:cNvSpPr/>
            <p:nvPr/>
          </p:nvSpPr>
          <p:spPr>
            <a:xfrm>
              <a:off x="1312600" y="708500"/>
              <a:ext cx="19775" cy="20550"/>
            </a:xfrm>
            <a:custGeom>
              <a:avLst/>
              <a:gdLst/>
              <a:ahLst/>
              <a:cxnLst/>
              <a:rect l="l" t="t" r="r" b="b"/>
              <a:pathLst>
                <a:path w="791" h="822" extrusionOk="0">
                  <a:moveTo>
                    <a:pt x="1" y="1"/>
                  </a:moveTo>
                  <a:lnTo>
                    <a:pt x="1"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0"/>
            <p:cNvSpPr/>
            <p:nvPr/>
          </p:nvSpPr>
          <p:spPr>
            <a:xfrm>
              <a:off x="1312600" y="827800"/>
              <a:ext cx="19775" cy="19775"/>
            </a:xfrm>
            <a:custGeom>
              <a:avLst/>
              <a:gdLst/>
              <a:ahLst/>
              <a:cxnLst/>
              <a:rect l="l" t="t" r="r" b="b"/>
              <a:pathLst>
                <a:path w="791" h="791"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0"/>
            <p:cNvSpPr/>
            <p:nvPr/>
          </p:nvSpPr>
          <p:spPr>
            <a:xfrm>
              <a:off x="1312600" y="94635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0"/>
            <p:cNvSpPr/>
            <p:nvPr/>
          </p:nvSpPr>
          <p:spPr>
            <a:xfrm>
              <a:off x="1312600" y="1064900"/>
              <a:ext cx="19775" cy="19775"/>
            </a:xfrm>
            <a:custGeom>
              <a:avLst/>
              <a:gdLst/>
              <a:ahLst/>
              <a:cxnLst/>
              <a:rect l="l" t="t" r="r" b="b"/>
              <a:pathLst>
                <a:path w="791" h="791" extrusionOk="0">
                  <a:moveTo>
                    <a:pt x="1" y="0"/>
                  </a:moveTo>
                  <a:lnTo>
                    <a:pt x="1"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0"/>
            <p:cNvSpPr/>
            <p:nvPr/>
          </p:nvSpPr>
          <p:spPr>
            <a:xfrm>
              <a:off x="1312600" y="1184200"/>
              <a:ext cx="19775" cy="19775"/>
            </a:xfrm>
            <a:custGeom>
              <a:avLst/>
              <a:gdLst/>
              <a:ahLst/>
              <a:cxnLst/>
              <a:rect l="l" t="t" r="r" b="b"/>
              <a:pathLst>
                <a:path w="791" h="791" extrusionOk="0">
                  <a:moveTo>
                    <a:pt x="1" y="0"/>
                  </a:moveTo>
                  <a:lnTo>
                    <a:pt x="1"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0"/>
            <p:cNvSpPr/>
            <p:nvPr/>
          </p:nvSpPr>
          <p:spPr>
            <a:xfrm>
              <a:off x="1312600" y="1302725"/>
              <a:ext cx="19775" cy="19800"/>
            </a:xfrm>
            <a:custGeom>
              <a:avLst/>
              <a:gdLst/>
              <a:ahLst/>
              <a:cxnLst/>
              <a:rect l="l" t="t" r="r" b="b"/>
              <a:pathLst>
                <a:path w="791" h="792" extrusionOk="0">
                  <a:moveTo>
                    <a:pt x="1" y="1"/>
                  </a:moveTo>
                  <a:lnTo>
                    <a:pt x="1"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0"/>
            <p:cNvSpPr/>
            <p:nvPr/>
          </p:nvSpPr>
          <p:spPr>
            <a:xfrm>
              <a:off x="1419750" y="114275"/>
              <a:ext cx="19775" cy="19775"/>
            </a:xfrm>
            <a:custGeom>
              <a:avLst/>
              <a:gdLst/>
              <a:ahLst/>
              <a:cxnLst/>
              <a:rect l="l" t="t" r="r" b="b"/>
              <a:pathLst>
                <a:path w="791" h="791" extrusionOk="0">
                  <a:moveTo>
                    <a:pt x="0" y="0"/>
                  </a:moveTo>
                  <a:lnTo>
                    <a:pt x="0"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0"/>
            <p:cNvSpPr/>
            <p:nvPr/>
          </p:nvSpPr>
          <p:spPr>
            <a:xfrm>
              <a:off x="1419750" y="232800"/>
              <a:ext cx="19775" cy="20550"/>
            </a:xfrm>
            <a:custGeom>
              <a:avLst/>
              <a:gdLst/>
              <a:ahLst/>
              <a:cxnLst/>
              <a:rect l="l" t="t" r="r" b="b"/>
              <a:pathLst>
                <a:path w="791" h="822" extrusionOk="0">
                  <a:moveTo>
                    <a:pt x="0" y="1"/>
                  </a:moveTo>
                  <a:lnTo>
                    <a:pt x="0" y="822"/>
                  </a:lnTo>
                  <a:lnTo>
                    <a:pt x="791" y="822"/>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0"/>
            <p:cNvSpPr/>
            <p:nvPr/>
          </p:nvSpPr>
          <p:spPr>
            <a:xfrm>
              <a:off x="1419750" y="351350"/>
              <a:ext cx="19775" cy="20550"/>
            </a:xfrm>
            <a:custGeom>
              <a:avLst/>
              <a:gdLst/>
              <a:ahLst/>
              <a:cxnLst/>
              <a:rect l="l" t="t" r="r" b="b"/>
              <a:pathLst>
                <a:path w="791" h="822" extrusionOk="0">
                  <a:moveTo>
                    <a:pt x="0" y="1"/>
                  </a:moveTo>
                  <a:lnTo>
                    <a:pt x="0"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0"/>
            <p:cNvSpPr/>
            <p:nvPr/>
          </p:nvSpPr>
          <p:spPr>
            <a:xfrm>
              <a:off x="1419750" y="470650"/>
              <a:ext cx="19775" cy="19800"/>
            </a:xfrm>
            <a:custGeom>
              <a:avLst/>
              <a:gdLst/>
              <a:ahLst/>
              <a:cxnLst/>
              <a:rect l="l" t="t" r="r" b="b"/>
              <a:pathLst>
                <a:path w="791" h="792"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0"/>
            <p:cNvSpPr/>
            <p:nvPr/>
          </p:nvSpPr>
          <p:spPr>
            <a:xfrm>
              <a:off x="1419750" y="58920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0"/>
            <p:cNvSpPr/>
            <p:nvPr/>
          </p:nvSpPr>
          <p:spPr>
            <a:xfrm>
              <a:off x="1419750" y="708500"/>
              <a:ext cx="19775" cy="20550"/>
            </a:xfrm>
            <a:custGeom>
              <a:avLst/>
              <a:gdLst/>
              <a:ahLst/>
              <a:cxnLst/>
              <a:rect l="l" t="t" r="r" b="b"/>
              <a:pathLst>
                <a:path w="791" h="822" extrusionOk="0">
                  <a:moveTo>
                    <a:pt x="0" y="1"/>
                  </a:moveTo>
                  <a:lnTo>
                    <a:pt x="0" y="821"/>
                  </a:lnTo>
                  <a:lnTo>
                    <a:pt x="791" y="82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0"/>
            <p:cNvSpPr/>
            <p:nvPr/>
          </p:nvSpPr>
          <p:spPr>
            <a:xfrm>
              <a:off x="1419750" y="827800"/>
              <a:ext cx="19775" cy="19775"/>
            </a:xfrm>
            <a:custGeom>
              <a:avLst/>
              <a:gdLst/>
              <a:ahLst/>
              <a:cxnLst/>
              <a:rect l="l" t="t" r="r" b="b"/>
              <a:pathLst>
                <a:path w="791" h="791"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0"/>
            <p:cNvSpPr/>
            <p:nvPr/>
          </p:nvSpPr>
          <p:spPr>
            <a:xfrm>
              <a:off x="1419750" y="94635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0"/>
            <p:cNvSpPr/>
            <p:nvPr/>
          </p:nvSpPr>
          <p:spPr>
            <a:xfrm>
              <a:off x="1419750" y="1064900"/>
              <a:ext cx="19775" cy="19775"/>
            </a:xfrm>
            <a:custGeom>
              <a:avLst/>
              <a:gdLst/>
              <a:ahLst/>
              <a:cxnLst/>
              <a:rect l="l" t="t" r="r" b="b"/>
              <a:pathLst>
                <a:path w="791" h="791" extrusionOk="0">
                  <a:moveTo>
                    <a:pt x="0" y="0"/>
                  </a:moveTo>
                  <a:lnTo>
                    <a:pt x="0" y="790"/>
                  </a:lnTo>
                  <a:lnTo>
                    <a:pt x="791" y="790"/>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0"/>
            <p:cNvSpPr/>
            <p:nvPr/>
          </p:nvSpPr>
          <p:spPr>
            <a:xfrm>
              <a:off x="1419750" y="1184200"/>
              <a:ext cx="19775" cy="19775"/>
            </a:xfrm>
            <a:custGeom>
              <a:avLst/>
              <a:gdLst/>
              <a:ahLst/>
              <a:cxnLst/>
              <a:rect l="l" t="t" r="r" b="b"/>
              <a:pathLst>
                <a:path w="791" h="791" extrusionOk="0">
                  <a:moveTo>
                    <a:pt x="0" y="0"/>
                  </a:moveTo>
                  <a:lnTo>
                    <a:pt x="0" y="791"/>
                  </a:lnTo>
                  <a:lnTo>
                    <a:pt x="791" y="791"/>
                  </a:lnTo>
                  <a:lnTo>
                    <a:pt x="7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0"/>
            <p:cNvSpPr/>
            <p:nvPr/>
          </p:nvSpPr>
          <p:spPr>
            <a:xfrm>
              <a:off x="1419750" y="1302725"/>
              <a:ext cx="19775" cy="19800"/>
            </a:xfrm>
            <a:custGeom>
              <a:avLst/>
              <a:gdLst/>
              <a:ahLst/>
              <a:cxnLst/>
              <a:rect l="l" t="t" r="r" b="b"/>
              <a:pathLst>
                <a:path w="791" h="792" extrusionOk="0">
                  <a:moveTo>
                    <a:pt x="0" y="1"/>
                  </a:moveTo>
                  <a:lnTo>
                    <a:pt x="0" y="791"/>
                  </a:lnTo>
                  <a:lnTo>
                    <a:pt x="791" y="791"/>
                  </a:lnTo>
                  <a:lnTo>
                    <a:pt x="7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 name="Google Shape;2262;p80"/>
          <p:cNvGrpSpPr/>
          <p:nvPr/>
        </p:nvGrpSpPr>
        <p:grpSpPr>
          <a:xfrm>
            <a:off x="4520394" y="3230240"/>
            <a:ext cx="1991246" cy="754252"/>
            <a:chOff x="2662175" y="1156750"/>
            <a:chExt cx="2560100" cy="969725"/>
          </a:xfrm>
        </p:grpSpPr>
        <p:sp>
          <p:nvSpPr>
            <p:cNvPr id="2263" name="Google Shape;2263;p80"/>
            <p:cNvSpPr/>
            <p:nvPr/>
          </p:nvSpPr>
          <p:spPr>
            <a:xfrm>
              <a:off x="2662175" y="1604150"/>
              <a:ext cx="20525" cy="21575"/>
            </a:xfrm>
            <a:custGeom>
              <a:avLst/>
              <a:gdLst/>
              <a:ahLst/>
              <a:cxnLst/>
              <a:rect l="l" t="t" r="r" b="b"/>
              <a:pathLst>
                <a:path w="821" h="863" extrusionOk="0">
                  <a:moveTo>
                    <a:pt x="388" y="0"/>
                  </a:moveTo>
                  <a:cubicBezTo>
                    <a:pt x="290" y="0"/>
                    <a:pt x="215" y="40"/>
                    <a:pt x="122" y="133"/>
                  </a:cubicBezTo>
                  <a:cubicBezTo>
                    <a:pt x="31" y="224"/>
                    <a:pt x="0" y="315"/>
                    <a:pt x="0" y="437"/>
                  </a:cubicBezTo>
                  <a:cubicBezTo>
                    <a:pt x="0" y="467"/>
                    <a:pt x="0" y="558"/>
                    <a:pt x="31" y="589"/>
                  </a:cubicBezTo>
                  <a:cubicBezTo>
                    <a:pt x="31" y="680"/>
                    <a:pt x="91" y="710"/>
                    <a:pt x="122" y="741"/>
                  </a:cubicBezTo>
                  <a:cubicBezTo>
                    <a:pt x="183" y="832"/>
                    <a:pt x="304" y="862"/>
                    <a:pt x="426" y="862"/>
                  </a:cubicBezTo>
                  <a:lnTo>
                    <a:pt x="487" y="862"/>
                  </a:lnTo>
                  <a:cubicBezTo>
                    <a:pt x="517" y="801"/>
                    <a:pt x="517" y="801"/>
                    <a:pt x="578" y="801"/>
                  </a:cubicBezTo>
                  <a:cubicBezTo>
                    <a:pt x="608" y="801"/>
                    <a:pt x="608" y="771"/>
                    <a:pt x="639" y="771"/>
                  </a:cubicBezTo>
                  <a:cubicBezTo>
                    <a:pt x="669" y="771"/>
                    <a:pt x="669" y="771"/>
                    <a:pt x="730" y="741"/>
                  </a:cubicBezTo>
                  <a:cubicBezTo>
                    <a:pt x="760" y="710"/>
                    <a:pt x="760" y="619"/>
                    <a:pt x="791" y="589"/>
                  </a:cubicBezTo>
                  <a:cubicBezTo>
                    <a:pt x="821" y="558"/>
                    <a:pt x="821" y="467"/>
                    <a:pt x="821" y="437"/>
                  </a:cubicBezTo>
                  <a:cubicBezTo>
                    <a:pt x="821" y="315"/>
                    <a:pt x="791" y="193"/>
                    <a:pt x="730" y="133"/>
                  </a:cubicBezTo>
                  <a:cubicBezTo>
                    <a:pt x="699" y="133"/>
                    <a:pt x="699" y="102"/>
                    <a:pt x="639" y="102"/>
                  </a:cubicBezTo>
                  <a:cubicBezTo>
                    <a:pt x="608" y="102"/>
                    <a:pt x="608" y="72"/>
                    <a:pt x="578" y="72"/>
                  </a:cubicBezTo>
                  <a:cubicBezTo>
                    <a:pt x="547" y="11"/>
                    <a:pt x="547" y="11"/>
                    <a:pt x="487" y="11"/>
                  </a:cubicBezTo>
                  <a:cubicBezTo>
                    <a:pt x="451" y="4"/>
                    <a:pt x="418" y="0"/>
                    <a:pt x="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0"/>
            <p:cNvSpPr/>
            <p:nvPr/>
          </p:nvSpPr>
          <p:spPr>
            <a:xfrm>
              <a:off x="2665200" y="1156750"/>
              <a:ext cx="911900" cy="412725"/>
            </a:xfrm>
            <a:custGeom>
              <a:avLst/>
              <a:gdLst/>
              <a:ahLst/>
              <a:cxnLst/>
              <a:rect l="l" t="t" r="r" b="b"/>
              <a:pathLst>
                <a:path w="36476" h="16509" extrusionOk="0">
                  <a:moveTo>
                    <a:pt x="17053" y="4"/>
                  </a:moveTo>
                  <a:cubicBezTo>
                    <a:pt x="16810" y="65"/>
                    <a:pt x="16658" y="247"/>
                    <a:pt x="16658" y="460"/>
                  </a:cubicBezTo>
                  <a:cubicBezTo>
                    <a:pt x="16658" y="703"/>
                    <a:pt x="16870" y="855"/>
                    <a:pt x="17083" y="855"/>
                  </a:cubicBezTo>
                  <a:lnTo>
                    <a:pt x="17114" y="855"/>
                  </a:lnTo>
                  <a:cubicBezTo>
                    <a:pt x="17357" y="825"/>
                    <a:pt x="17509" y="612"/>
                    <a:pt x="17509" y="399"/>
                  </a:cubicBezTo>
                  <a:cubicBezTo>
                    <a:pt x="17478" y="156"/>
                    <a:pt x="17296" y="4"/>
                    <a:pt x="17053" y="4"/>
                  </a:cubicBezTo>
                  <a:close/>
                  <a:moveTo>
                    <a:pt x="19346" y="1"/>
                  </a:moveTo>
                  <a:cubicBezTo>
                    <a:pt x="19146" y="1"/>
                    <a:pt x="18937" y="174"/>
                    <a:pt x="18937" y="399"/>
                  </a:cubicBezTo>
                  <a:cubicBezTo>
                    <a:pt x="18907" y="612"/>
                    <a:pt x="19089" y="855"/>
                    <a:pt x="19333" y="855"/>
                  </a:cubicBezTo>
                  <a:cubicBezTo>
                    <a:pt x="19576" y="855"/>
                    <a:pt x="19758" y="703"/>
                    <a:pt x="19788" y="460"/>
                  </a:cubicBezTo>
                  <a:cubicBezTo>
                    <a:pt x="19819" y="247"/>
                    <a:pt x="19637" y="4"/>
                    <a:pt x="19393" y="4"/>
                  </a:cubicBezTo>
                  <a:cubicBezTo>
                    <a:pt x="19378" y="2"/>
                    <a:pt x="19362" y="1"/>
                    <a:pt x="19346" y="1"/>
                  </a:cubicBezTo>
                  <a:close/>
                  <a:moveTo>
                    <a:pt x="21588" y="274"/>
                  </a:moveTo>
                  <a:cubicBezTo>
                    <a:pt x="21390" y="274"/>
                    <a:pt x="21184" y="420"/>
                    <a:pt x="21156" y="642"/>
                  </a:cubicBezTo>
                  <a:cubicBezTo>
                    <a:pt x="21126" y="855"/>
                    <a:pt x="21278" y="1098"/>
                    <a:pt x="21491" y="1129"/>
                  </a:cubicBezTo>
                  <a:lnTo>
                    <a:pt x="21582" y="1129"/>
                  </a:lnTo>
                  <a:cubicBezTo>
                    <a:pt x="21764" y="1129"/>
                    <a:pt x="21947" y="977"/>
                    <a:pt x="22007" y="794"/>
                  </a:cubicBezTo>
                  <a:cubicBezTo>
                    <a:pt x="22038" y="551"/>
                    <a:pt x="21886" y="338"/>
                    <a:pt x="21643" y="278"/>
                  </a:cubicBezTo>
                  <a:cubicBezTo>
                    <a:pt x="21625" y="275"/>
                    <a:pt x="21606" y="274"/>
                    <a:pt x="21588" y="274"/>
                  </a:cubicBezTo>
                  <a:close/>
                  <a:moveTo>
                    <a:pt x="14835" y="274"/>
                  </a:moveTo>
                  <a:cubicBezTo>
                    <a:pt x="14814" y="274"/>
                    <a:pt x="14794" y="275"/>
                    <a:pt x="14773" y="278"/>
                  </a:cubicBezTo>
                  <a:cubicBezTo>
                    <a:pt x="14560" y="338"/>
                    <a:pt x="14378" y="551"/>
                    <a:pt x="14439" y="794"/>
                  </a:cubicBezTo>
                  <a:cubicBezTo>
                    <a:pt x="14467" y="989"/>
                    <a:pt x="14621" y="1133"/>
                    <a:pt x="14810" y="1133"/>
                  </a:cubicBezTo>
                  <a:cubicBezTo>
                    <a:pt x="14828" y="1133"/>
                    <a:pt x="14846" y="1131"/>
                    <a:pt x="14864" y="1129"/>
                  </a:cubicBezTo>
                  <a:lnTo>
                    <a:pt x="14925" y="1129"/>
                  </a:lnTo>
                  <a:cubicBezTo>
                    <a:pt x="15138" y="1098"/>
                    <a:pt x="15320" y="855"/>
                    <a:pt x="15260" y="642"/>
                  </a:cubicBezTo>
                  <a:cubicBezTo>
                    <a:pt x="15232" y="420"/>
                    <a:pt x="15051" y="274"/>
                    <a:pt x="14835" y="274"/>
                  </a:cubicBezTo>
                  <a:close/>
                  <a:moveTo>
                    <a:pt x="12648" y="870"/>
                  </a:moveTo>
                  <a:cubicBezTo>
                    <a:pt x="12608" y="870"/>
                    <a:pt x="12566" y="875"/>
                    <a:pt x="12524" y="886"/>
                  </a:cubicBezTo>
                  <a:cubicBezTo>
                    <a:pt x="12311" y="977"/>
                    <a:pt x="12190" y="1189"/>
                    <a:pt x="12281" y="1433"/>
                  </a:cubicBezTo>
                  <a:cubicBezTo>
                    <a:pt x="12342" y="1585"/>
                    <a:pt x="12494" y="1706"/>
                    <a:pt x="12676" y="1737"/>
                  </a:cubicBezTo>
                  <a:cubicBezTo>
                    <a:pt x="12737" y="1737"/>
                    <a:pt x="12767" y="1706"/>
                    <a:pt x="12797" y="1706"/>
                  </a:cubicBezTo>
                  <a:cubicBezTo>
                    <a:pt x="13010" y="1615"/>
                    <a:pt x="13132" y="1402"/>
                    <a:pt x="13071" y="1159"/>
                  </a:cubicBezTo>
                  <a:cubicBezTo>
                    <a:pt x="12996" y="983"/>
                    <a:pt x="12838" y="870"/>
                    <a:pt x="12648" y="870"/>
                  </a:cubicBezTo>
                  <a:close/>
                  <a:moveTo>
                    <a:pt x="23779" y="870"/>
                  </a:moveTo>
                  <a:cubicBezTo>
                    <a:pt x="23600" y="870"/>
                    <a:pt x="23425" y="983"/>
                    <a:pt x="23375" y="1159"/>
                  </a:cubicBezTo>
                  <a:cubicBezTo>
                    <a:pt x="23284" y="1402"/>
                    <a:pt x="23406" y="1615"/>
                    <a:pt x="23618" y="1706"/>
                  </a:cubicBezTo>
                  <a:cubicBezTo>
                    <a:pt x="23679" y="1706"/>
                    <a:pt x="23710" y="1706"/>
                    <a:pt x="23740" y="1737"/>
                  </a:cubicBezTo>
                  <a:cubicBezTo>
                    <a:pt x="23922" y="1737"/>
                    <a:pt x="24074" y="1615"/>
                    <a:pt x="24165" y="1433"/>
                  </a:cubicBezTo>
                  <a:cubicBezTo>
                    <a:pt x="24226" y="1189"/>
                    <a:pt x="24135" y="977"/>
                    <a:pt x="23892" y="886"/>
                  </a:cubicBezTo>
                  <a:cubicBezTo>
                    <a:pt x="23855" y="875"/>
                    <a:pt x="23817" y="870"/>
                    <a:pt x="23779" y="870"/>
                  </a:cubicBezTo>
                  <a:close/>
                  <a:moveTo>
                    <a:pt x="10591" y="1688"/>
                  </a:moveTo>
                  <a:cubicBezTo>
                    <a:pt x="10530" y="1688"/>
                    <a:pt x="10464" y="1703"/>
                    <a:pt x="10396" y="1737"/>
                  </a:cubicBezTo>
                  <a:cubicBezTo>
                    <a:pt x="10214" y="1858"/>
                    <a:pt x="10092" y="2101"/>
                    <a:pt x="10214" y="2314"/>
                  </a:cubicBezTo>
                  <a:cubicBezTo>
                    <a:pt x="10305" y="2466"/>
                    <a:pt x="10457" y="2527"/>
                    <a:pt x="10579" y="2527"/>
                  </a:cubicBezTo>
                  <a:cubicBezTo>
                    <a:pt x="10670" y="2527"/>
                    <a:pt x="10700" y="2527"/>
                    <a:pt x="10791" y="2496"/>
                  </a:cubicBezTo>
                  <a:cubicBezTo>
                    <a:pt x="10974" y="2375"/>
                    <a:pt x="11095" y="2162"/>
                    <a:pt x="10974" y="1919"/>
                  </a:cubicBezTo>
                  <a:cubicBezTo>
                    <a:pt x="10886" y="1788"/>
                    <a:pt x="10751" y="1688"/>
                    <a:pt x="10591" y="1688"/>
                  </a:cubicBezTo>
                  <a:close/>
                  <a:moveTo>
                    <a:pt x="25852" y="1682"/>
                  </a:moveTo>
                  <a:cubicBezTo>
                    <a:pt x="25703" y="1682"/>
                    <a:pt x="25566" y="1771"/>
                    <a:pt x="25503" y="1919"/>
                  </a:cubicBezTo>
                  <a:cubicBezTo>
                    <a:pt x="25381" y="2162"/>
                    <a:pt x="25442" y="2375"/>
                    <a:pt x="25685" y="2496"/>
                  </a:cubicBezTo>
                  <a:cubicBezTo>
                    <a:pt x="25716" y="2496"/>
                    <a:pt x="25776" y="2527"/>
                    <a:pt x="25868" y="2527"/>
                  </a:cubicBezTo>
                  <a:cubicBezTo>
                    <a:pt x="26020" y="2527"/>
                    <a:pt x="26172" y="2466"/>
                    <a:pt x="26263" y="2314"/>
                  </a:cubicBezTo>
                  <a:cubicBezTo>
                    <a:pt x="26354" y="2071"/>
                    <a:pt x="26293" y="1858"/>
                    <a:pt x="26050" y="1737"/>
                  </a:cubicBezTo>
                  <a:cubicBezTo>
                    <a:pt x="25985" y="1699"/>
                    <a:pt x="25917" y="1682"/>
                    <a:pt x="25852" y="1682"/>
                  </a:cubicBezTo>
                  <a:close/>
                  <a:moveTo>
                    <a:pt x="8610" y="2811"/>
                  </a:moveTo>
                  <a:cubicBezTo>
                    <a:pt x="8533" y="2811"/>
                    <a:pt x="8456" y="2828"/>
                    <a:pt x="8390" y="2861"/>
                  </a:cubicBezTo>
                  <a:cubicBezTo>
                    <a:pt x="8208" y="2983"/>
                    <a:pt x="8177" y="3256"/>
                    <a:pt x="8269" y="3439"/>
                  </a:cubicBezTo>
                  <a:cubicBezTo>
                    <a:pt x="8360" y="3560"/>
                    <a:pt x="8481" y="3621"/>
                    <a:pt x="8633" y="3621"/>
                  </a:cubicBezTo>
                  <a:cubicBezTo>
                    <a:pt x="8694" y="3621"/>
                    <a:pt x="8785" y="3591"/>
                    <a:pt x="8846" y="3560"/>
                  </a:cubicBezTo>
                  <a:cubicBezTo>
                    <a:pt x="9028" y="3439"/>
                    <a:pt x="9089" y="3165"/>
                    <a:pt x="8968" y="2983"/>
                  </a:cubicBezTo>
                  <a:cubicBezTo>
                    <a:pt x="8890" y="2866"/>
                    <a:pt x="8749" y="2811"/>
                    <a:pt x="8610" y="2811"/>
                  </a:cubicBezTo>
                  <a:close/>
                  <a:moveTo>
                    <a:pt x="27858" y="2784"/>
                  </a:moveTo>
                  <a:cubicBezTo>
                    <a:pt x="27718" y="2784"/>
                    <a:pt x="27588" y="2864"/>
                    <a:pt x="27509" y="2983"/>
                  </a:cubicBezTo>
                  <a:cubicBezTo>
                    <a:pt x="27357" y="3165"/>
                    <a:pt x="27418" y="3439"/>
                    <a:pt x="27631" y="3560"/>
                  </a:cubicBezTo>
                  <a:cubicBezTo>
                    <a:pt x="27661" y="3591"/>
                    <a:pt x="27783" y="3591"/>
                    <a:pt x="27843" y="3621"/>
                  </a:cubicBezTo>
                  <a:cubicBezTo>
                    <a:pt x="27965" y="3621"/>
                    <a:pt x="28117" y="3560"/>
                    <a:pt x="28178" y="3439"/>
                  </a:cubicBezTo>
                  <a:cubicBezTo>
                    <a:pt x="28330" y="3256"/>
                    <a:pt x="28269" y="2983"/>
                    <a:pt x="28087" y="2861"/>
                  </a:cubicBezTo>
                  <a:cubicBezTo>
                    <a:pt x="28012" y="2808"/>
                    <a:pt x="27933" y="2784"/>
                    <a:pt x="27858" y="2784"/>
                  </a:cubicBezTo>
                  <a:close/>
                  <a:moveTo>
                    <a:pt x="6788" y="4068"/>
                  </a:moveTo>
                  <a:cubicBezTo>
                    <a:pt x="6688" y="4068"/>
                    <a:pt x="6588" y="4100"/>
                    <a:pt x="6506" y="4168"/>
                  </a:cubicBezTo>
                  <a:cubicBezTo>
                    <a:pt x="6354" y="4320"/>
                    <a:pt x="6293" y="4594"/>
                    <a:pt x="6445" y="4776"/>
                  </a:cubicBezTo>
                  <a:cubicBezTo>
                    <a:pt x="6545" y="4877"/>
                    <a:pt x="6646" y="4936"/>
                    <a:pt x="6747" y="4936"/>
                  </a:cubicBezTo>
                  <a:cubicBezTo>
                    <a:pt x="6768" y="4936"/>
                    <a:pt x="6789" y="4933"/>
                    <a:pt x="6810" y="4928"/>
                  </a:cubicBezTo>
                  <a:cubicBezTo>
                    <a:pt x="6870" y="4928"/>
                    <a:pt x="6992" y="4898"/>
                    <a:pt x="7053" y="4807"/>
                  </a:cubicBezTo>
                  <a:cubicBezTo>
                    <a:pt x="7205" y="4655"/>
                    <a:pt x="7265" y="4381"/>
                    <a:pt x="7113" y="4199"/>
                  </a:cubicBezTo>
                  <a:cubicBezTo>
                    <a:pt x="7030" y="4115"/>
                    <a:pt x="6910" y="4068"/>
                    <a:pt x="6788" y="4068"/>
                  </a:cubicBezTo>
                  <a:close/>
                  <a:moveTo>
                    <a:pt x="29640" y="4088"/>
                  </a:moveTo>
                  <a:cubicBezTo>
                    <a:pt x="29525" y="4088"/>
                    <a:pt x="29412" y="4134"/>
                    <a:pt x="29333" y="4229"/>
                  </a:cubicBezTo>
                  <a:cubicBezTo>
                    <a:pt x="29181" y="4442"/>
                    <a:pt x="29181" y="4685"/>
                    <a:pt x="29363" y="4837"/>
                  </a:cubicBezTo>
                  <a:cubicBezTo>
                    <a:pt x="29485" y="4898"/>
                    <a:pt x="29546" y="4928"/>
                    <a:pt x="29637" y="4959"/>
                  </a:cubicBezTo>
                  <a:cubicBezTo>
                    <a:pt x="29789" y="4959"/>
                    <a:pt x="29910" y="4928"/>
                    <a:pt x="29971" y="4807"/>
                  </a:cubicBezTo>
                  <a:cubicBezTo>
                    <a:pt x="30123" y="4624"/>
                    <a:pt x="30123" y="4351"/>
                    <a:pt x="29941" y="4199"/>
                  </a:cubicBezTo>
                  <a:cubicBezTo>
                    <a:pt x="29854" y="4126"/>
                    <a:pt x="29746" y="4088"/>
                    <a:pt x="29640" y="4088"/>
                  </a:cubicBezTo>
                  <a:close/>
                  <a:moveTo>
                    <a:pt x="31327" y="5604"/>
                  </a:moveTo>
                  <a:cubicBezTo>
                    <a:pt x="31217" y="5604"/>
                    <a:pt x="31111" y="5642"/>
                    <a:pt x="31035" y="5718"/>
                  </a:cubicBezTo>
                  <a:cubicBezTo>
                    <a:pt x="30853" y="5870"/>
                    <a:pt x="30853" y="6144"/>
                    <a:pt x="31004" y="6326"/>
                  </a:cubicBezTo>
                  <a:cubicBezTo>
                    <a:pt x="31055" y="6401"/>
                    <a:pt x="31146" y="6456"/>
                    <a:pt x="31261" y="6456"/>
                  </a:cubicBezTo>
                  <a:cubicBezTo>
                    <a:pt x="31286" y="6456"/>
                    <a:pt x="31312" y="6453"/>
                    <a:pt x="31339" y="6448"/>
                  </a:cubicBezTo>
                  <a:cubicBezTo>
                    <a:pt x="31460" y="6448"/>
                    <a:pt x="31582" y="6418"/>
                    <a:pt x="31643" y="6326"/>
                  </a:cubicBezTo>
                  <a:cubicBezTo>
                    <a:pt x="31795" y="6174"/>
                    <a:pt x="31795" y="5901"/>
                    <a:pt x="31643" y="5718"/>
                  </a:cubicBezTo>
                  <a:cubicBezTo>
                    <a:pt x="31552" y="5642"/>
                    <a:pt x="31438" y="5604"/>
                    <a:pt x="31327" y="5604"/>
                  </a:cubicBezTo>
                  <a:close/>
                  <a:moveTo>
                    <a:pt x="5172" y="5623"/>
                  </a:moveTo>
                  <a:cubicBezTo>
                    <a:pt x="5056" y="5623"/>
                    <a:pt x="4944" y="5669"/>
                    <a:pt x="4864" y="5749"/>
                  </a:cubicBezTo>
                  <a:cubicBezTo>
                    <a:pt x="4682" y="5962"/>
                    <a:pt x="4712" y="6205"/>
                    <a:pt x="4864" y="6357"/>
                  </a:cubicBezTo>
                  <a:cubicBezTo>
                    <a:pt x="4925" y="6448"/>
                    <a:pt x="5047" y="6478"/>
                    <a:pt x="5168" y="6509"/>
                  </a:cubicBezTo>
                  <a:cubicBezTo>
                    <a:pt x="5290" y="6509"/>
                    <a:pt x="5381" y="6448"/>
                    <a:pt x="5472" y="6357"/>
                  </a:cubicBezTo>
                  <a:cubicBezTo>
                    <a:pt x="5654" y="6174"/>
                    <a:pt x="5624" y="5901"/>
                    <a:pt x="5472" y="5749"/>
                  </a:cubicBezTo>
                  <a:cubicBezTo>
                    <a:pt x="5385" y="5662"/>
                    <a:pt x="5277" y="5623"/>
                    <a:pt x="5172" y="5623"/>
                  </a:cubicBezTo>
                  <a:close/>
                  <a:moveTo>
                    <a:pt x="32759" y="7384"/>
                  </a:moveTo>
                  <a:cubicBezTo>
                    <a:pt x="32669" y="7384"/>
                    <a:pt x="32573" y="7416"/>
                    <a:pt x="32494" y="7481"/>
                  </a:cubicBezTo>
                  <a:cubicBezTo>
                    <a:pt x="32281" y="7573"/>
                    <a:pt x="32251" y="7846"/>
                    <a:pt x="32403" y="8028"/>
                  </a:cubicBezTo>
                  <a:cubicBezTo>
                    <a:pt x="32494" y="8150"/>
                    <a:pt x="32585" y="8180"/>
                    <a:pt x="32707" y="8241"/>
                  </a:cubicBezTo>
                  <a:cubicBezTo>
                    <a:pt x="32828" y="8241"/>
                    <a:pt x="32889" y="8180"/>
                    <a:pt x="32980" y="8150"/>
                  </a:cubicBezTo>
                  <a:cubicBezTo>
                    <a:pt x="33132" y="7998"/>
                    <a:pt x="33193" y="7725"/>
                    <a:pt x="33041" y="7542"/>
                  </a:cubicBezTo>
                  <a:cubicBezTo>
                    <a:pt x="32989" y="7439"/>
                    <a:pt x="32879" y="7384"/>
                    <a:pt x="32759" y="7384"/>
                  </a:cubicBezTo>
                  <a:close/>
                  <a:moveTo>
                    <a:pt x="3737" y="7384"/>
                  </a:moveTo>
                  <a:cubicBezTo>
                    <a:pt x="3617" y="7384"/>
                    <a:pt x="3491" y="7439"/>
                    <a:pt x="3405" y="7542"/>
                  </a:cubicBezTo>
                  <a:cubicBezTo>
                    <a:pt x="3253" y="7725"/>
                    <a:pt x="3314" y="7998"/>
                    <a:pt x="3496" y="8150"/>
                  </a:cubicBezTo>
                  <a:cubicBezTo>
                    <a:pt x="3527" y="8180"/>
                    <a:pt x="3648" y="8241"/>
                    <a:pt x="3709" y="8272"/>
                  </a:cubicBezTo>
                  <a:cubicBezTo>
                    <a:pt x="3831" y="8272"/>
                    <a:pt x="3983" y="8180"/>
                    <a:pt x="4074" y="8089"/>
                  </a:cubicBezTo>
                  <a:cubicBezTo>
                    <a:pt x="4226" y="7877"/>
                    <a:pt x="4165" y="7603"/>
                    <a:pt x="3983" y="7481"/>
                  </a:cubicBezTo>
                  <a:cubicBezTo>
                    <a:pt x="3917" y="7416"/>
                    <a:pt x="3829" y="7384"/>
                    <a:pt x="3737" y="7384"/>
                  </a:cubicBezTo>
                  <a:close/>
                  <a:moveTo>
                    <a:pt x="33949" y="9243"/>
                  </a:moveTo>
                  <a:cubicBezTo>
                    <a:pt x="33876" y="9243"/>
                    <a:pt x="33803" y="9263"/>
                    <a:pt x="33740" y="9305"/>
                  </a:cubicBezTo>
                  <a:cubicBezTo>
                    <a:pt x="33527" y="9396"/>
                    <a:pt x="33467" y="9670"/>
                    <a:pt x="33588" y="9852"/>
                  </a:cubicBezTo>
                  <a:cubicBezTo>
                    <a:pt x="33641" y="9985"/>
                    <a:pt x="33763" y="10071"/>
                    <a:pt x="33894" y="10071"/>
                  </a:cubicBezTo>
                  <a:cubicBezTo>
                    <a:pt x="33914" y="10071"/>
                    <a:pt x="33933" y="10069"/>
                    <a:pt x="33953" y="10065"/>
                  </a:cubicBezTo>
                  <a:cubicBezTo>
                    <a:pt x="34014" y="10065"/>
                    <a:pt x="34074" y="10065"/>
                    <a:pt x="34166" y="10004"/>
                  </a:cubicBezTo>
                  <a:cubicBezTo>
                    <a:pt x="34348" y="9913"/>
                    <a:pt x="34409" y="9639"/>
                    <a:pt x="34287" y="9457"/>
                  </a:cubicBezTo>
                  <a:cubicBezTo>
                    <a:pt x="34227" y="9317"/>
                    <a:pt x="34089" y="9243"/>
                    <a:pt x="33949" y="9243"/>
                  </a:cubicBezTo>
                  <a:close/>
                  <a:moveTo>
                    <a:pt x="2545" y="9280"/>
                  </a:moveTo>
                  <a:cubicBezTo>
                    <a:pt x="2397" y="9280"/>
                    <a:pt x="2242" y="9362"/>
                    <a:pt x="2159" y="9487"/>
                  </a:cubicBezTo>
                  <a:cubicBezTo>
                    <a:pt x="2037" y="9670"/>
                    <a:pt x="2129" y="9943"/>
                    <a:pt x="2311" y="10065"/>
                  </a:cubicBezTo>
                  <a:cubicBezTo>
                    <a:pt x="2402" y="10095"/>
                    <a:pt x="2433" y="10126"/>
                    <a:pt x="2493" y="10126"/>
                  </a:cubicBezTo>
                  <a:cubicBezTo>
                    <a:pt x="2645" y="10126"/>
                    <a:pt x="2797" y="10065"/>
                    <a:pt x="2888" y="9913"/>
                  </a:cubicBezTo>
                  <a:cubicBezTo>
                    <a:pt x="3010" y="9700"/>
                    <a:pt x="2919" y="9457"/>
                    <a:pt x="2736" y="9335"/>
                  </a:cubicBezTo>
                  <a:cubicBezTo>
                    <a:pt x="2679" y="9297"/>
                    <a:pt x="2613" y="9280"/>
                    <a:pt x="2545" y="9280"/>
                  </a:cubicBezTo>
                  <a:close/>
                  <a:moveTo>
                    <a:pt x="34857" y="11323"/>
                  </a:moveTo>
                  <a:cubicBezTo>
                    <a:pt x="34811" y="11323"/>
                    <a:pt x="34762" y="11329"/>
                    <a:pt x="34713" y="11342"/>
                  </a:cubicBezTo>
                  <a:cubicBezTo>
                    <a:pt x="34500" y="11402"/>
                    <a:pt x="34409" y="11646"/>
                    <a:pt x="34500" y="11889"/>
                  </a:cubicBezTo>
                  <a:cubicBezTo>
                    <a:pt x="34561" y="12041"/>
                    <a:pt x="34713" y="12132"/>
                    <a:pt x="34865" y="12132"/>
                  </a:cubicBezTo>
                  <a:cubicBezTo>
                    <a:pt x="34926" y="12132"/>
                    <a:pt x="34986" y="12132"/>
                    <a:pt x="35017" y="12102"/>
                  </a:cubicBezTo>
                  <a:cubicBezTo>
                    <a:pt x="35260" y="12041"/>
                    <a:pt x="35321" y="11798"/>
                    <a:pt x="35260" y="11585"/>
                  </a:cubicBezTo>
                  <a:cubicBezTo>
                    <a:pt x="35187" y="11415"/>
                    <a:pt x="35038" y="11323"/>
                    <a:pt x="34857" y="11323"/>
                  </a:cubicBezTo>
                  <a:close/>
                  <a:moveTo>
                    <a:pt x="1562" y="11350"/>
                  </a:moveTo>
                  <a:cubicBezTo>
                    <a:pt x="1402" y="11350"/>
                    <a:pt x="1226" y="11429"/>
                    <a:pt x="1156" y="11615"/>
                  </a:cubicBezTo>
                  <a:cubicBezTo>
                    <a:pt x="1065" y="11798"/>
                    <a:pt x="1156" y="12071"/>
                    <a:pt x="1399" y="12132"/>
                  </a:cubicBezTo>
                  <a:cubicBezTo>
                    <a:pt x="1429" y="12132"/>
                    <a:pt x="1521" y="12132"/>
                    <a:pt x="1551" y="12162"/>
                  </a:cubicBezTo>
                  <a:cubicBezTo>
                    <a:pt x="1703" y="12162"/>
                    <a:pt x="1855" y="12071"/>
                    <a:pt x="1916" y="11919"/>
                  </a:cubicBezTo>
                  <a:cubicBezTo>
                    <a:pt x="2037" y="11737"/>
                    <a:pt x="1916" y="11463"/>
                    <a:pt x="1703" y="11372"/>
                  </a:cubicBezTo>
                  <a:cubicBezTo>
                    <a:pt x="1660" y="11358"/>
                    <a:pt x="1612" y="11350"/>
                    <a:pt x="1562" y="11350"/>
                  </a:cubicBezTo>
                  <a:close/>
                  <a:moveTo>
                    <a:pt x="862" y="13423"/>
                  </a:moveTo>
                  <a:cubicBezTo>
                    <a:pt x="683" y="13423"/>
                    <a:pt x="507" y="13541"/>
                    <a:pt x="457" y="13743"/>
                  </a:cubicBezTo>
                  <a:cubicBezTo>
                    <a:pt x="426" y="13956"/>
                    <a:pt x="518" y="14199"/>
                    <a:pt x="761" y="14260"/>
                  </a:cubicBezTo>
                  <a:cubicBezTo>
                    <a:pt x="776" y="14290"/>
                    <a:pt x="791" y="14305"/>
                    <a:pt x="806" y="14305"/>
                  </a:cubicBezTo>
                  <a:cubicBezTo>
                    <a:pt x="822" y="14305"/>
                    <a:pt x="837" y="14290"/>
                    <a:pt x="852" y="14260"/>
                  </a:cubicBezTo>
                  <a:cubicBezTo>
                    <a:pt x="1065" y="14260"/>
                    <a:pt x="1247" y="14168"/>
                    <a:pt x="1277" y="13956"/>
                  </a:cubicBezTo>
                  <a:cubicBezTo>
                    <a:pt x="1369" y="13743"/>
                    <a:pt x="1217" y="13500"/>
                    <a:pt x="974" y="13439"/>
                  </a:cubicBezTo>
                  <a:cubicBezTo>
                    <a:pt x="937" y="13428"/>
                    <a:pt x="900" y="13423"/>
                    <a:pt x="862" y="13423"/>
                  </a:cubicBezTo>
                  <a:close/>
                  <a:moveTo>
                    <a:pt x="35580" y="13456"/>
                  </a:moveTo>
                  <a:cubicBezTo>
                    <a:pt x="35545" y="13456"/>
                    <a:pt x="35509" y="13460"/>
                    <a:pt x="35473" y="13469"/>
                  </a:cubicBezTo>
                  <a:cubicBezTo>
                    <a:pt x="35260" y="13500"/>
                    <a:pt x="35108" y="13743"/>
                    <a:pt x="35169" y="13956"/>
                  </a:cubicBezTo>
                  <a:cubicBezTo>
                    <a:pt x="35260" y="14168"/>
                    <a:pt x="35412" y="14260"/>
                    <a:pt x="35564" y="14320"/>
                  </a:cubicBezTo>
                  <a:lnTo>
                    <a:pt x="35685" y="14320"/>
                  </a:lnTo>
                  <a:cubicBezTo>
                    <a:pt x="35898" y="14229"/>
                    <a:pt x="36050" y="13986"/>
                    <a:pt x="35989" y="13773"/>
                  </a:cubicBezTo>
                  <a:cubicBezTo>
                    <a:pt x="35938" y="13593"/>
                    <a:pt x="35777" y="13456"/>
                    <a:pt x="35580" y="13456"/>
                  </a:cubicBezTo>
                  <a:close/>
                  <a:moveTo>
                    <a:pt x="457" y="15688"/>
                  </a:moveTo>
                  <a:cubicBezTo>
                    <a:pt x="214" y="15688"/>
                    <a:pt x="31" y="15840"/>
                    <a:pt x="1" y="16053"/>
                  </a:cubicBezTo>
                  <a:cubicBezTo>
                    <a:pt x="1" y="16296"/>
                    <a:pt x="153" y="16478"/>
                    <a:pt x="366" y="16509"/>
                  </a:cubicBezTo>
                  <a:lnTo>
                    <a:pt x="396" y="16509"/>
                  </a:lnTo>
                  <a:cubicBezTo>
                    <a:pt x="609" y="16509"/>
                    <a:pt x="791" y="16357"/>
                    <a:pt x="822" y="16144"/>
                  </a:cubicBezTo>
                  <a:cubicBezTo>
                    <a:pt x="822" y="15901"/>
                    <a:pt x="670" y="15719"/>
                    <a:pt x="457" y="15688"/>
                  </a:cubicBezTo>
                  <a:close/>
                  <a:moveTo>
                    <a:pt x="36066" y="15678"/>
                  </a:moveTo>
                  <a:cubicBezTo>
                    <a:pt x="36040" y="15678"/>
                    <a:pt x="36015" y="15681"/>
                    <a:pt x="35989" y="15688"/>
                  </a:cubicBezTo>
                  <a:cubicBezTo>
                    <a:pt x="35746" y="15688"/>
                    <a:pt x="35564" y="15901"/>
                    <a:pt x="35594" y="16144"/>
                  </a:cubicBezTo>
                  <a:cubicBezTo>
                    <a:pt x="35625" y="16326"/>
                    <a:pt x="35837" y="16478"/>
                    <a:pt x="36020" y="16509"/>
                  </a:cubicBezTo>
                  <a:lnTo>
                    <a:pt x="36050" y="16509"/>
                  </a:lnTo>
                  <a:cubicBezTo>
                    <a:pt x="36293" y="16509"/>
                    <a:pt x="36476" y="16266"/>
                    <a:pt x="36445" y="16053"/>
                  </a:cubicBezTo>
                  <a:cubicBezTo>
                    <a:pt x="36445" y="15865"/>
                    <a:pt x="36256" y="15678"/>
                    <a:pt x="36066" y="156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0"/>
            <p:cNvSpPr/>
            <p:nvPr/>
          </p:nvSpPr>
          <p:spPr>
            <a:xfrm>
              <a:off x="3558850" y="1604600"/>
              <a:ext cx="21300" cy="21125"/>
            </a:xfrm>
            <a:custGeom>
              <a:avLst/>
              <a:gdLst/>
              <a:ahLst/>
              <a:cxnLst/>
              <a:rect l="l" t="t" r="r" b="b"/>
              <a:pathLst>
                <a:path w="852" h="845" extrusionOk="0">
                  <a:moveTo>
                    <a:pt x="462" y="1"/>
                  </a:moveTo>
                  <a:cubicBezTo>
                    <a:pt x="398" y="1"/>
                    <a:pt x="334" y="18"/>
                    <a:pt x="274" y="54"/>
                  </a:cubicBezTo>
                  <a:cubicBezTo>
                    <a:pt x="183" y="54"/>
                    <a:pt x="152" y="84"/>
                    <a:pt x="122" y="115"/>
                  </a:cubicBezTo>
                  <a:cubicBezTo>
                    <a:pt x="31" y="206"/>
                    <a:pt x="0" y="297"/>
                    <a:pt x="0" y="419"/>
                  </a:cubicBezTo>
                  <a:cubicBezTo>
                    <a:pt x="0" y="540"/>
                    <a:pt x="31" y="662"/>
                    <a:pt x="122" y="723"/>
                  </a:cubicBezTo>
                  <a:cubicBezTo>
                    <a:pt x="152" y="753"/>
                    <a:pt x="243" y="753"/>
                    <a:pt x="274" y="814"/>
                  </a:cubicBezTo>
                  <a:cubicBezTo>
                    <a:pt x="304" y="844"/>
                    <a:pt x="395" y="844"/>
                    <a:pt x="426" y="844"/>
                  </a:cubicBezTo>
                  <a:cubicBezTo>
                    <a:pt x="456" y="844"/>
                    <a:pt x="547" y="844"/>
                    <a:pt x="578" y="814"/>
                  </a:cubicBezTo>
                  <a:cubicBezTo>
                    <a:pt x="639" y="814"/>
                    <a:pt x="699" y="753"/>
                    <a:pt x="730" y="723"/>
                  </a:cubicBezTo>
                  <a:cubicBezTo>
                    <a:pt x="791" y="662"/>
                    <a:pt x="851" y="540"/>
                    <a:pt x="851" y="419"/>
                  </a:cubicBezTo>
                  <a:cubicBezTo>
                    <a:pt x="851" y="297"/>
                    <a:pt x="791" y="206"/>
                    <a:pt x="730" y="115"/>
                  </a:cubicBezTo>
                  <a:cubicBezTo>
                    <a:pt x="656" y="41"/>
                    <a:pt x="560" y="1"/>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0"/>
            <p:cNvSpPr/>
            <p:nvPr/>
          </p:nvSpPr>
          <p:spPr>
            <a:xfrm>
              <a:off x="2795150" y="1604600"/>
              <a:ext cx="20550" cy="21125"/>
            </a:xfrm>
            <a:custGeom>
              <a:avLst/>
              <a:gdLst/>
              <a:ahLst/>
              <a:cxnLst/>
              <a:rect l="l" t="t" r="r" b="b"/>
              <a:pathLst>
                <a:path w="822" h="845" extrusionOk="0">
                  <a:moveTo>
                    <a:pt x="390" y="1"/>
                  </a:moveTo>
                  <a:cubicBezTo>
                    <a:pt x="292" y="1"/>
                    <a:pt x="196" y="41"/>
                    <a:pt x="122" y="115"/>
                  </a:cubicBezTo>
                  <a:cubicBezTo>
                    <a:pt x="31" y="206"/>
                    <a:pt x="1" y="297"/>
                    <a:pt x="1" y="419"/>
                  </a:cubicBezTo>
                  <a:lnTo>
                    <a:pt x="1" y="510"/>
                  </a:lnTo>
                  <a:cubicBezTo>
                    <a:pt x="31" y="540"/>
                    <a:pt x="31" y="540"/>
                    <a:pt x="31" y="571"/>
                  </a:cubicBezTo>
                  <a:cubicBezTo>
                    <a:pt x="31" y="601"/>
                    <a:pt x="92" y="601"/>
                    <a:pt x="92" y="662"/>
                  </a:cubicBezTo>
                  <a:cubicBezTo>
                    <a:pt x="92" y="692"/>
                    <a:pt x="92" y="723"/>
                    <a:pt x="122" y="723"/>
                  </a:cubicBezTo>
                  <a:cubicBezTo>
                    <a:pt x="153" y="723"/>
                    <a:pt x="153" y="753"/>
                    <a:pt x="183" y="753"/>
                  </a:cubicBezTo>
                  <a:cubicBezTo>
                    <a:pt x="244" y="753"/>
                    <a:pt x="244" y="814"/>
                    <a:pt x="274" y="814"/>
                  </a:cubicBezTo>
                  <a:cubicBezTo>
                    <a:pt x="305" y="844"/>
                    <a:pt x="305" y="844"/>
                    <a:pt x="335" y="844"/>
                  </a:cubicBezTo>
                  <a:lnTo>
                    <a:pt x="426" y="844"/>
                  </a:lnTo>
                  <a:cubicBezTo>
                    <a:pt x="548" y="844"/>
                    <a:pt x="608" y="814"/>
                    <a:pt x="730" y="723"/>
                  </a:cubicBezTo>
                  <a:cubicBezTo>
                    <a:pt x="791" y="662"/>
                    <a:pt x="821" y="540"/>
                    <a:pt x="821" y="419"/>
                  </a:cubicBezTo>
                  <a:cubicBezTo>
                    <a:pt x="821" y="388"/>
                    <a:pt x="821" y="297"/>
                    <a:pt x="791" y="267"/>
                  </a:cubicBezTo>
                  <a:cubicBezTo>
                    <a:pt x="791" y="206"/>
                    <a:pt x="760" y="145"/>
                    <a:pt x="730" y="115"/>
                  </a:cubicBezTo>
                  <a:cubicBezTo>
                    <a:pt x="700" y="84"/>
                    <a:pt x="608" y="84"/>
                    <a:pt x="578" y="54"/>
                  </a:cubicBezTo>
                  <a:cubicBezTo>
                    <a:pt x="518" y="18"/>
                    <a:pt x="453" y="1"/>
                    <a:pt x="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0"/>
            <p:cNvSpPr/>
            <p:nvPr/>
          </p:nvSpPr>
          <p:spPr>
            <a:xfrm>
              <a:off x="2798950" y="1289050"/>
              <a:ext cx="644425" cy="281200"/>
            </a:xfrm>
            <a:custGeom>
              <a:avLst/>
              <a:gdLst/>
              <a:ahLst/>
              <a:cxnLst/>
              <a:rect l="l" t="t" r="r" b="b"/>
              <a:pathLst>
                <a:path w="25777" h="11248" extrusionOk="0">
                  <a:moveTo>
                    <a:pt x="12888" y="1"/>
                  </a:moveTo>
                  <a:cubicBezTo>
                    <a:pt x="12645" y="1"/>
                    <a:pt x="12463" y="214"/>
                    <a:pt x="12463" y="426"/>
                  </a:cubicBezTo>
                  <a:cubicBezTo>
                    <a:pt x="12463" y="670"/>
                    <a:pt x="12645" y="852"/>
                    <a:pt x="12888" y="852"/>
                  </a:cubicBezTo>
                  <a:cubicBezTo>
                    <a:pt x="13101" y="852"/>
                    <a:pt x="13314" y="670"/>
                    <a:pt x="13314" y="426"/>
                  </a:cubicBezTo>
                  <a:cubicBezTo>
                    <a:pt x="13314" y="214"/>
                    <a:pt x="13101" y="1"/>
                    <a:pt x="12888" y="1"/>
                  </a:cubicBezTo>
                  <a:close/>
                  <a:moveTo>
                    <a:pt x="10705" y="200"/>
                  </a:moveTo>
                  <a:cubicBezTo>
                    <a:pt x="10673" y="200"/>
                    <a:pt x="10640" y="205"/>
                    <a:pt x="10609" y="214"/>
                  </a:cubicBezTo>
                  <a:cubicBezTo>
                    <a:pt x="10365" y="244"/>
                    <a:pt x="10213" y="457"/>
                    <a:pt x="10274" y="700"/>
                  </a:cubicBezTo>
                  <a:cubicBezTo>
                    <a:pt x="10305" y="882"/>
                    <a:pt x="10487" y="1034"/>
                    <a:pt x="10669" y="1034"/>
                  </a:cubicBezTo>
                  <a:lnTo>
                    <a:pt x="10761" y="1034"/>
                  </a:lnTo>
                  <a:cubicBezTo>
                    <a:pt x="10973" y="1004"/>
                    <a:pt x="11125" y="761"/>
                    <a:pt x="11095" y="548"/>
                  </a:cubicBezTo>
                  <a:cubicBezTo>
                    <a:pt x="11069" y="341"/>
                    <a:pt x="10889" y="200"/>
                    <a:pt x="10705" y="200"/>
                  </a:cubicBezTo>
                  <a:close/>
                  <a:moveTo>
                    <a:pt x="15062" y="200"/>
                  </a:moveTo>
                  <a:cubicBezTo>
                    <a:pt x="14865" y="200"/>
                    <a:pt x="14708" y="341"/>
                    <a:pt x="14682" y="548"/>
                  </a:cubicBezTo>
                  <a:cubicBezTo>
                    <a:pt x="14621" y="761"/>
                    <a:pt x="14773" y="1004"/>
                    <a:pt x="15016" y="1034"/>
                  </a:cubicBezTo>
                  <a:lnTo>
                    <a:pt x="15077" y="1034"/>
                  </a:lnTo>
                  <a:cubicBezTo>
                    <a:pt x="15290" y="1034"/>
                    <a:pt x="15472" y="882"/>
                    <a:pt x="15502" y="700"/>
                  </a:cubicBezTo>
                  <a:cubicBezTo>
                    <a:pt x="15533" y="457"/>
                    <a:pt x="15381" y="244"/>
                    <a:pt x="15168" y="214"/>
                  </a:cubicBezTo>
                  <a:cubicBezTo>
                    <a:pt x="15132" y="205"/>
                    <a:pt x="15096" y="200"/>
                    <a:pt x="15062" y="200"/>
                  </a:cubicBezTo>
                  <a:close/>
                  <a:moveTo>
                    <a:pt x="17213" y="745"/>
                  </a:moveTo>
                  <a:cubicBezTo>
                    <a:pt x="17034" y="745"/>
                    <a:pt x="16860" y="859"/>
                    <a:pt x="16809" y="1034"/>
                  </a:cubicBezTo>
                  <a:cubicBezTo>
                    <a:pt x="16718" y="1277"/>
                    <a:pt x="16840" y="1490"/>
                    <a:pt x="17053" y="1581"/>
                  </a:cubicBezTo>
                  <a:cubicBezTo>
                    <a:pt x="17093" y="1581"/>
                    <a:pt x="17120" y="1595"/>
                    <a:pt x="17152" y="1595"/>
                  </a:cubicBezTo>
                  <a:cubicBezTo>
                    <a:pt x="17167" y="1595"/>
                    <a:pt x="17184" y="1592"/>
                    <a:pt x="17204" y="1581"/>
                  </a:cubicBezTo>
                  <a:cubicBezTo>
                    <a:pt x="17356" y="1581"/>
                    <a:pt x="17508" y="1490"/>
                    <a:pt x="17600" y="1308"/>
                  </a:cubicBezTo>
                  <a:cubicBezTo>
                    <a:pt x="17660" y="1065"/>
                    <a:pt x="17569" y="852"/>
                    <a:pt x="17326" y="761"/>
                  </a:cubicBezTo>
                  <a:cubicBezTo>
                    <a:pt x="17289" y="750"/>
                    <a:pt x="17251" y="745"/>
                    <a:pt x="17213" y="745"/>
                  </a:cubicBezTo>
                  <a:close/>
                  <a:moveTo>
                    <a:pt x="8599" y="791"/>
                  </a:moveTo>
                  <a:cubicBezTo>
                    <a:pt x="8550" y="791"/>
                    <a:pt x="8499" y="801"/>
                    <a:pt x="8451" y="822"/>
                  </a:cubicBezTo>
                  <a:cubicBezTo>
                    <a:pt x="8207" y="882"/>
                    <a:pt x="8086" y="1126"/>
                    <a:pt x="8177" y="1338"/>
                  </a:cubicBezTo>
                  <a:cubicBezTo>
                    <a:pt x="8207" y="1490"/>
                    <a:pt x="8390" y="1612"/>
                    <a:pt x="8542" y="1642"/>
                  </a:cubicBezTo>
                  <a:cubicBezTo>
                    <a:pt x="8603" y="1642"/>
                    <a:pt x="8663" y="1612"/>
                    <a:pt x="8694" y="1612"/>
                  </a:cubicBezTo>
                  <a:cubicBezTo>
                    <a:pt x="8937" y="1521"/>
                    <a:pt x="9028" y="1308"/>
                    <a:pt x="8967" y="1065"/>
                  </a:cubicBezTo>
                  <a:cubicBezTo>
                    <a:pt x="8920" y="901"/>
                    <a:pt x="8765" y="791"/>
                    <a:pt x="8599" y="791"/>
                  </a:cubicBezTo>
                  <a:close/>
                  <a:moveTo>
                    <a:pt x="6543" y="1708"/>
                  </a:moveTo>
                  <a:cubicBezTo>
                    <a:pt x="6477" y="1708"/>
                    <a:pt x="6410" y="1726"/>
                    <a:pt x="6353" y="1764"/>
                  </a:cubicBezTo>
                  <a:cubicBezTo>
                    <a:pt x="6140" y="1885"/>
                    <a:pt x="6080" y="2129"/>
                    <a:pt x="6201" y="2341"/>
                  </a:cubicBezTo>
                  <a:cubicBezTo>
                    <a:pt x="6262" y="2433"/>
                    <a:pt x="6414" y="2524"/>
                    <a:pt x="6536" y="2524"/>
                  </a:cubicBezTo>
                  <a:cubicBezTo>
                    <a:pt x="6627" y="2524"/>
                    <a:pt x="6688" y="2524"/>
                    <a:pt x="6748" y="2493"/>
                  </a:cubicBezTo>
                  <a:cubicBezTo>
                    <a:pt x="6961" y="2372"/>
                    <a:pt x="7022" y="2098"/>
                    <a:pt x="6900" y="1916"/>
                  </a:cubicBezTo>
                  <a:cubicBezTo>
                    <a:pt x="6838" y="1791"/>
                    <a:pt x="6689" y="1708"/>
                    <a:pt x="6543" y="1708"/>
                  </a:cubicBezTo>
                  <a:close/>
                  <a:moveTo>
                    <a:pt x="19188" y="1708"/>
                  </a:moveTo>
                  <a:cubicBezTo>
                    <a:pt x="19040" y="1708"/>
                    <a:pt x="18899" y="1791"/>
                    <a:pt x="18815" y="1916"/>
                  </a:cubicBezTo>
                  <a:cubicBezTo>
                    <a:pt x="18694" y="2098"/>
                    <a:pt x="18785" y="2372"/>
                    <a:pt x="18967" y="2493"/>
                  </a:cubicBezTo>
                  <a:cubicBezTo>
                    <a:pt x="19028" y="2524"/>
                    <a:pt x="19119" y="2524"/>
                    <a:pt x="19150" y="2554"/>
                  </a:cubicBezTo>
                  <a:cubicBezTo>
                    <a:pt x="19302" y="2554"/>
                    <a:pt x="19454" y="2493"/>
                    <a:pt x="19545" y="2341"/>
                  </a:cubicBezTo>
                  <a:cubicBezTo>
                    <a:pt x="19636" y="2129"/>
                    <a:pt x="19575" y="1885"/>
                    <a:pt x="19393" y="1764"/>
                  </a:cubicBezTo>
                  <a:cubicBezTo>
                    <a:pt x="19326" y="1726"/>
                    <a:pt x="19256" y="1708"/>
                    <a:pt x="19188" y="1708"/>
                  </a:cubicBezTo>
                  <a:close/>
                  <a:moveTo>
                    <a:pt x="4751" y="2952"/>
                  </a:moveTo>
                  <a:cubicBezTo>
                    <a:pt x="4661" y="2952"/>
                    <a:pt x="4573" y="2979"/>
                    <a:pt x="4499" y="3040"/>
                  </a:cubicBezTo>
                  <a:cubicBezTo>
                    <a:pt x="4347" y="3192"/>
                    <a:pt x="4286" y="3466"/>
                    <a:pt x="4438" y="3648"/>
                  </a:cubicBezTo>
                  <a:cubicBezTo>
                    <a:pt x="4529" y="3740"/>
                    <a:pt x="4651" y="3800"/>
                    <a:pt x="4803" y="3800"/>
                  </a:cubicBezTo>
                  <a:cubicBezTo>
                    <a:pt x="4864" y="3800"/>
                    <a:pt x="4985" y="3770"/>
                    <a:pt x="5046" y="3709"/>
                  </a:cubicBezTo>
                  <a:cubicBezTo>
                    <a:pt x="5198" y="3557"/>
                    <a:pt x="5259" y="3284"/>
                    <a:pt x="5107" y="3101"/>
                  </a:cubicBezTo>
                  <a:cubicBezTo>
                    <a:pt x="5016" y="3011"/>
                    <a:pt x="4883" y="2952"/>
                    <a:pt x="4751" y="2952"/>
                  </a:cubicBezTo>
                  <a:close/>
                  <a:moveTo>
                    <a:pt x="20990" y="2933"/>
                  </a:moveTo>
                  <a:cubicBezTo>
                    <a:pt x="20870" y="2933"/>
                    <a:pt x="20752" y="2986"/>
                    <a:pt x="20670" y="3101"/>
                  </a:cubicBezTo>
                  <a:cubicBezTo>
                    <a:pt x="20518" y="3284"/>
                    <a:pt x="20518" y="3557"/>
                    <a:pt x="20700" y="3709"/>
                  </a:cubicBezTo>
                  <a:cubicBezTo>
                    <a:pt x="20791" y="3770"/>
                    <a:pt x="20913" y="3770"/>
                    <a:pt x="20974" y="3800"/>
                  </a:cubicBezTo>
                  <a:cubicBezTo>
                    <a:pt x="21126" y="3800"/>
                    <a:pt x="21247" y="3770"/>
                    <a:pt x="21308" y="3648"/>
                  </a:cubicBezTo>
                  <a:cubicBezTo>
                    <a:pt x="21460" y="3466"/>
                    <a:pt x="21460" y="3192"/>
                    <a:pt x="21278" y="3040"/>
                  </a:cubicBezTo>
                  <a:cubicBezTo>
                    <a:pt x="21194" y="2971"/>
                    <a:pt x="21091" y="2933"/>
                    <a:pt x="20990" y="2933"/>
                  </a:cubicBezTo>
                  <a:close/>
                  <a:moveTo>
                    <a:pt x="22532" y="4472"/>
                  </a:moveTo>
                  <a:cubicBezTo>
                    <a:pt x="22443" y="4472"/>
                    <a:pt x="22354" y="4499"/>
                    <a:pt x="22281" y="4560"/>
                  </a:cubicBezTo>
                  <a:cubicBezTo>
                    <a:pt x="22129" y="4712"/>
                    <a:pt x="22068" y="4986"/>
                    <a:pt x="22220" y="5168"/>
                  </a:cubicBezTo>
                  <a:cubicBezTo>
                    <a:pt x="22311" y="5290"/>
                    <a:pt x="22433" y="5320"/>
                    <a:pt x="22585" y="5320"/>
                  </a:cubicBezTo>
                  <a:cubicBezTo>
                    <a:pt x="22645" y="5320"/>
                    <a:pt x="22767" y="5290"/>
                    <a:pt x="22828" y="5229"/>
                  </a:cubicBezTo>
                  <a:cubicBezTo>
                    <a:pt x="22980" y="5077"/>
                    <a:pt x="23040" y="4803"/>
                    <a:pt x="22888" y="4621"/>
                  </a:cubicBezTo>
                  <a:cubicBezTo>
                    <a:pt x="22798" y="4530"/>
                    <a:pt x="22664" y="4472"/>
                    <a:pt x="22532" y="4472"/>
                  </a:cubicBezTo>
                  <a:close/>
                  <a:moveTo>
                    <a:pt x="3214" y="4506"/>
                  </a:moveTo>
                  <a:cubicBezTo>
                    <a:pt x="3092" y="4506"/>
                    <a:pt x="2972" y="4551"/>
                    <a:pt x="2888" y="4651"/>
                  </a:cubicBezTo>
                  <a:cubicBezTo>
                    <a:pt x="2736" y="4834"/>
                    <a:pt x="2736" y="5107"/>
                    <a:pt x="2919" y="5259"/>
                  </a:cubicBezTo>
                  <a:cubicBezTo>
                    <a:pt x="2993" y="5309"/>
                    <a:pt x="3088" y="5359"/>
                    <a:pt x="3153" y="5359"/>
                  </a:cubicBezTo>
                  <a:cubicBezTo>
                    <a:pt x="3168" y="5359"/>
                    <a:pt x="3181" y="5356"/>
                    <a:pt x="3192" y="5351"/>
                  </a:cubicBezTo>
                  <a:cubicBezTo>
                    <a:pt x="3344" y="5351"/>
                    <a:pt x="3466" y="5320"/>
                    <a:pt x="3526" y="5229"/>
                  </a:cubicBezTo>
                  <a:cubicBezTo>
                    <a:pt x="3678" y="5016"/>
                    <a:pt x="3678" y="4743"/>
                    <a:pt x="3496" y="4591"/>
                  </a:cubicBezTo>
                  <a:cubicBezTo>
                    <a:pt x="3414" y="4536"/>
                    <a:pt x="3314" y="4506"/>
                    <a:pt x="3214" y="4506"/>
                  </a:cubicBezTo>
                  <a:close/>
                  <a:moveTo>
                    <a:pt x="1968" y="6298"/>
                  </a:moveTo>
                  <a:cubicBezTo>
                    <a:pt x="1822" y="6298"/>
                    <a:pt x="1674" y="6380"/>
                    <a:pt x="1611" y="6506"/>
                  </a:cubicBezTo>
                  <a:cubicBezTo>
                    <a:pt x="1490" y="6688"/>
                    <a:pt x="1551" y="6961"/>
                    <a:pt x="1763" y="7083"/>
                  </a:cubicBezTo>
                  <a:cubicBezTo>
                    <a:pt x="1794" y="7113"/>
                    <a:pt x="1855" y="7144"/>
                    <a:pt x="1946" y="7144"/>
                  </a:cubicBezTo>
                  <a:cubicBezTo>
                    <a:pt x="2098" y="7144"/>
                    <a:pt x="2250" y="7083"/>
                    <a:pt x="2311" y="6931"/>
                  </a:cubicBezTo>
                  <a:cubicBezTo>
                    <a:pt x="2432" y="6718"/>
                    <a:pt x="2371" y="6475"/>
                    <a:pt x="2159" y="6354"/>
                  </a:cubicBezTo>
                  <a:cubicBezTo>
                    <a:pt x="2101" y="6315"/>
                    <a:pt x="2035" y="6298"/>
                    <a:pt x="1968" y="6298"/>
                  </a:cubicBezTo>
                  <a:close/>
                  <a:moveTo>
                    <a:pt x="23792" y="6298"/>
                  </a:moveTo>
                  <a:cubicBezTo>
                    <a:pt x="23724" y="6298"/>
                    <a:pt x="23654" y="6315"/>
                    <a:pt x="23588" y="6354"/>
                  </a:cubicBezTo>
                  <a:cubicBezTo>
                    <a:pt x="23405" y="6475"/>
                    <a:pt x="23344" y="6749"/>
                    <a:pt x="23436" y="6931"/>
                  </a:cubicBezTo>
                  <a:cubicBezTo>
                    <a:pt x="23527" y="7083"/>
                    <a:pt x="23679" y="7144"/>
                    <a:pt x="23800" y="7144"/>
                  </a:cubicBezTo>
                  <a:cubicBezTo>
                    <a:pt x="23861" y="7144"/>
                    <a:pt x="23952" y="7113"/>
                    <a:pt x="24013" y="7083"/>
                  </a:cubicBezTo>
                  <a:cubicBezTo>
                    <a:pt x="24196" y="6961"/>
                    <a:pt x="24287" y="6688"/>
                    <a:pt x="24165" y="6506"/>
                  </a:cubicBezTo>
                  <a:cubicBezTo>
                    <a:pt x="24082" y="6380"/>
                    <a:pt x="23941" y="6298"/>
                    <a:pt x="23792" y="6298"/>
                  </a:cubicBezTo>
                  <a:close/>
                  <a:moveTo>
                    <a:pt x="979" y="8299"/>
                  </a:moveTo>
                  <a:cubicBezTo>
                    <a:pt x="812" y="8299"/>
                    <a:pt x="656" y="8414"/>
                    <a:pt x="608" y="8603"/>
                  </a:cubicBezTo>
                  <a:cubicBezTo>
                    <a:pt x="548" y="8816"/>
                    <a:pt x="639" y="9059"/>
                    <a:pt x="882" y="9120"/>
                  </a:cubicBezTo>
                  <a:cubicBezTo>
                    <a:pt x="902" y="9120"/>
                    <a:pt x="923" y="9133"/>
                    <a:pt x="961" y="9133"/>
                  </a:cubicBezTo>
                  <a:cubicBezTo>
                    <a:pt x="980" y="9133"/>
                    <a:pt x="1004" y="9130"/>
                    <a:pt x="1034" y="9120"/>
                  </a:cubicBezTo>
                  <a:cubicBezTo>
                    <a:pt x="1186" y="9120"/>
                    <a:pt x="1338" y="9028"/>
                    <a:pt x="1399" y="8876"/>
                  </a:cubicBezTo>
                  <a:cubicBezTo>
                    <a:pt x="1490" y="8664"/>
                    <a:pt x="1368" y="8390"/>
                    <a:pt x="1125" y="8329"/>
                  </a:cubicBezTo>
                  <a:cubicBezTo>
                    <a:pt x="1077" y="8309"/>
                    <a:pt x="1028" y="8299"/>
                    <a:pt x="979" y="8299"/>
                  </a:cubicBezTo>
                  <a:close/>
                  <a:moveTo>
                    <a:pt x="24779" y="8299"/>
                  </a:moveTo>
                  <a:cubicBezTo>
                    <a:pt x="24729" y="8299"/>
                    <a:pt x="24676" y="8309"/>
                    <a:pt x="24621" y="8329"/>
                  </a:cubicBezTo>
                  <a:cubicBezTo>
                    <a:pt x="24408" y="8390"/>
                    <a:pt x="24287" y="8633"/>
                    <a:pt x="24347" y="8876"/>
                  </a:cubicBezTo>
                  <a:cubicBezTo>
                    <a:pt x="24408" y="9028"/>
                    <a:pt x="24591" y="9120"/>
                    <a:pt x="24743" y="9150"/>
                  </a:cubicBezTo>
                  <a:cubicBezTo>
                    <a:pt x="24773" y="9150"/>
                    <a:pt x="24834" y="9120"/>
                    <a:pt x="24895" y="9120"/>
                  </a:cubicBezTo>
                  <a:cubicBezTo>
                    <a:pt x="25107" y="9059"/>
                    <a:pt x="25229" y="8816"/>
                    <a:pt x="25138" y="8603"/>
                  </a:cubicBezTo>
                  <a:cubicBezTo>
                    <a:pt x="25091" y="8414"/>
                    <a:pt x="24952" y="8299"/>
                    <a:pt x="24779" y="8299"/>
                  </a:cubicBezTo>
                  <a:close/>
                  <a:moveTo>
                    <a:pt x="486" y="10423"/>
                  </a:moveTo>
                  <a:cubicBezTo>
                    <a:pt x="269" y="10423"/>
                    <a:pt x="86" y="10566"/>
                    <a:pt x="31" y="10761"/>
                  </a:cubicBezTo>
                  <a:cubicBezTo>
                    <a:pt x="1" y="10974"/>
                    <a:pt x="153" y="11217"/>
                    <a:pt x="396" y="11247"/>
                  </a:cubicBezTo>
                  <a:lnTo>
                    <a:pt x="456" y="11247"/>
                  </a:lnTo>
                  <a:cubicBezTo>
                    <a:pt x="639" y="11247"/>
                    <a:pt x="852" y="11095"/>
                    <a:pt x="882" y="10913"/>
                  </a:cubicBezTo>
                  <a:cubicBezTo>
                    <a:pt x="912" y="10670"/>
                    <a:pt x="760" y="10457"/>
                    <a:pt x="548" y="10427"/>
                  </a:cubicBezTo>
                  <a:cubicBezTo>
                    <a:pt x="527" y="10424"/>
                    <a:pt x="506" y="10423"/>
                    <a:pt x="486" y="10423"/>
                  </a:cubicBezTo>
                  <a:close/>
                  <a:moveTo>
                    <a:pt x="25291" y="10423"/>
                  </a:moveTo>
                  <a:cubicBezTo>
                    <a:pt x="25270" y="10423"/>
                    <a:pt x="25250" y="10424"/>
                    <a:pt x="25229" y="10427"/>
                  </a:cubicBezTo>
                  <a:cubicBezTo>
                    <a:pt x="25016" y="10457"/>
                    <a:pt x="24864" y="10700"/>
                    <a:pt x="24895" y="10913"/>
                  </a:cubicBezTo>
                  <a:cubicBezTo>
                    <a:pt x="24925" y="11095"/>
                    <a:pt x="25107" y="11247"/>
                    <a:pt x="25320" y="11247"/>
                  </a:cubicBezTo>
                  <a:lnTo>
                    <a:pt x="25381" y="11247"/>
                  </a:lnTo>
                  <a:cubicBezTo>
                    <a:pt x="25624" y="11217"/>
                    <a:pt x="25776" y="11004"/>
                    <a:pt x="25715" y="10761"/>
                  </a:cubicBezTo>
                  <a:cubicBezTo>
                    <a:pt x="25688" y="10566"/>
                    <a:pt x="25507" y="10423"/>
                    <a:pt x="25291" y="104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0"/>
            <p:cNvSpPr/>
            <p:nvPr/>
          </p:nvSpPr>
          <p:spPr>
            <a:xfrm>
              <a:off x="3425850" y="1604425"/>
              <a:ext cx="21325" cy="21300"/>
            </a:xfrm>
            <a:custGeom>
              <a:avLst/>
              <a:gdLst/>
              <a:ahLst/>
              <a:cxnLst/>
              <a:rect l="l" t="t" r="r" b="b"/>
              <a:pathLst>
                <a:path w="853" h="852" extrusionOk="0">
                  <a:moveTo>
                    <a:pt x="433" y="0"/>
                  </a:moveTo>
                  <a:cubicBezTo>
                    <a:pt x="379" y="0"/>
                    <a:pt x="325" y="10"/>
                    <a:pt x="275" y="30"/>
                  </a:cubicBezTo>
                  <a:cubicBezTo>
                    <a:pt x="183" y="30"/>
                    <a:pt x="153" y="91"/>
                    <a:pt x="123" y="122"/>
                  </a:cubicBezTo>
                  <a:cubicBezTo>
                    <a:pt x="123" y="152"/>
                    <a:pt x="92" y="152"/>
                    <a:pt x="92" y="182"/>
                  </a:cubicBezTo>
                  <a:cubicBezTo>
                    <a:pt x="92" y="243"/>
                    <a:pt x="31" y="243"/>
                    <a:pt x="31" y="274"/>
                  </a:cubicBezTo>
                  <a:cubicBezTo>
                    <a:pt x="1" y="304"/>
                    <a:pt x="1" y="304"/>
                    <a:pt x="1" y="334"/>
                  </a:cubicBezTo>
                  <a:lnTo>
                    <a:pt x="1" y="426"/>
                  </a:lnTo>
                  <a:cubicBezTo>
                    <a:pt x="1" y="456"/>
                    <a:pt x="1" y="547"/>
                    <a:pt x="31" y="578"/>
                  </a:cubicBezTo>
                  <a:cubicBezTo>
                    <a:pt x="31" y="669"/>
                    <a:pt x="92" y="699"/>
                    <a:pt x="123" y="730"/>
                  </a:cubicBezTo>
                  <a:cubicBezTo>
                    <a:pt x="153" y="760"/>
                    <a:pt x="244" y="760"/>
                    <a:pt x="275" y="821"/>
                  </a:cubicBezTo>
                  <a:cubicBezTo>
                    <a:pt x="305" y="851"/>
                    <a:pt x="396" y="851"/>
                    <a:pt x="427" y="851"/>
                  </a:cubicBezTo>
                  <a:cubicBezTo>
                    <a:pt x="548" y="851"/>
                    <a:pt x="639" y="821"/>
                    <a:pt x="730" y="730"/>
                  </a:cubicBezTo>
                  <a:cubicBezTo>
                    <a:pt x="761" y="699"/>
                    <a:pt x="761" y="608"/>
                    <a:pt x="791" y="578"/>
                  </a:cubicBezTo>
                  <a:cubicBezTo>
                    <a:pt x="852" y="547"/>
                    <a:pt x="852" y="456"/>
                    <a:pt x="852" y="426"/>
                  </a:cubicBezTo>
                  <a:lnTo>
                    <a:pt x="852" y="334"/>
                  </a:lnTo>
                  <a:cubicBezTo>
                    <a:pt x="791" y="304"/>
                    <a:pt x="791" y="304"/>
                    <a:pt x="791" y="274"/>
                  </a:cubicBezTo>
                  <a:cubicBezTo>
                    <a:pt x="791" y="243"/>
                    <a:pt x="761" y="243"/>
                    <a:pt x="761" y="182"/>
                  </a:cubicBezTo>
                  <a:cubicBezTo>
                    <a:pt x="761" y="152"/>
                    <a:pt x="730" y="152"/>
                    <a:pt x="730" y="122"/>
                  </a:cubicBezTo>
                  <a:cubicBezTo>
                    <a:pt x="649" y="41"/>
                    <a:pt x="541" y="0"/>
                    <a:pt x="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0"/>
            <p:cNvSpPr/>
            <p:nvPr/>
          </p:nvSpPr>
          <p:spPr>
            <a:xfrm>
              <a:off x="2924325" y="1604600"/>
              <a:ext cx="20550" cy="21125"/>
            </a:xfrm>
            <a:custGeom>
              <a:avLst/>
              <a:gdLst/>
              <a:ahLst/>
              <a:cxnLst/>
              <a:rect l="l" t="t" r="r" b="b"/>
              <a:pathLst>
                <a:path w="822" h="845" extrusionOk="0">
                  <a:moveTo>
                    <a:pt x="381" y="1"/>
                  </a:moveTo>
                  <a:cubicBezTo>
                    <a:pt x="277" y="1"/>
                    <a:pt x="178" y="41"/>
                    <a:pt x="122" y="115"/>
                  </a:cubicBezTo>
                  <a:cubicBezTo>
                    <a:pt x="31" y="206"/>
                    <a:pt x="1" y="297"/>
                    <a:pt x="1" y="419"/>
                  </a:cubicBezTo>
                  <a:cubicBezTo>
                    <a:pt x="1" y="540"/>
                    <a:pt x="31" y="662"/>
                    <a:pt x="122" y="723"/>
                  </a:cubicBezTo>
                  <a:cubicBezTo>
                    <a:pt x="183" y="814"/>
                    <a:pt x="305" y="844"/>
                    <a:pt x="426" y="844"/>
                  </a:cubicBezTo>
                  <a:cubicBezTo>
                    <a:pt x="548" y="844"/>
                    <a:pt x="639" y="814"/>
                    <a:pt x="730" y="723"/>
                  </a:cubicBezTo>
                  <a:cubicBezTo>
                    <a:pt x="730" y="692"/>
                    <a:pt x="761" y="692"/>
                    <a:pt x="761" y="662"/>
                  </a:cubicBezTo>
                  <a:cubicBezTo>
                    <a:pt x="761" y="601"/>
                    <a:pt x="791" y="601"/>
                    <a:pt x="791" y="571"/>
                  </a:cubicBezTo>
                  <a:cubicBezTo>
                    <a:pt x="821" y="540"/>
                    <a:pt x="821" y="540"/>
                    <a:pt x="821" y="510"/>
                  </a:cubicBezTo>
                  <a:lnTo>
                    <a:pt x="821" y="419"/>
                  </a:lnTo>
                  <a:cubicBezTo>
                    <a:pt x="821" y="297"/>
                    <a:pt x="791" y="206"/>
                    <a:pt x="730" y="115"/>
                  </a:cubicBezTo>
                  <a:cubicBezTo>
                    <a:pt x="670" y="84"/>
                    <a:pt x="609" y="84"/>
                    <a:pt x="578" y="54"/>
                  </a:cubicBezTo>
                  <a:cubicBezTo>
                    <a:pt x="518" y="18"/>
                    <a:pt x="449"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0"/>
            <p:cNvSpPr/>
            <p:nvPr/>
          </p:nvSpPr>
          <p:spPr>
            <a:xfrm>
              <a:off x="2931175" y="1419425"/>
              <a:ext cx="380725" cy="153850"/>
            </a:xfrm>
            <a:custGeom>
              <a:avLst/>
              <a:gdLst/>
              <a:ahLst/>
              <a:cxnLst/>
              <a:rect l="l" t="t" r="r" b="b"/>
              <a:pathLst>
                <a:path w="15229" h="6154" extrusionOk="0">
                  <a:moveTo>
                    <a:pt x="6551" y="1"/>
                  </a:moveTo>
                  <a:cubicBezTo>
                    <a:pt x="6516" y="1"/>
                    <a:pt x="6481" y="5"/>
                    <a:pt x="6444" y="14"/>
                  </a:cubicBezTo>
                  <a:cubicBezTo>
                    <a:pt x="6231" y="44"/>
                    <a:pt x="6080" y="257"/>
                    <a:pt x="6110" y="500"/>
                  </a:cubicBezTo>
                  <a:cubicBezTo>
                    <a:pt x="6138" y="695"/>
                    <a:pt x="6318" y="838"/>
                    <a:pt x="6488" y="838"/>
                  </a:cubicBezTo>
                  <a:cubicBezTo>
                    <a:pt x="6504" y="838"/>
                    <a:pt x="6520" y="837"/>
                    <a:pt x="6535" y="835"/>
                  </a:cubicBezTo>
                  <a:lnTo>
                    <a:pt x="6596" y="835"/>
                  </a:lnTo>
                  <a:cubicBezTo>
                    <a:pt x="6839" y="804"/>
                    <a:pt x="6991" y="561"/>
                    <a:pt x="6961" y="348"/>
                  </a:cubicBezTo>
                  <a:cubicBezTo>
                    <a:pt x="6909" y="141"/>
                    <a:pt x="6748" y="1"/>
                    <a:pt x="6551" y="1"/>
                  </a:cubicBezTo>
                  <a:close/>
                  <a:moveTo>
                    <a:pt x="8662" y="40"/>
                  </a:moveTo>
                  <a:cubicBezTo>
                    <a:pt x="8446" y="40"/>
                    <a:pt x="8265" y="184"/>
                    <a:pt x="8238" y="379"/>
                  </a:cubicBezTo>
                  <a:cubicBezTo>
                    <a:pt x="8207" y="622"/>
                    <a:pt x="8359" y="835"/>
                    <a:pt x="8572" y="865"/>
                  </a:cubicBezTo>
                  <a:cubicBezTo>
                    <a:pt x="8633" y="865"/>
                    <a:pt x="8633" y="865"/>
                    <a:pt x="8663" y="926"/>
                  </a:cubicBezTo>
                  <a:cubicBezTo>
                    <a:pt x="8846" y="926"/>
                    <a:pt x="9028" y="774"/>
                    <a:pt x="9089" y="531"/>
                  </a:cubicBezTo>
                  <a:cubicBezTo>
                    <a:pt x="9119" y="318"/>
                    <a:pt x="8967" y="75"/>
                    <a:pt x="8724" y="44"/>
                  </a:cubicBezTo>
                  <a:cubicBezTo>
                    <a:pt x="8703" y="42"/>
                    <a:pt x="8682" y="40"/>
                    <a:pt x="8662" y="40"/>
                  </a:cubicBezTo>
                  <a:close/>
                  <a:moveTo>
                    <a:pt x="4481" y="603"/>
                  </a:moveTo>
                  <a:cubicBezTo>
                    <a:pt x="4420" y="603"/>
                    <a:pt x="4354" y="618"/>
                    <a:pt x="4286" y="652"/>
                  </a:cubicBezTo>
                  <a:cubicBezTo>
                    <a:pt x="4104" y="774"/>
                    <a:pt x="3982" y="987"/>
                    <a:pt x="4104" y="1230"/>
                  </a:cubicBezTo>
                  <a:cubicBezTo>
                    <a:pt x="4157" y="1362"/>
                    <a:pt x="4279" y="1448"/>
                    <a:pt x="4390" y="1448"/>
                  </a:cubicBezTo>
                  <a:cubicBezTo>
                    <a:pt x="4406" y="1448"/>
                    <a:pt x="4422" y="1446"/>
                    <a:pt x="4438" y="1443"/>
                  </a:cubicBezTo>
                  <a:cubicBezTo>
                    <a:pt x="4499" y="1443"/>
                    <a:pt x="4590" y="1443"/>
                    <a:pt x="4621" y="1412"/>
                  </a:cubicBezTo>
                  <a:cubicBezTo>
                    <a:pt x="4864" y="1291"/>
                    <a:pt x="4985" y="1078"/>
                    <a:pt x="4864" y="835"/>
                  </a:cubicBezTo>
                  <a:cubicBezTo>
                    <a:pt x="4776" y="703"/>
                    <a:pt x="4641" y="603"/>
                    <a:pt x="4481" y="603"/>
                  </a:cubicBezTo>
                  <a:close/>
                  <a:moveTo>
                    <a:pt x="10681" y="617"/>
                  </a:moveTo>
                  <a:cubicBezTo>
                    <a:pt x="10520" y="617"/>
                    <a:pt x="10364" y="708"/>
                    <a:pt x="10274" y="865"/>
                  </a:cubicBezTo>
                  <a:cubicBezTo>
                    <a:pt x="10213" y="1108"/>
                    <a:pt x="10274" y="1321"/>
                    <a:pt x="10517" y="1443"/>
                  </a:cubicBezTo>
                  <a:cubicBezTo>
                    <a:pt x="10538" y="1443"/>
                    <a:pt x="10585" y="1456"/>
                    <a:pt x="10623" y="1456"/>
                  </a:cubicBezTo>
                  <a:cubicBezTo>
                    <a:pt x="10642" y="1456"/>
                    <a:pt x="10659" y="1453"/>
                    <a:pt x="10669" y="1443"/>
                  </a:cubicBezTo>
                  <a:cubicBezTo>
                    <a:pt x="10821" y="1443"/>
                    <a:pt x="10973" y="1382"/>
                    <a:pt x="11034" y="1230"/>
                  </a:cubicBezTo>
                  <a:cubicBezTo>
                    <a:pt x="11156" y="987"/>
                    <a:pt x="11095" y="774"/>
                    <a:pt x="10852" y="652"/>
                  </a:cubicBezTo>
                  <a:cubicBezTo>
                    <a:pt x="10796" y="628"/>
                    <a:pt x="10738" y="617"/>
                    <a:pt x="10681" y="617"/>
                  </a:cubicBezTo>
                  <a:close/>
                  <a:moveTo>
                    <a:pt x="2732" y="1758"/>
                  </a:moveTo>
                  <a:cubicBezTo>
                    <a:pt x="2627" y="1758"/>
                    <a:pt x="2519" y="1796"/>
                    <a:pt x="2432" y="1868"/>
                  </a:cubicBezTo>
                  <a:cubicBezTo>
                    <a:pt x="2250" y="2020"/>
                    <a:pt x="2250" y="2294"/>
                    <a:pt x="2402" y="2476"/>
                  </a:cubicBezTo>
                  <a:cubicBezTo>
                    <a:pt x="2462" y="2598"/>
                    <a:pt x="2584" y="2628"/>
                    <a:pt x="2736" y="2628"/>
                  </a:cubicBezTo>
                  <a:cubicBezTo>
                    <a:pt x="2797" y="2628"/>
                    <a:pt x="2918" y="2598"/>
                    <a:pt x="3010" y="2506"/>
                  </a:cubicBezTo>
                  <a:cubicBezTo>
                    <a:pt x="3162" y="2354"/>
                    <a:pt x="3192" y="2081"/>
                    <a:pt x="3040" y="1898"/>
                  </a:cubicBezTo>
                  <a:cubicBezTo>
                    <a:pt x="2960" y="1803"/>
                    <a:pt x="2848" y="1758"/>
                    <a:pt x="2732" y="1758"/>
                  </a:cubicBezTo>
                  <a:close/>
                  <a:moveTo>
                    <a:pt x="12466" y="1758"/>
                  </a:moveTo>
                  <a:cubicBezTo>
                    <a:pt x="12351" y="1758"/>
                    <a:pt x="12238" y="1803"/>
                    <a:pt x="12159" y="1898"/>
                  </a:cubicBezTo>
                  <a:cubicBezTo>
                    <a:pt x="12007" y="2081"/>
                    <a:pt x="12007" y="2354"/>
                    <a:pt x="12189" y="2506"/>
                  </a:cubicBezTo>
                  <a:cubicBezTo>
                    <a:pt x="12280" y="2598"/>
                    <a:pt x="12371" y="2628"/>
                    <a:pt x="12493" y="2628"/>
                  </a:cubicBezTo>
                  <a:cubicBezTo>
                    <a:pt x="12615" y="2628"/>
                    <a:pt x="12736" y="2598"/>
                    <a:pt x="12797" y="2476"/>
                  </a:cubicBezTo>
                  <a:cubicBezTo>
                    <a:pt x="12949" y="2294"/>
                    <a:pt x="12949" y="2020"/>
                    <a:pt x="12767" y="1868"/>
                  </a:cubicBezTo>
                  <a:cubicBezTo>
                    <a:pt x="12680" y="1796"/>
                    <a:pt x="12572" y="1758"/>
                    <a:pt x="12466" y="1758"/>
                  </a:cubicBezTo>
                  <a:close/>
                  <a:moveTo>
                    <a:pt x="1335" y="3372"/>
                  </a:moveTo>
                  <a:cubicBezTo>
                    <a:pt x="1195" y="3372"/>
                    <a:pt x="1052" y="3452"/>
                    <a:pt x="973" y="3570"/>
                  </a:cubicBezTo>
                  <a:cubicBezTo>
                    <a:pt x="821" y="3753"/>
                    <a:pt x="912" y="4026"/>
                    <a:pt x="1095" y="4148"/>
                  </a:cubicBezTo>
                  <a:cubicBezTo>
                    <a:pt x="1186" y="4209"/>
                    <a:pt x="1247" y="4209"/>
                    <a:pt x="1338" y="4209"/>
                  </a:cubicBezTo>
                  <a:cubicBezTo>
                    <a:pt x="1429" y="4209"/>
                    <a:pt x="1581" y="4148"/>
                    <a:pt x="1672" y="4026"/>
                  </a:cubicBezTo>
                  <a:cubicBezTo>
                    <a:pt x="1824" y="3844"/>
                    <a:pt x="1733" y="3570"/>
                    <a:pt x="1551" y="3449"/>
                  </a:cubicBezTo>
                  <a:cubicBezTo>
                    <a:pt x="1487" y="3395"/>
                    <a:pt x="1411" y="3372"/>
                    <a:pt x="1335" y="3372"/>
                  </a:cubicBezTo>
                  <a:close/>
                  <a:moveTo>
                    <a:pt x="13867" y="3399"/>
                  </a:moveTo>
                  <a:cubicBezTo>
                    <a:pt x="13791" y="3399"/>
                    <a:pt x="13713" y="3416"/>
                    <a:pt x="13648" y="3449"/>
                  </a:cubicBezTo>
                  <a:cubicBezTo>
                    <a:pt x="13435" y="3570"/>
                    <a:pt x="13405" y="3844"/>
                    <a:pt x="13526" y="4026"/>
                  </a:cubicBezTo>
                  <a:cubicBezTo>
                    <a:pt x="13587" y="4148"/>
                    <a:pt x="13709" y="4209"/>
                    <a:pt x="13861" y="4209"/>
                  </a:cubicBezTo>
                  <a:cubicBezTo>
                    <a:pt x="13952" y="4209"/>
                    <a:pt x="14013" y="4178"/>
                    <a:pt x="14104" y="4148"/>
                  </a:cubicBezTo>
                  <a:cubicBezTo>
                    <a:pt x="14286" y="4026"/>
                    <a:pt x="14317" y="3753"/>
                    <a:pt x="14195" y="3570"/>
                  </a:cubicBezTo>
                  <a:cubicBezTo>
                    <a:pt x="14137" y="3453"/>
                    <a:pt x="14003" y="3399"/>
                    <a:pt x="13867" y="3399"/>
                  </a:cubicBezTo>
                  <a:close/>
                  <a:moveTo>
                    <a:pt x="535" y="5268"/>
                  </a:moveTo>
                  <a:cubicBezTo>
                    <a:pt x="323" y="5268"/>
                    <a:pt x="143" y="5385"/>
                    <a:pt x="61" y="5576"/>
                  </a:cubicBezTo>
                  <a:cubicBezTo>
                    <a:pt x="0" y="5819"/>
                    <a:pt x="92" y="6032"/>
                    <a:pt x="335" y="6123"/>
                  </a:cubicBezTo>
                  <a:cubicBezTo>
                    <a:pt x="350" y="6139"/>
                    <a:pt x="373" y="6146"/>
                    <a:pt x="396" y="6146"/>
                  </a:cubicBezTo>
                  <a:cubicBezTo>
                    <a:pt x="418" y="6146"/>
                    <a:pt x="441" y="6139"/>
                    <a:pt x="456" y="6123"/>
                  </a:cubicBezTo>
                  <a:cubicBezTo>
                    <a:pt x="639" y="6123"/>
                    <a:pt x="821" y="6002"/>
                    <a:pt x="851" y="5819"/>
                  </a:cubicBezTo>
                  <a:cubicBezTo>
                    <a:pt x="943" y="5576"/>
                    <a:pt x="821" y="5364"/>
                    <a:pt x="608" y="5272"/>
                  </a:cubicBezTo>
                  <a:cubicBezTo>
                    <a:pt x="583" y="5269"/>
                    <a:pt x="559" y="5268"/>
                    <a:pt x="535" y="5268"/>
                  </a:cubicBezTo>
                  <a:close/>
                  <a:moveTo>
                    <a:pt x="14730" y="5289"/>
                  </a:moveTo>
                  <a:cubicBezTo>
                    <a:pt x="14694" y="5289"/>
                    <a:pt x="14658" y="5293"/>
                    <a:pt x="14621" y="5303"/>
                  </a:cubicBezTo>
                  <a:cubicBezTo>
                    <a:pt x="14438" y="5394"/>
                    <a:pt x="14286" y="5637"/>
                    <a:pt x="14347" y="5850"/>
                  </a:cubicBezTo>
                  <a:cubicBezTo>
                    <a:pt x="14378" y="6032"/>
                    <a:pt x="14560" y="6154"/>
                    <a:pt x="14773" y="6154"/>
                  </a:cubicBezTo>
                  <a:cubicBezTo>
                    <a:pt x="14803" y="6154"/>
                    <a:pt x="14833" y="6123"/>
                    <a:pt x="14894" y="6123"/>
                  </a:cubicBezTo>
                  <a:cubicBezTo>
                    <a:pt x="15077" y="6032"/>
                    <a:pt x="15229" y="5819"/>
                    <a:pt x="15137" y="5576"/>
                  </a:cubicBezTo>
                  <a:cubicBezTo>
                    <a:pt x="15086" y="5422"/>
                    <a:pt x="14925" y="5289"/>
                    <a:pt x="14730" y="52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0"/>
            <p:cNvSpPr/>
            <p:nvPr/>
          </p:nvSpPr>
          <p:spPr>
            <a:xfrm>
              <a:off x="3296675" y="1604600"/>
              <a:ext cx="21300" cy="21125"/>
            </a:xfrm>
            <a:custGeom>
              <a:avLst/>
              <a:gdLst/>
              <a:ahLst/>
              <a:cxnLst/>
              <a:rect l="l" t="t" r="r" b="b"/>
              <a:pathLst>
                <a:path w="852" h="845" extrusionOk="0">
                  <a:moveTo>
                    <a:pt x="426" y="1"/>
                  </a:moveTo>
                  <a:cubicBezTo>
                    <a:pt x="312" y="1"/>
                    <a:pt x="198" y="39"/>
                    <a:pt x="122" y="115"/>
                  </a:cubicBezTo>
                  <a:cubicBezTo>
                    <a:pt x="31" y="206"/>
                    <a:pt x="1" y="297"/>
                    <a:pt x="1" y="419"/>
                  </a:cubicBezTo>
                  <a:lnTo>
                    <a:pt x="1" y="510"/>
                  </a:lnTo>
                  <a:cubicBezTo>
                    <a:pt x="31" y="540"/>
                    <a:pt x="31" y="540"/>
                    <a:pt x="31" y="571"/>
                  </a:cubicBezTo>
                  <a:cubicBezTo>
                    <a:pt x="31" y="601"/>
                    <a:pt x="92" y="601"/>
                    <a:pt x="92" y="662"/>
                  </a:cubicBezTo>
                  <a:cubicBezTo>
                    <a:pt x="92" y="692"/>
                    <a:pt x="92" y="692"/>
                    <a:pt x="122" y="723"/>
                  </a:cubicBezTo>
                  <a:cubicBezTo>
                    <a:pt x="183" y="814"/>
                    <a:pt x="305" y="844"/>
                    <a:pt x="426" y="844"/>
                  </a:cubicBezTo>
                  <a:lnTo>
                    <a:pt x="487" y="844"/>
                  </a:lnTo>
                  <a:cubicBezTo>
                    <a:pt x="517" y="844"/>
                    <a:pt x="517" y="814"/>
                    <a:pt x="578" y="814"/>
                  </a:cubicBezTo>
                  <a:cubicBezTo>
                    <a:pt x="609" y="814"/>
                    <a:pt x="609" y="753"/>
                    <a:pt x="639" y="753"/>
                  </a:cubicBezTo>
                  <a:cubicBezTo>
                    <a:pt x="669" y="753"/>
                    <a:pt x="730" y="723"/>
                    <a:pt x="730" y="723"/>
                  </a:cubicBezTo>
                  <a:cubicBezTo>
                    <a:pt x="730" y="692"/>
                    <a:pt x="761" y="692"/>
                    <a:pt x="761" y="662"/>
                  </a:cubicBezTo>
                  <a:cubicBezTo>
                    <a:pt x="761" y="601"/>
                    <a:pt x="791" y="601"/>
                    <a:pt x="791" y="571"/>
                  </a:cubicBezTo>
                  <a:cubicBezTo>
                    <a:pt x="852" y="540"/>
                    <a:pt x="852" y="540"/>
                    <a:pt x="852" y="510"/>
                  </a:cubicBezTo>
                  <a:lnTo>
                    <a:pt x="852" y="419"/>
                  </a:lnTo>
                  <a:cubicBezTo>
                    <a:pt x="852" y="297"/>
                    <a:pt x="791" y="206"/>
                    <a:pt x="730" y="115"/>
                  </a:cubicBezTo>
                  <a:cubicBezTo>
                    <a:pt x="654" y="39"/>
                    <a:pt x="540"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0"/>
            <p:cNvSpPr/>
            <p:nvPr/>
          </p:nvSpPr>
          <p:spPr>
            <a:xfrm>
              <a:off x="4194875" y="1657800"/>
              <a:ext cx="22050" cy="21100"/>
            </a:xfrm>
            <a:custGeom>
              <a:avLst/>
              <a:gdLst/>
              <a:ahLst/>
              <a:cxnLst/>
              <a:rect l="l" t="t" r="r" b="b"/>
              <a:pathLst>
                <a:path w="882" h="844" extrusionOk="0">
                  <a:moveTo>
                    <a:pt x="453" y="0"/>
                  </a:moveTo>
                  <a:cubicBezTo>
                    <a:pt x="396" y="0"/>
                    <a:pt x="335" y="8"/>
                    <a:pt x="274" y="23"/>
                  </a:cubicBezTo>
                  <a:cubicBezTo>
                    <a:pt x="213" y="23"/>
                    <a:pt x="183" y="84"/>
                    <a:pt x="122" y="114"/>
                  </a:cubicBezTo>
                  <a:cubicBezTo>
                    <a:pt x="122" y="145"/>
                    <a:pt x="92" y="145"/>
                    <a:pt x="92" y="175"/>
                  </a:cubicBezTo>
                  <a:cubicBezTo>
                    <a:pt x="92" y="236"/>
                    <a:pt x="61" y="236"/>
                    <a:pt x="61" y="266"/>
                  </a:cubicBezTo>
                  <a:cubicBezTo>
                    <a:pt x="0" y="297"/>
                    <a:pt x="0" y="297"/>
                    <a:pt x="0" y="327"/>
                  </a:cubicBezTo>
                  <a:lnTo>
                    <a:pt x="0" y="418"/>
                  </a:lnTo>
                  <a:lnTo>
                    <a:pt x="0" y="509"/>
                  </a:lnTo>
                  <a:cubicBezTo>
                    <a:pt x="61" y="540"/>
                    <a:pt x="61" y="540"/>
                    <a:pt x="61" y="570"/>
                  </a:cubicBezTo>
                  <a:cubicBezTo>
                    <a:pt x="61" y="601"/>
                    <a:pt x="92" y="601"/>
                    <a:pt x="92" y="661"/>
                  </a:cubicBezTo>
                  <a:cubicBezTo>
                    <a:pt x="92" y="692"/>
                    <a:pt x="92" y="722"/>
                    <a:pt x="122" y="722"/>
                  </a:cubicBezTo>
                  <a:cubicBezTo>
                    <a:pt x="213" y="813"/>
                    <a:pt x="335" y="844"/>
                    <a:pt x="426" y="844"/>
                  </a:cubicBezTo>
                  <a:cubicBezTo>
                    <a:pt x="548" y="844"/>
                    <a:pt x="669" y="753"/>
                    <a:pt x="760" y="722"/>
                  </a:cubicBezTo>
                  <a:cubicBezTo>
                    <a:pt x="760" y="692"/>
                    <a:pt x="821" y="692"/>
                    <a:pt x="821" y="661"/>
                  </a:cubicBezTo>
                  <a:cubicBezTo>
                    <a:pt x="821" y="601"/>
                    <a:pt x="852" y="601"/>
                    <a:pt x="852" y="570"/>
                  </a:cubicBezTo>
                  <a:cubicBezTo>
                    <a:pt x="882" y="540"/>
                    <a:pt x="882" y="540"/>
                    <a:pt x="882" y="509"/>
                  </a:cubicBezTo>
                  <a:lnTo>
                    <a:pt x="882" y="418"/>
                  </a:lnTo>
                  <a:lnTo>
                    <a:pt x="882" y="327"/>
                  </a:lnTo>
                  <a:cubicBezTo>
                    <a:pt x="852" y="297"/>
                    <a:pt x="852" y="297"/>
                    <a:pt x="852" y="266"/>
                  </a:cubicBezTo>
                  <a:cubicBezTo>
                    <a:pt x="852" y="236"/>
                    <a:pt x="821" y="236"/>
                    <a:pt x="821" y="175"/>
                  </a:cubicBezTo>
                  <a:cubicBezTo>
                    <a:pt x="821" y="145"/>
                    <a:pt x="821" y="145"/>
                    <a:pt x="760" y="114"/>
                  </a:cubicBezTo>
                  <a:cubicBezTo>
                    <a:pt x="730" y="84"/>
                    <a:pt x="669" y="84"/>
                    <a:pt x="608" y="23"/>
                  </a:cubicBezTo>
                  <a:cubicBezTo>
                    <a:pt x="563" y="8"/>
                    <a:pt x="510" y="0"/>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0"/>
            <p:cNvSpPr/>
            <p:nvPr/>
          </p:nvSpPr>
          <p:spPr>
            <a:xfrm>
              <a:off x="3301250" y="1713850"/>
              <a:ext cx="911125" cy="412625"/>
            </a:xfrm>
            <a:custGeom>
              <a:avLst/>
              <a:gdLst/>
              <a:ahLst/>
              <a:cxnLst/>
              <a:rect l="l" t="t" r="r" b="b"/>
              <a:pathLst>
                <a:path w="36445" h="16505" extrusionOk="0">
                  <a:moveTo>
                    <a:pt x="36080" y="0"/>
                  </a:moveTo>
                  <a:cubicBezTo>
                    <a:pt x="35837" y="0"/>
                    <a:pt x="35654" y="152"/>
                    <a:pt x="35624" y="395"/>
                  </a:cubicBezTo>
                  <a:cubicBezTo>
                    <a:pt x="35624" y="608"/>
                    <a:pt x="35776" y="790"/>
                    <a:pt x="35989" y="851"/>
                  </a:cubicBezTo>
                  <a:lnTo>
                    <a:pt x="36019" y="851"/>
                  </a:lnTo>
                  <a:cubicBezTo>
                    <a:pt x="36201" y="851"/>
                    <a:pt x="36414" y="699"/>
                    <a:pt x="36445" y="456"/>
                  </a:cubicBezTo>
                  <a:cubicBezTo>
                    <a:pt x="36445" y="243"/>
                    <a:pt x="36293" y="30"/>
                    <a:pt x="36080" y="0"/>
                  </a:cubicBezTo>
                  <a:close/>
                  <a:moveTo>
                    <a:pt x="479" y="27"/>
                  </a:moveTo>
                  <a:cubicBezTo>
                    <a:pt x="461" y="27"/>
                    <a:pt x="443" y="28"/>
                    <a:pt x="426" y="30"/>
                  </a:cubicBezTo>
                  <a:cubicBezTo>
                    <a:pt x="213" y="30"/>
                    <a:pt x="0" y="274"/>
                    <a:pt x="61" y="486"/>
                  </a:cubicBezTo>
                  <a:cubicBezTo>
                    <a:pt x="91" y="699"/>
                    <a:pt x="243" y="882"/>
                    <a:pt x="456" y="882"/>
                  </a:cubicBezTo>
                  <a:lnTo>
                    <a:pt x="517" y="882"/>
                  </a:lnTo>
                  <a:cubicBezTo>
                    <a:pt x="760" y="882"/>
                    <a:pt x="912" y="638"/>
                    <a:pt x="882" y="426"/>
                  </a:cubicBezTo>
                  <a:cubicBezTo>
                    <a:pt x="882" y="200"/>
                    <a:pt x="699" y="27"/>
                    <a:pt x="479" y="27"/>
                  </a:cubicBezTo>
                  <a:close/>
                  <a:moveTo>
                    <a:pt x="901" y="2192"/>
                  </a:moveTo>
                  <a:cubicBezTo>
                    <a:pt x="856" y="2192"/>
                    <a:pt x="809" y="2201"/>
                    <a:pt x="760" y="2219"/>
                  </a:cubicBezTo>
                  <a:cubicBezTo>
                    <a:pt x="547" y="2280"/>
                    <a:pt x="395" y="2523"/>
                    <a:pt x="456" y="2736"/>
                  </a:cubicBezTo>
                  <a:cubicBezTo>
                    <a:pt x="539" y="2902"/>
                    <a:pt x="673" y="3044"/>
                    <a:pt x="812" y="3044"/>
                  </a:cubicBezTo>
                  <a:cubicBezTo>
                    <a:pt x="825" y="3044"/>
                    <a:pt x="838" y="3042"/>
                    <a:pt x="851" y="3040"/>
                  </a:cubicBezTo>
                  <a:lnTo>
                    <a:pt x="973" y="3040"/>
                  </a:lnTo>
                  <a:cubicBezTo>
                    <a:pt x="1186" y="2979"/>
                    <a:pt x="1337" y="2736"/>
                    <a:pt x="1277" y="2523"/>
                  </a:cubicBezTo>
                  <a:cubicBezTo>
                    <a:pt x="1228" y="2328"/>
                    <a:pt x="1082" y="2192"/>
                    <a:pt x="901" y="2192"/>
                  </a:cubicBezTo>
                  <a:close/>
                  <a:moveTo>
                    <a:pt x="35634" y="2223"/>
                  </a:moveTo>
                  <a:cubicBezTo>
                    <a:pt x="35452" y="2223"/>
                    <a:pt x="35302" y="2359"/>
                    <a:pt x="35229" y="2553"/>
                  </a:cubicBezTo>
                  <a:cubicBezTo>
                    <a:pt x="35168" y="2736"/>
                    <a:pt x="35320" y="3009"/>
                    <a:pt x="35533" y="3040"/>
                  </a:cubicBezTo>
                  <a:cubicBezTo>
                    <a:pt x="35563" y="3040"/>
                    <a:pt x="35624" y="3040"/>
                    <a:pt x="35654" y="3070"/>
                  </a:cubicBezTo>
                  <a:cubicBezTo>
                    <a:pt x="35837" y="3070"/>
                    <a:pt x="36019" y="2979"/>
                    <a:pt x="36080" y="2766"/>
                  </a:cubicBezTo>
                  <a:cubicBezTo>
                    <a:pt x="36110" y="2553"/>
                    <a:pt x="35989" y="2310"/>
                    <a:pt x="35776" y="2249"/>
                  </a:cubicBezTo>
                  <a:cubicBezTo>
                    <a:pt x="35727" y="2231"/>
                    <a:pt x="35680" y="2223"/>
                    <a:pt x="35634" y="2223"/>
                  </a:cubicBezTo>
                  <a:close/>
                  <a:moveTo>
                    <a:pt x="1561" y="4389"/>
                  </a:moveTo>
                  <a:cubicBezTo>
                    <a:pt x="1517" y="4389"/>
                    <a:pt x="1472" y="4395"/>
                    <a:pt x="1429" y="4407"/>
                  </a:cubicBezTo>
                  <a:cubicBezTo>
                    <a:pt x="1186" y="4499"/>
                    <a:pt x="1125" y="4711"/>
                    <a:pt x="1186" y="4955"/>
                  </a:cubicBezTo>
                  <a:cubicBezTo>
                    <a:pt x="1277" y="5107"/>
                    <a:pt x="1429" y="5198"/>
                    <a:pt x="1581" y="5198"/>
                  </a:cubicBezTo>
                  <a:cubicBezTo>
                    <a:pt x="1611" y="5198"/>
                    <a:pt x="1672" y="5198"/>
                    <a:pt x="1733" y="5167"/>
                  </a:cubicBezTo>
                  <a:cubicBezTo>
                    <a:pt x="1915" y="5107"/>
                    <a:pt x="2037" y="4863"/>
                    <a:pt x="1945" y="4651"/>
                  </a:cubicBezTo>
                  <a:cubicBezTo>
                    <a:pt x="1897" y="4481"/>
                    <a:pt x="1733" y="4389"/>
                    <a:pt x="1561" y="4389"/>
                  </a:cubicBezTo>
                  <a:close/>
                  <a:moveTo>
                    <a:pt x="34936" y="4385"/>
                  </a:moveTo>
                  <a:cubicBezTo>
                    <a:pt x="34777" y="4385"/>
                    <a:pt x="34606" y="4465"/>
                    <a:pt x="34560" y="4651"/>
                  </a:cubicBezTo>
                  <a:cubicBezTo>
                    <a:pt x="34438" y="4833"/>
                    <a:pt x="34560" y="5107"/>
                    <a:pt x="34773" y="5167"/>
                  </a:cubicBezTo>
                  <a:cubicBezTo>
                    <a:pt x="34803" y="5167"/>
                    <a:pt x="34894" y="5167"/>
                    <a:pt x="34925" y="5198"/>
                  </a:cubicBezTo>
                  <a:cubicBezTo>
                    <a:pt x="35077" y="5198"/>
                    <a:pt x="35229" y="5107"/>
                    <a:pt x="35320" y="4955"/>
                  </a:cubicBezTo>
                  <a:cubicBezTo>
                    <a:pt x="35381" y="4742"/>
                    <a:pt x="35320" y="4499"/>
                    <a:pt x="35077" y="4407"/>
                  </a:cubicBezTo>
                  <a:cubicBezTo>
                    <a:pt x="35034" y="4393"/>
                    <a:pt x="34986" y="4385"/>
                    <a:pt x="34936" y="4385"/>
                  </a:cubicBezTo>
                  <a:close/>
                  <a:moveTo>
                    <a:pt x="2542" y="6412"/>
                  </a:moveTo>
                  <a:cubicBezTo>
                    <a:pt x="2473" y="6412"/>
                    <a:pt x="2403" y="6433"/>
                    <a:pt x="2341" y="6474"/>
                  </a:cubicBezTo>
                  <a:cubicBezTo>
                    <a:pt x="2128" y="6566"/>
                    <a:pt x="2067" y="6839"/>
                    <a:pt x="2189" y="7021"/>
                  </a:cubicBezTo>
                  <a:cubicBezTo>
                    <a:pt x="2242" y="7154"/>
                    <a:pt x="2364" y="7240"/>
                    <a:pt x="2495" y="7240"/>
                  </a:cubicBezTo>
                  <a:cubicBezTo>
                    <a:pt x="2514" y="7240"/>
                    <a:pt x="2534" y="7238"/>
                    <a:pt x="2553" y="7234"/>
                  </a:cubicBezTo>
                  <a:cubicBezTo>
                    <a:pt x="2584" y="7234"/>
                    <a:pt x="2675" y="7234"/>
                    <a:pt x="2736" y="7173"/>
                  </a:cubicBezTo>
                  <a:cubicBezTo>
                    <a:pt x="2948" y="7082"/>
                    <a:pt x="3009" y="6809"/>
                    <a:pt x="2888" y="6626"/>
                  </a:cubicBezTo>
                  <a:cubicBezTo>
                    <a:pt x="2808" y="6487"/>
                    <a:pt x="2675" y="6412"/>
                    <a:pt x="2542" y="6412"/>
                  </a:cubicBezTo>
                  <a:close/>
                  <a:moveTo>
                    <a:pt x="34014" y="6403"/>
                  </a:moveTo>
                  <a:cubicBezTo>
                    <a:pt x="33865" y="6403"/>
                    <a:pt x="33712" y="6477"/>
                    <a:pt x="33648" y="6626"/>
                  </a:cubicBezTo>
                  <a:cubicBezTo>
                    <a:pt x="33527" y="6809"/>
                    <a:pt x="33587" y="7082"/>
                    <a:pt x="33800" y="7173"/>
                  </a:cubicBezTo>
                  <a:cubicBezTo>
                    <a:pt x="33831" y="7234"/>
                    <a:pt x="33891" y="7234"/>
                    <a:pt x="33982" y="7265"/>
                  </a:cubicBezTo>
                  <a:cubicBezTo>
                    <a:pt x="34134" y="7265"/>
                    <a:pt x="34286" y="7173"/>
                    <a:pt x="34347" y="7021"/>
                  </a:cubicBezTo>
                  <a:cubicBezTo>
                    <a:pt x="34469" y="6839"/>
                    <a:pt x="34408" y="6566"/>
                    <a:pt x="34195" y="6444"/>
                  </a:cubicBezTo>
                  <a:cubicBezTo>
                    <a:pt x="34141" y="6417"/>
                    <a:pt x="34078" y="6403"/>
                    <a:pt x="34014" y="6403"/>
                  </a:cubicBezTo>
                  <a:close/>
                  <a:moveTo>
                    <a:pt x="32805" y="8264"/>
                  </a:moveTo>
                  <a:cubicBezTo>
                    <a:pt x="32681" y="8264"/>
                    <a:pt x="32551" y="8326"/>
                    <a:pt x="32463" y="8450"/>
                  </a:cubicBezTo>
                  <a:cubicBezTo>
                    <a:pt x="32311" y="8632"/>
                    <a:pt x="32341" y="8906"/>
                    <a:pt x="32523" y="9058"/>
                  </a:cubicBezTo>
                  <a:cubicBezTo>
                    <a:pt x="32615" y="9088"/>
                    <a:pt x="32675" y="9119"/>
                    <a:pt x="32767" y="9119"/>
                  </a:cubicBezTo>
                  <a:cubicBezTo>
                    <a:pt x="32888" y="9119"/>
                    <a:pt x="33040" y="9058"/>
                    <a:pt x="33101" y="8936"/>
                  </a:cubicBezTo>
                  <a:cubicBezTo>
                    <a:pt x="33253" y="8784"/>
                    <a:pt x="33223" y="8511"/>
                    <a:pt x="33040" y="8359"/>
                  </a:cubicBezTo>
                  <a:cubicBezTo>
                    <a:pt x="32977" y="8296"/>
                    <a:pt x="32892" y="8264"/>
                    <a:pt x="32805" y="8264"/>
                  </a:cubicBezTo>
                  <a:close/>
                  <a:moveTo>
                    <a:pt x="3731" y="8281"/>
                  </a:moveTo>
                  <a:cubicBezTo>
                    <a:pt x="3653" y="8281"/>
                    <a:pt x="3573" y="8304"/>
                    <a:pt x="3496" y="8359"/>
                  </a:cubicBezTo>
                  <a:cubicBezTo>
                    <a:pt x="3313" y="8511"/>
                    <a:pt x="3283" y="8784"/>
                    <a:pt x="3435" y="8967"/>
                  </a:cubicBezTo>
                  <a:cubicBezTo>
                    <a:pt x="3485" y="9067"/>
                    <a:pt x="3577" y="9126"/>
                    <a:pt x="3694" y="9126"/>
                  </a:cubicBezTo>
                  <a:cubicBezTo>
                    <a:pt x="3718" y="9126"/>
                    <a:pt x="3743" y="9124"/>
                    <a:pt x="3769" y="9119"/>
                  </a:cubicBezTo>
                  <a:cubicBezTo>
                    <a:pt x="3860" y="9119"/>
                    <a:pt x="3921" y="9088"/>
                    <a:pt x="4012" y="9058"/>
                  </a:cubicBezTo>
                  <a:cubicBezTo>
                    <a:pt x="4195" y="8906"/>
                    <a:pt x="4225" y="8632"/>
                    <a:pt x="4073" y="8450"/>
                  </a:cubicBezTo>
                  <a:cubicBezTo>
                    <a:pt x="3995" y="8353"/>
                    <a:pt x="3868" y="8281"/>
                    <a:pt x="3731" y="8281"/>
                  </a:cubicBezTo>
                  <a:close/>
                  <a:moveTo>
                    <a:pt x="5190" y="10038"/>
                  </a:moveTo>
                  <a:cubicBezTo>
                    <a:pt x="5084" y="10038"/>
                    <a:pt x="4970" y="10076"/>
                    <a:pt x="4863" y="10152"/>
                  </a:cubicBezTo>
                  <a:cubicBezTo>
                    <a:pt x="4711" y="10335"/>
                    <a:pt x="4711" y="10608"/>
                    <a:pt x="4863" y="10760"/>
                  </a:cubicBezTo>
                  <a:cubicBezTo>
                    <a:pt x="4985" y="10821"/>
                    <a:pt x="5076" y="10882"/>
                    <a:pt x="5167" y="10882"/>
                  </a:cubicBezTo>
                  <a:cubicBezTo>
                    <a:pt x="5289" y="10882"/>
                    <a:pt x="5411" y="10821"/>
                    <a:pt x="5471" y="10760"/>
                  </a:cubicBezTo>
                  <a:cubicBezTo>
                    <a:pt x="5623" y="10578"/>
                    <a:pt x="5623" y="10304"/>
                    <a:pt x="5471" y="10152"/>
                  </a:cubicBezTo>
                  <a:cubicBezTo>
                    <a:pt x="5395" y="10076"/>
                    <a:pt x="5297" y="10038"/>
                    <a:pt x="5190" y="10038"/>
                  </a:cubicBezTo>
                  <a:close/>
                  <a:moveTo>
                    <a:pt x="31360" y="10027"/>
                  </a:moveTo>
                  <a:cubicBezTo>
                    <a:pt x="31248" y="10027"/>
                    <a:pt x="31144" y="10073"/>
                    <a:pt x="31064" y="10152"/>
                  </a:cubicBezTo>
                  <a:cubicBezTo>
                    <a:pt x="30852" y="10335"/>
                    <a:pt x="30913" y="10608"/>
                    <a:pt x="31064" y="10760"/>
                  </a:cubicBezTo>
                  <a:cubicBezTo>
                    <a:pt x="31125" y="10821"/>
                    <a:pt x="31247" y="10882"/>
                    <a:pt x="31368" y="10912"/>
                  </a:cubicBezTo>
                  <a:cubicBezTo>
                    <a:pt x="31460" y="10912"/>
                    <a:pt x="31581" y="10821"/>
                    <a:pt x="31672" y="10760"/>
                  </a:cubicBezTo>
                  <a:cubicBezTo>
                    <a:pt x="31855" y="10578"/>
                    <a:pt x="31824" y="10304"/>
                    <a:pt x="31672" y="10152"/>
                  </a:cubicBezTo>
                  <a:cubicBezTo>
                    <a:pt x="31571" y="10065"/>
                    <a:pt x="31462" y="10027"/>
                    <a:pt x="31360" y="10027"/>
                  </a:cubicBezTo>
                  <a:close/>
                  <a:moveTo>
                    <a:pt x="29706" y="11542"/>
                  </a:moveTo>
                  <a:cubicBezTo>
                    <a:pt x="29606" y="11542"/>
                    <a:pt x="29505" y="11573"/>
                    <a:pt x="29423" y="11642"/>
                  </a:cubicBezTo>
                  <a:cubicBezTo>
                    <a:pt x="29271" y="11794"/>
                    <a:pt x="29241" y="12037"/>
                    <a:pt x="29393" y="12249"/>
                  </a:cubicBezTo>
                  <a:cubicBezTo>
                    <a:pt x="29454" y="12341"/>
                    <a:pt x="29575" y="12401"/>
                    <a:pt x="29727" y="12401"/>
                  </a:cubicBezTo>
                  <a:cubicBezTo>
                    <a:pt x="29788" y="12401"/>
                    <a:pt x="29909" y="12341"/>
                    <a:pt x="30001" y="12280"/>
                  </a:cubicBezTo>
                  <a:cubicBezTo>
                    <a:pt x="30153" y="12128"/>
                    <a:pt x="30183" y="11854"/>
                    <a:pt x="30031" y="11672"/>
                  </a:cubicBezTo>
                  <a:cubicBezTo>
                    <a:pt x="29948" y="11588"/>
                    <a:pt x="29827" y="11542"/>
                    <a:pt x="29706" y="11542"/>
                  </a:cubicBezTo>
                  <a:close/>
                  <a:moveTo>
                    <a:pt x="6861" y="11557"/>
                  </a:moveTo>
                  <a:cubicBezTo>
                    <a:pt x="6739" y="11557"/>
                    <a:pt x="6619" y="11602"/>
                    <a:pt x="6535" y="11702"/>
                  </a:cubicBezTo>
                  <a:cubicBezTo>
                    <a:pt x="6383" y="11885"/>
                    <a:pt x="6383" y="12158"/>
                    <a:pt x="6596" y="12310"/>
                  </a:cubicBezTo>
                  <a:cubicBezTo>
                    <a:pt x="6642" y="12379"/>
                    <a:pt x="6704" y="12413"/>
                    <a:pt x="6771" y="12413"/>
                  </a:cubicBezTo>
                  <a:cubicBezTo>
                    <a:pt x="6794" y="12413"/>
                    <a:pt x="6816" y="12409"/>
                    <a:pt x="6839" y="12401"/>
                  </a:cubicBezTo>
                  <a:cubicBezTo>
                    <a:pt x="6991" y="12401"/>
                    <a:pt x="7113" y="12341"/>
                    <a:pt x="7204" y="12249"/>
                  </a:cubicBezTo>
                  <a:cubicBezTo>
                    <a:pt x="7356" y="12037"/>
                    <a:pt x="7356" y="11794"/>
                    <a:pt x="7143" y="11642"/>
                  </a:cubicBezTo>
                  <a:cubicBezTo>
                    <a:pt x="7061" y="11587"/>
                    <a:pt x="6961" y="11557"/>
                    <a:pt x="6861" y="11557"/>
                  </a:cubicBezTo>
                  <a:close/>
                  <a:moveTo>
                    <a:pt x="27850" y="12899"/>
                  </a:moveTo>
                  <a:cubicBezTo>
                    <a:pt x="27772" y="12899"/>
                    <a:pt x="27695" y="12916"/>
                    <a:pt x="27630" y="12949"/>
                  </a:cubicBezTo>
                  <a:cubicBezTo>
                    <a:pt x="27447" y="13070"/>
                    <a:pt x="27417" y="13344"/>
                    <a:pt x="27508" y="13526"/>
                  </a:cubicBezTo>
                  <a:cubicBezTo>
                    <a:pt x="27599" y="13648"/>
                    <a:pt x="27751" y="13708"/>
                    <a:pt x="27843" y="13708"/>
                  </a:cubicBezTo>
                  <a:cubicBezTo>
                    <a:pt x="27934" y="13708"/>
                    <a:pt x="28025" y="13678"/>
                    <a:pt x="28086" y="13648"/>
                  </a:cubicBezTo>
                  <a:cubicBezTo>
                    <a:pt x="28268" y="13526"/>
                    <a:pt x="28329" y="13253"/>
                    <a:pt x="28207" y="13070"/>
                  </a:cubicBezTo>
                  <a:cubicBezTo>
                    <a:pt x="28129" y="12953"/>
                    <a:pt x="27989" y="12899"/>
                    <a:pt x="27850" y="12899"/>
                  </a:cubicBezTo>
                  <a:close/>
                  <a:moveTo>
                    <a:pt x="8666" y="12923"/>
                  </a:moveTo>
                  <a:cubicBezTo>
                    <a:pt x="8534" y="12923"/>
                    <a:pt x="8403" y="12989"/>
                    <a:pt x="8329" y="13101"/>
                  </a:cubicBezTo>
                  <a:cubicBezTo>
                    <a:pt x="8177" y="13313"/>
                    <a:pt x="8268" y="13557"/>
                    <a:pt x="8450" y="13678"/>
                  </a:cubicBezTo>
                  <a:cubicBezTo>
                    <a:pt x="8511" y="13708"/>
                    <a:pt x="8602" y="13708"/>
                    <a:pt x="8663" y="13769"/>
                  </a:cubicBezTo>
                  <a:cubicBezTo>
                    <a:pt x="8784" y="13769"/>
                    <a:pt x="8936" y="13678"/>
                    <a:pt x="9028" y="13557"/>
                  </a:cubicBezTo>
                  <a:cubicBezTo>
                    <a:pt x="9180" y="13374"/>
                    <a:pt x="9088" y="13101"/>
                    <a:pt x="8906" y="13009"/>
                  </a:cubicBezTo>
                  <a:cubicBezTo>
                    <a:pt x="8835" y="12950"/>
                    <a:pt x="8750" y="12923"/>
                    <a:pt x="8666" y="12923"/>
                  </a:cubicBezTo>
                  <a:close/>
                  <a:moveTo>
                    <a:pt x="25880" y="13933"/>
                  </a:moveTo>
                  <a:cubicBezTo>
                    <a:pt x="25818" y="13933"/>
                    <a:pt x="25752" y="13948"/>
                    <a:pt x="25684" y="13982"/>
                  </a:cubicBezTo>
                  <a:cubicBezTo>
                    <a:pt x="25502" y="14104"/>
                    <a:pt x="25380" y="14316"/>
                    <a:pt x="25502" y="14560"/>
                  </a:cubicBezTo>
                  <a:cubicBezTo>
                    <a:pt x="25581" y="14692"/>
                    <a:pt x="25707" y="14778"/>
                    <a:pt x="25838" y="14778"/>
                  </a:cubicBezTo>
                  <a:cubicBezTo>
                    <a:pt x="25858" y="14778"/>
                    <a:pt x="25878" y="14776"/>
                    <a:pt x="25897" y="14772"/>
                  </a:cubicBezTo>
                  <a:cubicBezTo>
                    <a:pt x="25958" y="14772"/>
                    <a:pt x="26049" y="14772"/>
                    <a:pt x="26080" y="14742"/>
                  </a:cubicBezTo>
                  <a:cubicBezTo>
                    <a:pt x="26262" y="14620"/>
                    <a:pt x="26384" y="14408"/>
                    <a:pt x="26262" y="14164"/>
                  </a:cubicBezTo>
                  <a:cubicBezTo>
                    <a:pt x="26174" y="14033"/>
                    <a:pt x="26039" y="13933"/>
                    <a:pt x="25880" y="13933"/>
                  </a:cubicBezTo>
                  <a:close/>
                  <a:moveTo>
                    <a:pt x="10648" y="13972"/>
                  </a:moveTo>
                  <a:cubicBezTo>
                    <a:pt x="10492" y="13972"/>
                    <a:pt x="10360" y="14053"/>
                    <a:pt x="10274" y="14225"/>
                  </a:cubicBezTo>
                  <a:cubicBezTo>
                    <a:pt x="10152" y="14438"/>
                    <a:pt x="10243" y="14651"/>
                    <a:pt x="10456" y="14772"/>
                  </a:cubicBezTo>
                  <a:cubicBezTo>
                    <a:pt x="10487" y="14803"/>
                    <a:pt x="10578" y="14803"/>
                    <a:pt x="10639" y="14803"/>
                  </a:cubicBezTo>
                  <a:cubicBezTo>
                    <a:pt x="10791" y="14803"/>
                    <a:pt x="10943" y="14742"/>
                    <a:pt x="11034" y="14590"/>
                  </a:cubicBezTo>
                  <a:cubicBezTo>
                    <a:pt x="11155" y="14377"/>
                    <a:pt x="11064" y="14134"/>
                    <a:pt x="10851" y="14012"/>
                  </a:cubicBezTo>
                  <a:cubicBezTo>
                    <a:pt x="10780" y="13986"/>
                    <a:pt x="10712" y="13972"/>
                    <a:pt x="10648" y="13972"/>
                  </a:cubicBezTo>
                  <a:close/>
                  <a:moveTo>
                    <a:pt x="12696" y="14802"/>
                  </a:moveTo>
                  <a:cubicBezTo>
                    <a:pt x="12523" y="14802"/>
                    <a:pt x="12381" y="14912"/>
                    <a:pt x="12310" y="15076"/>
                  </a:cubicBezTo>
                  <a:cubicBezTo>
                    <a:pt x="12250" y="15319"/>
                    <a:pt x="12371" y="15532"/>
                    <a:pt x="12584" y="15623"/>
                  </a:cubicBezTo>
                  <a:cubicBezTo>
                    <a:pt x="12614" y="15654"/>
                    <a:pt x="12705" y="15654"/>
                    <a:pt x="12705" y="15654"/>
                  </a:cubicBezTo>
                  <a:cubicBezTo>
                    <a:pt x="12888" y="15654"/>
                    <a:pt x="13070" y="15532"/>
                    <a:pt x="13131" y="15350"/>
                  </a:cubicBezTo>
                  <a:cubicBezTo>
                    <a:pt x="13192" y="15137"/>
                    <a:pt x="13070" y="14894"/>
                    <a:pt x="12857" y="14833"/>
                  </a:cubicBezTo>
                  <a:cubicBezTo>
                    <a:pt x="12802" y="14812"/>
                    <a:pt x="12748" y="14802"/>
                    <a:pt x="12696" y="14802"/>
                  </a:cubicBezTo>
                  <a:close/>
                  <a:moveTo>
                    <a:pt x="23802" y="14787"/>
                  </a:moveTo>
                  <a:cubicBezTo>
                    <a:pt x="23762" y="14787"/>
                    <a:pt x="23721" y="14792"/>
                    <a:pt x="23678" y="14803"/>
                  </a:cubicBezTo>
                  <a:cubicBezTo>
                    <a:pt x="23466" y="14894"/>
                    <a:pt x="23344" y="15137"/>
                    <a:pt x="23405" y="15350"/>
                  </a:cubicBezTo>
                  <a:cubicBezTo>
                    <a:pt x="23466" y="15532"/>
                    <a:pt x="23648" y="15654"/>
                    <a:pt x="23830" y="15654"/>
                  </a:cubicBezTo>
                  <a:cubicBezTo>
                    <a:pt x="23861" y="15654"/>
                    <a:pt x="23922" y="15623"/>
                    <a:pt x="23952" y="15623"/>
                  </a:cubicBezTo>
                  <a:cubicBezTo>
                    <a:pt x="24165" y="15532"/>
                    <a:pt x="24286" y="15319"/>
                    <a:pt x="24225" y="15076"/>
                  </a:cubicBezTo>
                  <a:cubicBezTo>
                    <a:pt x="24150" y="14901"/>
                    <a:pt x="23992" y="14787"/>
                    <a:pt x="23802" y="14787"/>
                  </a:cubicBezTo>
                  <a:close/>
                  <a:moveTo>
                    <a:pt x="14923" y="15346"/>
                  </a:moveTo>
                  <a:cubicBezTo>
                    <a:pt x="14707" y="15346"/>
                    <a:pt x="14527" y="15490"/>
                    <a:pt x="14499" y="15684"/>
                  </a:cubicBezTo>
                  <a:cubicBezTo>
                    <a:pt x="14438" y="15927"/>
                    <a:pt x="14590" y="16140"/>
                    <a:pt x="14833" y="16201"/>
                  </a:cubicBezTo>
                  <a:lnTo>
                    <a:pt x="14894" y="16201"/>
                  </a:lnTo>
                  <a:cubicBezTo>
                    <a:pt x="15107" y="16201"/>
                    <a:pt x="15289" y="16049"/>
                    <a:pt x="15320" y="15836"/>
                  </a:cubicBezTo>
                  <a:cubicBezTo>
                    <a:pt x="15350" y="15623"/>
                    <a:pt x="15198" y="15380"/>
                    <a:pt x="14985" y="15350"/>
                  </a:cubicBezTo>
                  <a:cubicBezTo>
                    <a:pt x="14964" y="15347"/>
                    <a:pt x="14944" y="15346"/>
                    <a:pt x="14923" y="15346"/>
                  </a:cubicBezTo>
                  <a:close/>
                  <a:moveTo>
                    <a:pt x="21612" y="15346"/>
                  </a:moveTo>
                  <a:cubicBezTo>
                    <a:pt x="21592" y="15346"/>
                    <a:pt x="21571" y="15347"/>
                    <a:pt x="21551" y="15350"/>
                  </a:cubicBezTo>
                  <a:cubicBezTo>
                    <a:pt x="21338" y="15380"/>
                    <a:pt x="21186" y="15623"/>
                    <a:pt x="21216" y="15836"/>
                  </a:cubicBezTo>
                  <a:cubicBezTo>
                    <a:pt x="21247" y="16079"/>
                    <a:pt x="21429" y="16201"/>
                    <a:pt x="21642" y="16201"/>
                  </a:cubicBezTo>
                  <a:lnTo>
                    <a:pt x="21703" y="16201"/>
                  </a:lnTo>
                  <a:cubicBezTo>
                    <a:pt x="21946" y="16140"/>
                    <a:pt x="22098" y="15927"/>
                    <a:pt x="22037" y="15684"/>
                  </a:cubicBezTo>
                  <a:cubicBezTo>
                    <a:pt x="22009" y="15490"/>
                    <a:pt x="21829" y="15346"/>
                    <a:pt x="21612" y="15346"/>
                  </a:cubicBezTo>
                  <a:close/>
                  <a:moveTo>
                    <a:pt x="19362" y="15623"/>
                  </a:moveTo>
                  <a:cubicBezTo>
                    <a:pt x="19119" y="15654"/>
                    <a:pt x="18967" y="15836"/>
                    <a:pt x="18967" y="16079"/>
                  </a:cubicBezTo>
                  <a:cubicBezTo>
                    <a:pt x="18994" y="16267"/>
                    <a:pt x="19115" y="16455"/>
                    <a:pt x="19310" y="16455"/>
                  </a:cubicBezTo>
                  <a:cubicBezTo>
                    <a:pt x="19336" y="16455"/>
                    <a:pt x="19364" y="16451"/>
                    <a:pt x="19393" y="16444"/>
                  </a:cubicBezTo>
                  <a:lnTo>
                    <a:pt x="19423" y="16444"/>
                  </a:lnTo>
                  <a:cubicBezTo>
                    <a:pt x="19666" y="16414"/>
                    <a:pt x="19818" y="16231"/>
                    <a:pt x="19818" y="15988"/>
                  </a:cubicBezTo>
                  <a:cubicBezTo>
                    <a:pt x="19757" y="15775"/>
                    <a:pt x="19575" y="15623"/>
                    <a:pt x="19362" y="15623"/>
                  </a:cubicBezTo>
                  <a:close/>
                  <a:moveTo>
                    <a:pt x="17126" y="15650"/>
                  </a:moveTo>
                  <a:cubicBezTo>
                    <a:pt x="16927" y="15650"/>
                    <a:pt x="16718" y="15824"/>
                    <a:pt x="16718" y="16049"/>
                  </a:cubicBezTo>
                  <a:cubicBezTo>
                    <a:pt x="16687" y="16262"/>
                    <a:pt x="16870" y="16505"/>
                    <a:pt x="17113" y="16505"/>
                  </a:cubicBezTo>
                  <a:cubicBezTo>
                    <a:pt x="17386" y="16505"/>
                    <a:pt x="17569" y="16292"/>
                    <a:pt x="17569" y="16110"/>
                  </a:cubicBezTo>
                  <a:cubicBezTo>
                    <a:pt x="17599" y="15897"/>
                    <a:pt x="17417" y="15654"/>
                    <a:pt x="17174" y="15654"/>
                  </a:cubicBezTo>
                  <a:cubicBezTo>
                    <a:pt x="17158" y="15652"/>
                    <a:pt x="17142" y="15650"/>
                    <a:pt x="17126" y="15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0"/>
            <p:cNvSpPr/>
            <p:nvPr/>
          </p:nvSpPr>
          <p:spPr>
            <a:xfrm>
              <a:off x="3298950" y="1657600"/>
              <a:ext cx="20550" cy="21300"/>
            </a:xfrm>
            <a:custGeom>
              <a:avLst/>
              <a:gdLst/>
              <a:ahLst/>
              <a:cxnLst/>
              <a:rect l="l" t="t" r="r" b="b"/>
              <a:pathLst>
                <a:path w="822" h="852" extrusionOk="0">
                  <a:moveTo>
                    <a:pt x="389" y="1"/>
                  </a:moveTo>
                  <a:cubicBezTo>
                    <a:pt x="281" y="1"/>
                    <a:pt x="173" y="41"/>
                    <a:pt x="92" y="122"/>
                  </a:cubicBezTo>
                  <a:cubicBezTo>
                    <a:pt x="62" y="153"/>
                    <a:pt x="62" y="244"/>
                    <a:pt x="31" y="274"/>
                  </a:cubicBezTo>
                  <a:cubicBezTo>
                    <a:pt x="1" y="305"/>
                    <a:pt x="1" y="396"/>
                    <a:pt x="1" y="426"/>
                  </a:cubicBezTo>
                  <a:cubicBezTo>
                    <a:pt x="1" y="457"/>
                    <a:pt x="1" y="548"/>
                    <a:pt x="31" y="578"/>
                  </a:cubicBezTo>
                  <a:cubicBezTo>
                    <a:pt x="31" y="669"/>
                    <a:pt x="62" y="700"/>
                    <a:pt x="92" y="730"/>
                  </a:cubicBezTo>
                  <a:cubicBezTo>
                    <a:pt x="183" y="821"/>
                    <a:pt x="305" y="852"/>
                    <a:pt x="396" y="852"/>
                  </a:cubicBezTo>
                  <a:cubicBezTo>
                    <a:pt x="487" y="852"/>
                    <a:pt x="518" y="821"/>
                    <a:pt x="548" y="821"/>
                  </a:cubicBezTo>
                  <a:cubicBezTo>
                    <a:pt x="639" y="821"/>
                    <a:pt x="670" y="761"/>
                    <a:pt x="700" y="730"/>
                  </a:cubicBezTo>
                  <a:cubicBezTo>
                    <a:pt x="730" y="700"/>
                    <a:pt x="730" y="609"/>
                    <a:pt x="791" y="578"/>
                  </a:cubicBezTo>
                  <a:cubicBezTo>
                    <a:pt x="822" y="548"/>
                    <a:pt x="822" y="457"/>
                    <a:pt x="822" y="426"/>
                  </a:cubicBezTo>
                  <a:cubicBezTo>
                    <a:pt x="822" y="396"/>
                    <a:pt x="822" y="305"/>
                    <a:pt x="791" y="274"/>
                  </a:cubicBezTo>
                  <a:cubicBezTo>
                    <a:pt x="791" y="183"/>
                    <a:pt x="761" y="153"/>
                    <a:pt x="700" y="122"/>
                  </a:cubicBezTo>
                  <a:cubicBezTo>
                    <a:pt x="670" y="92"/>
                    <a:pt x="609" y="92"/>
                    <a:pt x="548" y="31"/>
                  </a:cubicBezTo>
                  <a:cubicBezTo>
                    <a:pt x="497" y="11"/>
                    <a:pt x="443" y="1"/>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0"/>
            <p:cNvSpPr/>
            <p:nvPr/>
          </p:nvSpPr>
          <p:spPr>
            <a:xfrm>
              <a:off x="4064175" y="1657600"/>
              <a:ext cx="21300" cy="21300"/>
            </a:xfrm>
            <a:custGeom>
              <a:avLst/>
              <a:gdLst/>
              <a:ahLst/>
              <a:cxnLst/>
              <a:rect l="l" t="t" r="r" b="b"/>
              <a:pathLst>
                <a:path w="852" h="852" extrusionOk="0">
                  <a:moveTo>
                    <a:pt x="487" y="1"/>
                  </a:moveTo>
                  <a:cubicBezTo>
                    <a:pt x="426" y="1"/>
                    <a:pt x="335" y="1"/>
                    <a:pt x="274" y="62"/>
                  </a:cubicBezTo>
                  <a:cubicBezTo>
                    <a:pt x="183" y="62"/>
                    <a:pt x="152" y="92"/>
                    <a:pt x="122" y="122"/>
                  </a:cubicBezTo>
                  <a:cubicBezTo>
                    <a:pt x="92" y="153"/>
                    <a:pt x="92" y="244"/>
                    <a:pt x="31" y="274"/>
                  </a:cubicBezTo>
                  <a:cubicBezTo>
                    <a:pt x="0" y="305"/>
                    <a:pt x="0" y="396"/>
                    <a:pt x="0" y="426"/>
                  </a:cubicBezTo>
                  <a:cubicBezTo>
                    <a:pt x="0" y="548"/>
                    <a:pt x="31" y="669"/>
                    <a:pt x="122" y="730"/>
                  </a:cubicBezTo>
                  <a:cubicBezTo>
                    <a:pt x="152" y="761"/>
                    <a:pt x="244" y="761"/>
                    <a:pt x="274" y="821"/>
                  </a:cubicBezTo>
                  <a:cubicBezTo>
                    <a:pt x="304" y="852"/>
                    <a:pt x="365" y="852"/>
                    <a:pt x="426" y="852"/>
                  </a:cubicBezTo>
                  <a:lnTo>
                    <a:pt x="487" y="852"/>
                  </a:lnTo>
                  <a:cubicBezTo>
                    <a:pt x="547" y="852"/>
                    <a:pt x="547" y="791"/>
                    <a:pt x="578" y="791"/>
                  </a:cubicBezTo>
                  <a:cubicBezTo>
                    <a:pt x="608" y="791"/>
                    <a:pt x="608" y="761"/>
                    <a:pt x="639" y="761"/>
                  </a:cubicBezTo>
                  <a:cubicBezTo>
                    <a:pt x="699" y="761"/>
                    <a:pt x="699" y="761"/>
                    <a:pt x="730" y="730"/>
                  </a:cubicBezTo>
                  <a:cubicBezTo>
                    <a:pt x="791" y="639"/>
                    <a:pt x="851" y="548"/>
                    <a:pt x="851" y="426"/>
                  </a:cubicBezTo>
                  <a:cubicBezTo>
                    <a:pt x="851" y="396"/>
                    <a:pt x="851" y="305"/>
                    <a:pt x="791" y="274"/>
                  </a:cubicBezTo>
                  <a:cubicBezTo>
                    <a:pt x="791" y="183"/>
                    <a:pt x="760" y="153"/>
                    <a:pt x="730" y="122"/>
                  </a:cubicBezTo>
                  <a:cubicBezTo>
                    <a:pt x="699" y="122"/>
                    <a:pt x="699" y="92"/>
                    <a:pt x="639" y="92"/>
                  </a:cubicBezTo>
                  <a:cubicBezTo>
                    <a:pt x="608" y="92"/>
                    <a:pt x="608" y="62"/>
                    <a:pt x="578" y="62"/>
                  </a:cubicBezTo>
                  <a:cubicBezTo>
                    <a:pt x="547" y="1"/>
                    <a:pt x="547" y="1"/>
                    <a:pt x="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0"/>
            <p:cNvSpPr/>
            <p:nvPr/>
          </p:nvSpPr>
          <p:spPr>
            <a:xfrm>
              <a:off x="3434225" y="1711975"/>
              <a:ext cx="647450" cy="283050"/>
            </a:xfrm>
            <a:custGeom>
              <a:avLst/>
              <a:gdLst/>
              <a:ahLst/>
              <a:cxnLst/>
              <a:rect l="l" t="t" r="r" b="b"/>
              <a:pathLst>
                <a:path w="25898" h="11322" extrusionOk="0">
                  <a:moveTo>
                    <a:pt x="25406" y="1"/>
                  </a:moveTo>
                  <a:cubicBezTo>
                    <a:pt x="25222" y="1"/>
                    <a:pt x="25042" y="142"/>
                    <a:pt x="25016" y="349"/>
                  </a:cubicBezTo>
                  <a:cubicBezTo>
                    <a:pt x="24986" y="561"/>
                    <a:pt x="25138" y="805"/>
                    <a:pt x="25350" y="835"/>
                  </a:cubicBezTo>
                  <a:cubicBezTo>
                    <a:pt x="25366" y="850"/>
                    <a:pt x="25373" y="858"/>
                    <a:pt x="25385" y="858"/>
                  </a:cubicBezTo>
                  <a:cubicBezTo>
                    <a:pt x="25396" y="858"/>
                    <a:pt x="25411" y="850"/>
                    <a:pt x="25442" y="835"/>
                  </a:cubicBezTo>
                  <a:cubicBezTo>
                    <a:pt x="25624" y="835"/>
                    <a:pt x="25806" y="683"/>
                    <a:pt x="25837" y="501"/>
                  </a:cubicBezTo>
                  <a:cubicBezTo>
                    <a:pt x="25897" y="257"/>
                    <a:pt x="25745" y="45"/>
                    <a:pt x="25502" y="14"/>
                  </a:cubicBezTo>
                  <a:cubicBezTo>
                    <a:pt x="25471" y="5"/>
                    <a:pt x="25438" y="1"/>
                    <a:pt x="25406" y="1"/>
                  </a:cubicBezTo>
                  <a:close/>
                  <a:moveTo>
                    <a:pt x="451" y="41"/>
                  </a:moveTo>
                  <a:cubicBezTo>
                    <a:pt x="432" y="41"/>
                    <a:pt x="414" y="42"/>
                    <a:pt x="395" y="45"/>
                  </a:cubicBezTo>
                  <a:cubicBezTo>
                    <a:pt x="152" y="75"/>
                    <a:pt x="0" y="318"/>
                    <a:pt x="61" y="531"/>
                  </a:cubicBezTo>
                  <a:cubicBezTo>
                    <a:pt x="92" y="713"/>
                    <a:pt x="243" y="865"/>
                    <a:pt x="456" y="865"/>
                  </a:cubicBezTo>
                  <a:lnTo>
                    <a:pt x="547" y="865"/>
                  </a:lnTo>
                  <a:cubicBezTo>
                    <a:pt x="760" y="835"/>
                    <a:pt x="912" y="622"/>
                    <a:pt x="882" y="379"/>
                  </a:cubicBezTo>
                  <a:cubicBezTo>
                    <a:pt x="854" y="184"/>
                    <a:pt x="648" y="41"/>
                    <a:pt x="451" y="41"/>
                  </a:cubicBezTo>
                  <a:close/>
                  <a:moveTo>
                    <a:pt x="24827" y="2142"/>
                  </a:moveTo>
                  <a:cubicBezTo>
                    <a:pt x="24653" y="2142"/>
                    <a:pt x="24509" y="2257"/>
                    <a:pt x="24438" y="2446"/>
                  </a:cubicBezTo>
                  <a:cubicBezTo>
                    <a:pt x="24378" y="2659"/>
                    <a:pt x="24469" y="2902"/>
                    <a:pt x="24712" y="2963"/>
                  </a:cubicBezTo>
                  <a:cubicBezTo>
                    <a:pt x="24727" y="2978"/>
                    <a:pt x="24758" y="2985"/>
                    <a:pt x="24788" y="2985"/>
                  </a:cubicBezTo>
                  <a:cubicBezTo>
                    <a:pt x="24818" y="2985"/>
                    <a:pt x="24849" y="2978"/>
                    <a:pt x="24864" y="2963"/>
                  </a:cubicBezTo>
                  <a:cubicBezTo>
                    <a:pt x="25016" y="2963"/>
                    <a:pt x="25168" y="2902"/>
                    <a:pt x="25229" y="2689"/>
                  </a:cubicBezTo>
                  <a:cubicBezTo>
                    <a:pt x="25320" y="2507"/>
                    <a:pt x="25198" y="2233"/>
                    <a:pt x="24986" y="2172"/>
                  </a:cubicBezTo>
                  <a:cubicBezTo>
                    <a:pt x="24931" y="2152"/>
                    <a:pt x="24878" y="2142"/>
                    <a:pt x="24827" y="2142"/>
                  </a:cubicBezTo>
                  <a:close/>
                  <a:moveTo>
                    <a:pt x="1023" y="2185"/>
                  </a:moveTo>
                  <a:cubicBezTo>
                    <a:pt x="978" y="2185"/>
                    <a:pt x="930" y="2191"/>
                    <a:pt x="882" y="2203"/>
                  </a:cubicBezTo>
                  <a:cubicBezTo>
                    <a:pt x="669" y="2294"/>
                    <a:pt x="547" y="2507"/>
                    <a:pt x="608" y="2750"/>
                  </a:cubicBezTo>
                  <a:cubicBezTo>
                    <a:pt x="699" y="2932"/>
                    <a:pt x="851" y="2993"/>
                    <a:pt x="1003" y="3054"/>
                  </a:cubicBezTo>
                  <a:cubicBezTo>
                    <a:pt x="1034" y="3054"/>
                    <a:pt x="1125" y="2993"/>
                    <a:pt x="1155" y="2993"/>
                  </a:cubicBezTo>
                  <a:cubicBezTo>
                    <a:pt x="1368" y="2932"/>
                    <a:pt x="1490" y="2689"/>
                    <a:pt x="1429" y="2476"/>
                  </a:cubicBezTo>
                  <a:cubicBezTo>
                    <a:pt x="1356" y="2282"/>
                    <a:pt x="1205" y="2185"/>
                    <a:pt x="1023" y="2185"/>
                  </a:cubicBezTo>
                  <a:close/>
                  <a:moveTo>
                    <a:pt x="23946" y="4167"/>
                  </a:moveTo>
                  <a:cubicBezTo>
                    <a:pt x="23797" y="4167"/>
                    <a:pt x="23641" y="4235"/>
                    <a:pt x="23557" y="4361"/>
                  </a:cubicBezTo>
                  <a:cubicBezTo>
                    <a:pt x="23466" y="4574"/>
                    <a:pt x="23527" y="4817"/>
                    <a:pt x="23709" y="4938"/>
                  </a:cubicBezTo>
                  <a:cubicBezTo>
                    <a:pt x="23800" y="4969"/>
                    <a:pt x="23831" y="4969"/>
                    <a:pt x="23922" y="4999"/>
                  </a:cubicBezTo>
                  <a:cubicBezTo>
                    <a:pt x="24043" y="4999"/>
                    <a:pt x="24226" y="4938"/>
                    <a:pt x="24286" y="4786"/>
                  </a:cubicBezTo>
                  <a:cubicBezTo>
                    <a:pt x="24408" y="4604"/>
                    <a:pt x="24317" y="4330"/>
                    <a:pt x="24135" y="4209"/>
                  </a:cubicBezTo>
                  <a:cubicBezTo>
                    <a:pt x="24078" y="4181"/>
                    <a:pt x="24013" y="4167"/>
                    <a:pt x="23946" y="4167"/>
                  </a:cubicBezTo>
                  <a:close/>
                  <a:moveTo>
                    <a:pt x="1952" y="4167"/>
                  </a:moveTo>
                  <a:cubicBezTo>
                    <a:pt x="1885" y="4167"/>
                    <a:pt x="1820" y="4181"/>
                    <a:pt x="1763" y="4209"/>
                  </a:cubicBezTo>
                  <a:cubicBezTo>
                    <a:pt x="1581" y="4330"/>
                    <a:pt x="1490" y="4604"/>
                    <a:pt x="1611" y="4786"/>
                  </a:cubicBezTo>
                  <a:cubicBezTo>
                    <a:pt x="1672" y="4938"/>
                    <a:pt x="1824" y="5030"/>
                    <a:pt x="1946" y="5030"/>
                  </a:cubicBezTo>
                  <a:cubicBezTo>
                    <a:pt x="2037" y="5030"/>
                    <a:pt x="2098" y="4969"/>
                    <a:pt x="2189" y="4938"/>
                  </a:cubicBezTo>
                  <a:cubicBezTo>
                    <a:pt x="2371" y="4817"/>
                    <a:pt x="2432" y="4574"/>
                    <a:pt x="2341" y="4361"/>
                  </a:cubicBezTo>
                  <a:cubicBezTo>
                    <a:pt x="2257" y="4235"/>
                    <a:pt x="2100" y="4167"/>
                    <a:pt x="1952" y="4167"/>
                  </a:cubicBezTo>
                  <a:close/>
                  <a:moveTo>
                    <a:pt x="3200" y="5945"/>
                  </a:moveTo>
                  <a:cubicBezTo>
                    <a:pt x="3111" y="5945"/>
                    <a:pt x="3022" y="5971"/>
                    <a:pt x="2949" y="6033"/>
                  </a:cubicBezTo>
                  <a:cubicBezTo>
                    <a:pt x="2797" y="6185"/>
                    <a:pt x="2736" y="6458"/>
                    <a:pt x="2888" y="6641"/>
                  </a:cubicBezTo>
                  <a:cubicBezTo>
                    <a:pt x="3010" y="6762"/>
                    <a:pt x="3131" y="6792"/>
                    <a:pt x="3253" y="6792"/>
                  </a:cubicBezTo>
                  <a:cubicBezTo>
                    <a:pt x="3313" y="6792"/>
                    <a:pt x="3435" y="6762"/>
                    <a:pt x="3496" y="6701"/>
                  </a:cubicBezTo>
                  <a:cubicBezTo>
                    <a:pt x="3648" y="6549"/>
                    <a:pt x="3709" y="6276"/>
                    <a:pt x="3557" y="6093"/>
                  </a:cubicBezTo>
                  <a:cubicBezTo>
                    <a:pt x="3466" y="6003"/>
                    <a:pt x="3332" y="5945"/>
                    <a:pt x="3200" y="5945"/>
                  </a:cubicBezTo>
                  <a:close/>
                  <a:moveTo>
                    <a:pt x="22662" y="5925"/>
                  </a:moveTo>
                  <a:cubicBezTo>
                    <a:pt x="22542" y="5925"/>
                    <a:pt x="22424" y="5978"/>
                    <a:pt x="22341" y="6093"/>
                  </a:cubicBezTo>
                  <a:cubicBezTo>
                    <a:pt x="22189" y="6276"/>
                    <a:pt x="22189" y="6519"/>
                    <a:pt x="22402" y="6701"/>
                  </a:cubicBezTo>
                  <a:cubicBezTo>
                    <a:pt x="22463" y="6762"/>
                    <a:pt x="22554" y="6792"/>
                    <a:pt x="22706" y="6792"/>
                  </a:cubicBezTo>
                  <a:cubicBezTo>
                    <a:pt x="22797" y="6792"/>
                    <a:pt x="22919" y="6762"/>
                    <a:pt x="23010" y="6641"/>
                  </a:cubicBezTo>
                  <a:cubicBezTo>
                    <a:pt x="23162" y="6458"/>
                    <a:pt x="23162" y="6185"/>
                    <a:pt x="22949" y="6033"/>
                  </a:cubicBezTo>
                  <a:cubicBezTo>
                    <a:pt x="22866" y="5963"/>
                    <a:pt x="22763" y="5925"/>
                    <a:pt x="22662" y="5925"/>
                  </a:cubicBezTo>
                  <a:close/>
                  <a:moveTo>
                    <a:pt x="21074" y="7513"/>
                  </a:moveTo>
                  <a:cubicBezTo>
                    <a:pt x="20974" y="7513"/>
                    <a:pt x="20873" y="7545"/>
                    <a:pt x="20791" y="7613"/>
                  </a:cubicBezTo>
                  <a:cubicBezTo>
                    <a:pt x="20639" y="7765"/>
                    <a:pt x="20609" y="8008"/>
                    <a:pt x="20761" y="8221"/>
                  </a:cubicBezTo>
                  <a:cubicBezTo>
                    <a:pt x="20861" y="8296"/>
                    <a:pt x="20940" y="8351"/>
                    <a:pt x="21033" y="8351"/>
                  </a:cubicBezTo>
                  <a:cubicBezTo>
                    <a:pt x="21053" y="8351"/>
                    <a:pt x="21073" y="8348"/>
                    <a:pt x="21095" y="8343"/>
                  </a:cubicBezTo>
                  <a:cubicBezTo>
                    <a:pt x="21186" y="8343"/>
                    <a:pt x="21277" y="8312"/>
                    <a:pt x="21369" y="8251"/>
                  </a:cubicBezTo>
                  <a:cubicBezTo>
                    <a:pt x="21520" y="8099"/>
                    <a:pt x="21551" y="7826"/>
                    <a:pt x="21399" y="7644"/>
                  </a:cubicBezTo>
                  <a:cubicBezTo>
                    <a:pt x="21315" y="7560"/>
                    <a:pt x="21195" y="7513"/>
                    <a:pt x="21074" y="7513"/>
                  </a:cubicBezTo>
                  <a:close/>
                  <a:moveTo>
                    <a:pt x="4807" y="7533"/>
                  </a:moveTo>
                  <a:cubicBezTo>
                    <a:pt x="4691" y="7533"/>
                    <a:pt x="4578" y="7579"/>
                    <a:pt x="4499" y="7674"/>
                  </a:cubicBezTo>
                  <a:cubicBezTo>
                    <a:pt x="4347" y="7856"/>
                    <a:pt x="4347" y="8130"/>
                    <a:pt x="4529" y="8282"/>
                  </a:cubicBezTo>
                  <a:cubicBezTo>
                    <a:pt x="4620" y="8373"/>
                    <a:pt x="4681" y="8403"/>
                    <a:pt x="4833" y="8403"/>
                  </a:cubicBezTo>
                  <a:cubicBezTo>
                    <a:pt x="4955" y="8403"/>
                    <a:pt x="5076" y="8373"/>
                    <a:pt x="5137" y="8251"/>
                  </a:cubicBezTo>
                  <a:cubicBezTo>
                    <a:pt x="5289" y="8069"/>
                    <a:pt x="5289" y="7796"/>
                    <a:pt x="5107" y="7644"/>
                  </a:cubicBezTo>
                  <a:cubicBezTo>
                    <a:pt x="5020" y="7571"/>
                    <a:pt x="4912" y="7533"/>
                    <a:pt x="4807" y="7533"/>
                  </a:cubicBezTo>
                  <a:close/>
                  <a:moveTo>
                    <a:pt x="19280" y="8804"/>
                  </a:moveTo>
                  <a:cubicBezTo>
                    <a:pt x="19212" y="8804"/>
                    <a:pt x="19146" y="8821"/>
                    <a:pt x="19089" y="8859"/>
                  </a:cubicBezTo>
                  <a:cubicBezTo>
                    <a:pt x="18906" y="8981"/>
                    <a:pt x="18815" y="9224"/>
                    <a:pt x="18937" y="9437"/>
                  </a:cubicBezTo>
                  <a:cubicBezTo>
                    <a:pt x="18988" y="9564"/>
                    <a:pt x="19080" y="9627"/>
                    <a:pt x="19198" y="9627"/>
                  </a:cubicBezTo>
                  <a:cubicBezTo>
                    <a:pt x="19221" y="9627"/>
                    <a:pt x="19246" y="9624"/>
                    <a:pt x="19271" y="9619"/>
                  </a:cubicBezTo>
                  <a:cubicBezTo>
                    <a:pt x="19362" y="9619"/>
                    <a:pt x="19423" y="9619"/>
                    <a:pt x="19514" y="9589"/>
                  </a:cubicBezTo>
                  <a:cubicBezTo>
                    <a:pt x="19697" y="9467"/>
                    <a:pt x="19758" y="9194"/>
                    <a:pt x="19666" y="9011"/>
                  </a:cubicBezTo>
                  <a:cubicBezTo>
                    <a:pt x="19583" y="8886"/>
                    <a:pt x="19428" y="8804"/>
                    <a:pt x="19280" y="8804"/>
                  </a:cubicBezTo>
                  <a:close/>
                  <a:moveTo>
                    <a:pt x="6618" y="8804"/>
                  </a:moveTo>
                  <a:cubicBezTo>
                    <a:pt x="6470" y="8804"/>
                    <a:pt x="6315" y="8886"/>
                    <a:pt x="6231" y="9011"/>
                  </a:cubicBezTo>
                  <a:cubicBezTo>
                    <a:pt x="6140" y="9194"/>
                    <a:pt x="6201" y="9467"/>
                    <a:pt x="6383" y="9589"/>
                  </a:cubicBezTo>
                  <a:cubicBezTo>
                    <a:pt x="6475" y="9619"/>
                    <a:pt x="6535" y="9650"/>
                    <a:pt x="6596" y="9650"/>
                  </a:cubicBezTo>
                  <a:cubicBezTo>
                    <a:pt x="6748" y="9650"/>
                    <a:pt x="6900" y="9589"/>
                    <a:pt x="6961" y="9437"/>
                  </a:cubicBezTo>
                  <a:cubicBezTo>
                    <a:pt x="7083" y="9224"/>
                    <a:pt x="6991" y="8981"/>
                    <a:pt x="6809" y="8859"/>
                  </a:cubicBezTo>
                  <a:cubicBezTo>
                    <a:pt x="6752" y="8821"/>
                    <a:pt x="6686" y="8804"/>
                    <a:pt x="6618" y="8804"/>
                  </a:cubicBezTo>
                  <a:close/>
                  <a:moveTo>
                    <a:pt x="8596" y="9741"/>
                  </a:moveTo>
                  <a:cubicBezTo>
                    <a:pt x="8421" y="9741"/>
                    <a:pt x="8278" y="9856"/>
                    <a:pt x="8207" y="10045"/>
                  </a:cubicBezTo>
                  <a:cubicBezTo>
                    <a:pt x="8146" y="10258"/>
                    <a:pt x="8268" y="10501"/>
                    <a:pt x="8481" y="10562"/>
                  </a:cubicBezTo>
                  <a:lnTo>
                    <a:pt x="8633" y="10562"/>
                  </a:lnTo>
                  <a:cubicBezTo>
                    <a:pt x="8785" y="10562"/>
                    <a:pt x="8937" y="10501"/>
                    <a:pt x="9028" y="10288"/>
                  </a:cubicBezTo>
                  <a:cubicBezTo>
                    <a:pt x="9089" y="10106"/>
                    <a:pt x="8967" y="9832"/>
                    <a:pt x="8754" y="9771"/>
                  </a:cubicBezTo>
                  <a:cubicBezTo>
                    <a:pt x="8700" y="9751"/>
                    <a:pt x="8646" y="9741"/>
                    <a:pt x="8596" y="9741"/>
                  </a:cubicBezTo>
                  <a:close/>
                  <a:moveTo>
                    <a:pt x="17302" y="9741"/>
                  </a:moveTo>
                  <a:cubicBezTo>
                    <a:pt x="17251" y="9741"/>
                    <a:pt x="17198" y="9751"/>
                    <a:pt x="17144" y="9771"/>
                  </a:cubicBezTo>
                  <a:cubicBezTo>
                    <a:pt x="16931" y="9832"/>
                    <a:pt x="16809" y="10075"/>
                    <a:pt x="16870" y="10288"/>
                  </a:cubicBezTo>
                  <a:cubicBezTo>
                    <a:pt x="16961" y="10501"/>
                    <a:pt x="17113" y="10562"/>
                    <a:pt x="17265" y="10592"/>
                  </a:cubicBezTo>
                  <a:cubicBezTo>
                    <a:pt x="17295" y="10592"/>
                    <a:pt x="17356" y="10562"/>
                    <a:pt x="17417" y="10562"/>
                  </a:cubicBezTo>
                  <a:cubicBezTo>
                    <a:pt x="17630" y="10501"/>
                    <a:pt x="17751" y="10258"/>
                    <a:pt x="17660" y="10045"/>
                  </a:cubicBezTo>
                  <a:cubicBezTo>
                    <a:pt x="17613" y="9856"/>
                    <a:pt x="17475" y="9741"/>
                    <a:pt x="17302" y="9741"/>
                  </a:cubicBezTo>
                  <a:close/>
                  <a:moveTo>
                    <a:pt x="10790" y="10284"/>
                  </a:moveTo>
                  <a:cubicBezTo>
                    <a:pt x="10573" y="10284"/>
                    <a:pt x="10390" y="10430"/>
                    <a:pt x="10335" y="10653"/>
                  </a:cubicBezTo>
                  <a:cubicBezTo>
                    <a:pt x="10304" y="10866"/>
                    <a:pt x="10456" y="11109"/>
                    <a:pt x="10700" y="11139"/>
                  </a:cubicBezTo>
                  <a:lnTo>
                    <a:pt x="10760" y="11139"/>
                  </a:lnTo>
                  <a:cubicBezTo>
                    <a:pt x="10943" y="11139"/>
                    <a:pt x="11156" y="10987"/>
                    <a:pt x="11186" y="10805"/>
                  </a:cubicBezTo>
                  <a:cubicBezTo>
                    <a:pt x="11216" y="10562"/>
                    <a:pt x="11064" y="10318"/>
                    <a:pt x="10852" y="10288"/>
                  </a:cubicBezTo>
                  <a:cubicBezTo>
                    <a:pt x="10831" y="10285"/>
                    <a:pt x="10810" y="10284"/>
                    <a:pt x="10790" y="10284"/>
                  </a:cubicBezTo>
                  <a:close/>
                  <a:moveTo>
                    <a:pt x="15108" y="10284"/>
                  </a:moveTo>
                  <a:cubicBezTo>
                    <a:pt x="15087" y="10284"/>
                    <a:pt x="15067" y="10285"/>
                    <a:pt x="15046" y="10288"/>
                  </a:cubicBezTo>
                  <a:cubicBezTo>
                    <a:pt x="14833" y="10349"/>
                    <a:pt x="14681" y="10562"/>
                    <a:pt x="14712" y="10805"/>
                  </a:cubicBezTo>
                  <a:cubicBezTo>
                    <a:pt x="14742" y="11017"/>
                    <a:pt x="14955" y="11139"/>
                    <a:pt x="15137" y="11139"/>
                  </a:cubicBezTo>
                  <a:lnTo>
                    <a:pt x="15198" y="11139"/>
                  </a:lnTo>
                  <a:cubicBezTo>
                    <a:pt x="15441" y="11109"/>
                    <a:pt x="15593" y="10866"/>
                    <a:pt x="15563" y="10653"/>
                  </a:cubicBezTo>
                  <a:cubicBezTo>
                    <a:pt x="15507" y="10430"/>
                    <a:pt x="15325" y="10284"/>
                    <a:pt x="15108" y="10284"/>
                  </a:cubicBezTo>
                  <a:close/>
                  <a:moveTo>
                    <a:pt x="12919" y="10501"/>
                  </a:moveTo>
                  <a:cubicBezTo>
                    <a:pt x="12706" y="10501"/>
                    <a:pt x="12523" y="10683"/>
                    <a:pt x="12523" y="10896"/>
                  </a:cubicBezTo>
                  <a:cubicBezTo>
                    <a:pt x="12523" y="11139"/>
                    <a:pt x="12706" y="11321"/>
                    <a:pt x="12919" y="11321"/>
                  </a:cubicBezTo>
                  <a:cubicBezTo>
                    <a:pt x="13162" y="11321"/>
                    <a:pt x="13344" y="11139"/>
                    <a:pt x="13344" y="10896"/>
                  </a:cubicBezTo>
                  <a:cubicBezTo>
                    <a:pt x="13344" y="10683"/>
                    <a:pt x="13162" y="10501"/>
                    <a:pt x="12919" y="1050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0"/>
            <p:cNvSpPr/>
            <p:nvPr/>
          </p:nvSpPr>
          <p:spPr>
            <a:xfrm>
              <a:off x="3429650" y="1657600"/>
              <a:ext cx="21325" cy="21300"/>
            </a:xfrm>
            <a:custGeom>
              <a:avLst/>
              <a:gdLst/>
              <a:ahLst/>
              <a:cxnLst/>
              <a:rect l="l" t="t" r="r" b="b"/>
              <a:pathLst>
                <a:path w="853" h="852" extrusionOk="0">
                  <a:moveTo>
                    <a:pt x="335" y="1"/>
                  </a:moveTo>
                  <a:cubicBezTo>
                    <a:pt x="305" y="62"/>
                    <a:pt x="305" y="62"/>
                    <a:pt x="275" y="62"/>
                  </a:cubicBezTo>
                  <a:cubicBezTo>
                    <a:pt x="244" y="62"/>
                    <a:pt x="244" y="92"/>
                    <a:pt x="183" y="92"/>
                  </a:cubicBezTo>
                  <a:cubicBezTo>
                    <a:pt x="153" y="92"/>
                    <a:pt x="153" y="92"/>
                    <a:pt x="123" y="122"/>
                  </a:cubicBezTo>
                  <a:cubicBezTo>
                    <a:pt x="31" y="214"/>
                    <a:pt x="1" y="305"/>
                    <a:pt x="1" y="426"/>
                  </a:cubicBezTo>
                  <a:cubicBezTo>
                    <a:pt x="1" y="548"/>
                    <a:pt x="31" y="669"/>
                    <a:pt x="123" y="730"/>
                  </a:cubicBezTo>
                  <a:cubicBezTo>
                    <a:pt x="153" y="730"/>
                    <a:pt x="153" y="761"/>
                    <a:pt x="183" y="761"/>
                  </a:cubicBezTo>
                  <a:cubicBezTo>
                    <a:pt x="244" y="761"/>
                    <a:pt x="244" y="821"/>
                    <a:pt x="275" y="821"/>
                  </a:cubicBezTo>
                  <a:cubicBezTo>
                    <a:pt x="305" y="852"/>
                    <a:pt x="305" y="852"/>
                    <a:pt x="335" y="852"/>
                  </a:cubicBezTo>
                  <a:lnTo>
                    <a:pt x="426" y="852"/>
                  </a:lnTo>
                  <a:cubicBezTo>
                    <a:pt x="487" y="852"/>
                    <a:pt x="548" y="821"/>
                    <a:pt x="578" y="821"/>
                  </a:cubicBezTo>
                  <a:cubicBezTo>
                    <a:pt x="639" y="821"/>
                    <a:pt x="700" y="761"/>
                    <a:pt x="730" y="730"/>
                  </a:cubicBezTo>
                  <a:cubicBezTo>
                    <a:pt x="791" y="669"/>
                    <a:pt x="852" y="548"/>
                    <a:pt x="852" y="426"/>
                  </a:cubicBezTo>
                  <a:cubicBezTo>
                    <a:pt x="852" y="305"/>
                    <a:pt x="791" y="214"/>
                    <a:pt x="730" y="122"/>
                  </a:cubicBezTo>
                  <a:cubicBezTo>
                    <a:pt x="700" y="92"/>
                    <a:pt x="609" y="92"/>
                    <a:pt x="578" y="62"/>
                  </a:cubicBezTo>
                  <a:cubicBezTo>
                    <a:pt x="487" y="1"/>
                    <a:pt x="426" y="1"/>
                    <a:pt x="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0"/>
            <p:cNvSpPr/>
            <p:nvPr/>
          </p:nvSpPr>
          <p:spPr>
            <a:xfrm>
              <a:off x="3931950" y="1593925"/>
              <a:ext cx="21300" cy="21150"/>
            </a:xfrm>
            <a:custGeom>
              <a:avLst/>
              <a:gdLst/>
              <a:ahLst/>
              <a:cxnLst/>
              <a:rect l="l" t="t" r="r" b="b"/>
              <a:pathLst>
                <a:path w="852" h="846" extrusionOk="0">
                  <a:moveTo>
                    <a:pt x="480" y="0"/>
                  </a:moveTo>
                  <a:cubicBezTo>
                    <a:pt x="445" y="0"/>
                    <a:pt x="408" y="8"/>
                    <a:pt x="365" y="25"/>
                  </a:cubicBezTo>
                  <a:cubicBezTo>
                    <a:pt x="304" y="55"/>
                    <a:pt x="304" y="55"/>
                    <a:pt x="274" y="55"/>
                  </a:cubicBezTo>
                  <a:cubicBezTo>
                    <a:pt x="244" y="55"/>
                    <a:pt x="244" y="86"/>
                    <a:pt x="213" y="86"/>
                  </a:cubicBezTo>
                  <a:cubicBezTo>
                    <a:pt x="152" y="86"/>
                    <a:pt x="122" y="86"/>
                    <a:pt x="122" y="116"/>
                  </a:cubicBezTo>
                  <a:cubicBezTo>
                    <a:pt x="61" y="207"/>
                    <a:pt x="1" y="329"/>
                    <a:pt x="1" y="420"/>
                  </a:cubicBezTo>
                  <a:cubicBezTo>
                    <a:pt x="1" y="542"/>
                    <a:pt x="61" y="663"/>
                    <a:pt x="122" y="724"/>
                  </a:cubicBezTo>
                  <a:cubicBezTo>
                    <a:pt x="152" y="724"/>
                    <a:pt x="152" y="785"/>
                    <a:pt x="213" y="785"/>
                  </a:cubicBezTo>
                  <a:cubicBezTo>
                    <a:pt x="244" y="785"/>
                    <a:pt x="244" y="815"/>
                    <a:pt x="274" y="815"/>
                  </a:cubicBezTo>
                  <a:cubicBezTo>
                    <a:pt x="304" y="846"/>
                    <a:pt x="304" y="846"/>
                    <a:pt x="365" y="846"/>
                  </a:cubicBezTo>
                  <a:lnTo>
                    <a:pt x="426" y="846"/>
                  </a:lnTo>
                  <a:cubicBezTo>
                    <a:pt x="517" y="846"/>
                    <a:pt x="608" y="815"/>
                    <a:pt x="730" y="724"/>
                  </a:cubicBezTo>
                  <a:cubicBezTo>
                    <a:pt x="821" y="663"/>
                    <a:pt x="852" y="542"/>
                    <a:pt x="852" y="420"/>
                  </a:cubicBezTo>
                  <a:lnTo>
                    <a:pt x="852" y="359"/>
                  </a:lnTo>
                  <a:cubicBezTo>
                    <a:pt x="821" y="329"/>
                    <a:pt x="821" y="329"/>
                    <a:pt x="821" y="268"/>
                  </a:cubicBezTo>
                  <a:cubicBezTo>
                    <a:pt x="821" y="238"/>
                    <a:pt x="760" y="238"/>
                    <a:pt x="760" y="207"/>
                  </a:cubicBezTo>
                  <a:cubicBezTo>
                    <a:pt x="760" y="177"/>
                    <a:pt x="760" y="177"/>
                    <a:pt x="730" y="116"/>
                  </a:cubicBezTo>
                  <a:cubicBezTo>
                    <a:pt x="642" y="50"/>
                    <a:pt x="571"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0"/>
            <p:cNvSpPr/>
            <p:nvPr/>
          </p:nvSpPr>
          <p:spPr>
            <a:xfrm>
              <a:off x="3935750" y="1279175"/>
              <a:ext cx="644425" cy="281200"/>
            </a:xfrm>
            <a:custGeom>
              <a:avLst/>
              <a:gdLst/>
              <a:ahLst/>
              <a:cxnLst/>
              <a:rect l="l" t="t" r="r" b="b"/>
              <a:pathLst>
                <a:path w="25777" h="11248" extrusionOk="0">
                  <a:moveTo>
                    <a:pt x="12888" y="1"/>
                  </a:moveTo>
                  <a:cubicBezTo>
                    <a:pt x="12676" y="1"/>
                    <a:pt x="12463" y="183"/>
                    <a:pt x="12463" y="396"/>
                  </a:cubicBezTo>
                  <a:cubicBezTo>
                    <a:pt x="12463" y="639"/>
                    <a:pt x="12676" y="821"/>
                    <a:pt x="12888" y="821"/>
                  </a:cubicBezTo>
                  <a:cubicBezTo>
                    <a:pt x="13131" y="821"/>
                    <a:pt x="13314" y="639"/>
                    <a:pt x="13314" y="396"/>
                  </a:cubicBezTo>
                  <a:cubicBezTo>
                    <a:pt x="13314" y="183"/>
                    <a:pt x="13131" y="1"/>
                    <a:pt x="12888" y="1"/>
                  </a:cubicBezTo>
                  <a:close/>
                  <a:moveTo>
                    <a:pt x="10670" y="179"/>
                  </a:moveTo>
                  <a:cubicBezTo>
                    <a:pt x="10650" y="179"/>
                    <a:pt x="10629" y="180"/>
                    <a:pt x="10609" y="183"/>
                  </a:cubicBezTo>
                  <a:cubicBezTo>
                    <a:pt x="10396" y="214"/>
                    <a:pt x="10244" y="457"/>
                    <a:pt x="10274" y="669"/>
                  </a:cubicBezTo>
                  <a:cubicBezTo>
                    <a:pt x="10305" y="852"/>
                    <a:pt x="10487" y="1004"/>
                    <a:pt x="10700" y="1004"/>
                  </a:cubicBezTo>
                  <a:lnTo>
                    <a:pt x="10761" y="1004"/>
                  </a:lnTo>
                  <a:cubicBezTo>
                    <a:pt x="11004" y="973"/>
                    <a:pt x="11156" y="761"/>
                    <a:pt x="11095" y="517"/>
                  </a:cubicBezTo>
                  <a:cubicBezTo>
                    <a:pt x="11067" y="323"/>
                    <a:pt x="10887" y="179"/>
                    <a:pt x="10670" y="179"/>
                  </a:cubicBezTo>
                  <a:close/>
                  <a:moveTo>
                    <a:pt x="15076" y="179"/>
                  </a:moveTo>
                  <a:cubicBezTo>
                    <a:pt x="14859" y="179"/>
                    <a:pt x="14679" y="323"/>
                    <a:pt x="14651" y="517"/>
                  </a:cubicBezTo>
                  <a:cubicBezTo>
                    <a:pt x="14590" y="761"/>
                    <a:pt x="14742" y="973"/>
                    <a:pt x="14986" y="1004"/>
                  </a:cubicBezTo>
                  <a:lnTo>
                    <a:pt x="15046" y="1004"/>
                  </a:lnTo>
                  <a:cubicBezTo>
                    <a:pt x="15259" y="1004"/>
                    <a:pt x="15442" y="852"/>
                    <a:pt x="15472" y="669"/>
                  </a:cubicBezTo>
                  <a:cubicBezTo>
                    <a:pt x="15502" y="457"/>
                    <a:pt x="15350" y="214"/>
                    <a:pt x="15138" y="183"/>
                  </a:cubicBezTo>
                  <a:cubicBezTo>
                    <a:pt x="15117" y="180"/>
                    <a:pt x="15096" y="179"/>
                    <a:pt x="15076" y="179"/>
                  </a:cubicBezTo>
                  <a:close/>
                  <a:moveTo>
                    <a:pt x="17177" y="730"/>
                  </a:moveTo>
                  <a:cubicBezTo>
                    <a:pt x="17011" y="730"/>
                    <a:pt x="16856" y="840"/>
                    <a:pt x="16809" y="1004"/>
                  </a:cubicBezTo>
                  <a:cubicBezTo>
                    <a:pt x="16718" y="1247"/>
                    <a:pt x="16840" y="1460"/>
                    <a:pt x="17083" y="1551"/>
                  </a:cubicBezTo>
                  <a:cubicBezTo>
                    <a:pt x="17103" y="1551"/>
                    <a:pt x="17123" y="1564"/>
                    <a:pt x="17162" y="1564"/>
                  </a:cubicBezTo>
                  <a:cubicBezTo>
                    <a:pt x="17181" y="1564"/>
                    <a:pt x="17204" y="1561"/>
                    <a:pt x="17235" y="1551"/>
                  </a:cubicBezTo>
                  <a:cubicBezTo>
                    <a:pt x="17356" y="1551"/>
                    <a:pt x="17539" y="1460"/>
                    <a:pt x="17600" y="1277"/>
                  </a:cubicBezTo>
                  <a:cubicBezTo>
                    <a:pt x="17660" y="1065"/>
                    <a:pt x="17569" y="821"/>
                    <a:pt x="17326" y="761"/>
                  </a:cubicBezTo>
                  <a:cubicBezTo>
                    <a:pt x="17277" y="740"/>
                    <a:pt x="17227" y="730"/>
                    <a:pt x="17177" y="730"/>
                  </a:cubicBezTo>
                  <a:close/>
                  <a:moveTo>
                    <a:pt x="8599" y="730"/>
                  </a:moveTo>
                  <a:cubicBezTo>
                    <a:pt x="8550" y="730"/>
                    <a:pt x="8499" y="740"/>
                    <a:pt x="8451" y="761"/>
                  </a:cubicBezTo>
                  <a:cubicBezTo>
                    <a:pt x="8207" y="821"/>
                    <a:pt x="8116" y="1065"/>
                    <a:pt x="8177" y="1277"/>
                  </a:cubicBezTo>
                  <a:cubicBezTo>
                    <a:pt x="8207" y="1460"/>
                    <a:pt x="8420" y="1581"/>
                    <a:pt x="8572" y="1581"/>
                  </a:cubicBezTo>
                  <a:cubicBezTo>
                    <a:pt x="8602" y="1581"/>
                    <a:pt x="8663" y="1581"/>
                    <a:pt x="8724" y="1551"/>
                  </a:cubicBezTo>
                  <a:cubicBezTo>
                    <a:pt x="8937" y="1460"/>
                    <a:pt x="9058" y="1247"/>
                    <a:pt x="8967" y="1004"/>
                  </a:cubicBezTo>
                  <a:cubicBezTo>
                    <a:pt x="8920" y="840"/>
                    <a:pt x="8765" y="730"/>
                    <a:pt x="8599" y="730"/>
                  </a:cubicBezTo>
                  <a:close/>
                  <a:moveTo>
                    <a:pt x="6544" y="1678"/>
                  </a:moveTo>
                  <a:cubicBezTo>
                    <a:pt x="6477" y="1678"/>
                    <a:pt x="6410" y="1695"/>
                    <a:pt x="6353" y="1733"/>
                  </a:cubicBezTo>
                  <a:cubicBezTo>
                    <a:pt x="6171" y="1855"/>
                    <a:pt x="6080" y="2128"/>
                    <a:pt x="6201" y="2311"/>
                  </a:cubicBezTo>
                  <a:cubicBezTo>
                    <a:pt x="6292" y="2432"/>
                    <a:pt x="6444" y="2493"/>
                    <a:pt x="6536" y="2524"/>
                  </a:cubicBezTo>
                  <a:cubicBezTo>
                    <a:pt x="6627" y="2524"/>
                    <a:pt x="6688" y="2493"/>
                    <a:pt x="6779" y="2463"/>
                  </a:cubicBezTo>
                  <a:cubicBezTo>
                    <a:pt x="6961" y="2341"/>
                    <a:pt x="7052" y="2068"/>
                    <a:pt x="6931" y="1885"/>
                  </a:cubicBezTo>
                  <a:cubicBezTo>
                    <a:pt x="6847" y="1760"/>
                    <a:pt x="6692" y="1678"/>
                    <a:pt x="6544" y="1678"/>
                  </a:cubicBezTo>
                  <a:close/>
                  <a:moveTo>
                    <a:pt x="19202" y="1678"/>
                  </a:moveTo>
                  <a:cubicBezTo>
                    <a:pt x="19054" y="1678"/>
                    <a:pt x="18899" y="1760"/>
                    <a:pt x="18815" y="1885"/>
                  </a:cubicBezTo>
                  <a:cubicBezTo>
                    <a:pt x="18694" y="2068"/>
                    <a:pt x="18785" y="2341"/>
                    <a:pt x="18967" y="2463"/>
                  </a:cubicBezTo>
                  <a:cubicBezTo>
                    <a:pt x="19059" y="2493"/>
                    <a:pt x="19119" y="2493"/>
                    <a:pt x="19150" y="2524"/>
                  </a:cubicBezTo>
                  <a:cubicBezTo>
                    <a:pt x="19302" y="2524"/>
                    <a:pt x="19454" y="2463"/>
                    <a:pt x="19545" y="2311"/>
                  </a:cubicBezTo>
                  <a:cubicBezTo>
                    <a:pt x="19667" y="2128"/>
                    <a:pt x="19575" y="1855"/>
                    <a:pt x="19393" y="1733"/>
                  </a:cubicBezTo>
                  <a:cubicBezTo>
                    <a:pt x="19336" y="1695"/>
                    <a:pt x="19269" y="1678"/>
                    <a:pt x="19202" y="1678"/>
                  </a:cubicBezTo>
                  <a:close/>
                  <a:moveTo>
                    <a:pt x="4782" y="2940"/>
                  </a:moveTo>
                  <a:cubicBezTo>
                    <a:pt x="4682" y="2940"/>
                    <a:pt x="4581" y="2972"/>
                    <a:pt x="4499" y="3040"/>
                  </a:cubicBezTo>
                  <a:cubicBezTo>
                    <a:pt x="4347" y="3192"/>
                    <a:pt x="4317" y="3435"/>
                    <a:pt x="4469" y="3648"/>
                  </a:cubicBezTo>
                  <a:cubicBezTo>
                    <a:pt x="4529" y="3709"/>
                    <a:pt x="4651" y="3800"/>
                    <a:pt x="4803" y="3800"/>
                  </a:cubicBezTo>
                  <a:cubicBezTo>
                    <a:pt x="4864" y="3800"/>
                    <a:pt x="4985" y="3739"/>
                    <a:pt x="5077" y="3679"/>
                  </a:cubicBezTo>
                  <a:cubicBezTo>
                    <a:pt x="5229" y="3527"/>
                    <a:pt x="5259" y="3253"/>
                    <a:pt x="5107" y="3071"/>
                  </a:cubicBezTo>
                  <a:cubicBezTo>
                    <a:pt x="5023" y="2987"/>
                    <a:pt x="4903" y="2940"/>
                    <a:pt x="4782" y="2940"/>
                  </a:cubicBezTo>
                  <a:close/>
                  <a:moveTo>
                    <a:pt x="20977" y="2930"/>
                  </a:moveTo>
                  <a:cubicBezTo>
                    <a:pt x="20862" y="2930"/>
                    <a:pt x="20749" y="2975"/>
                    <a:pt x="20670" y="3071"/>
                  </a:cubicBezTo>
                  <a:cubicBezTo>
                    <a:pt x="20518" y="3253"/>
                    <a:pt x="20518" y="3527"/>
                    <a:pt x="20730" y="3679"/>
                  </a:cubicBezTo>
                  <a:cubicBezTo>
                    <a:pt x="20791" y="3709"/>
                    <a:pt x="20913" y="3739"/>
                    <a:pt x="20974" y="3800"/>
                  </a:cubicBezTo>
                  <a:cubicBezTo>
                    <a:pt x="21126" y="3800"/>
                    <a:pt x="21247" y="3739"/>
                    <a:pt x="21338" y="3648"/>
                  </a:cubicBezTo>
                  <a:cubicBezTo>
                    <a:pt x="21490" y="3435"/>
                    <a:pt x="21490" y="3192"/>
                    <a:pt x="21277" y="3040"/>
                  </a:cubicBezTo>
                  <a:cubicBezTo>
                    <a:pt x="21190" y="2968"/>
                    <a:pt x="21083" y="2930"/>
                    <a:pt x="20977" y="2930"/>
                  </a:cubicBezTo>
                  <a:close/>
                  <a:moveTo>
                    <a:pt x="22563" y="4460"/>
                  </a:moveTo>
                  <a:cubicBezTo>
                    <a:pt x="22463" y="4460"/>
                    <a:pt x="22363" y="4492"/>
                    <a:pt x="22281" y="4560"/>
                  </a:cubicBezTo>
                  <a:cubicBezTo>
                    <a:pt x="22129" y="4712"/>
                    <a:pt x="22098" y="4955"/>
                    <a:pt x="22250" y="5168"/>
                  </a:cubicBezTo>
                  <a:cubicBezTo>
                    <a:pt x="22311" y="5259"/>
                    <a:pt x="22433" y="5320"/>
                    <a:pt x="22585" y="5320"/>
                  </a:cubicBezTo>
                  <a:cubicBezTo>
                    <a:pt x="22645" y="5320"/>
                    <a:pt x="22767" y="5259"/>
                    <a:pt x="22858" y="5198"/>
                  </a:cubicBezTo>
                  <a:cubicBezTo>
                    <a:pt x="23010" y="5046"/>
                    <a:pt x="23040" y="4773"/>
                    <a:pt x="22888" y="4590"/>
                  </a:cubicBezTo>
                  <a:cubicBezTo>
                    <a:pt x="22805" y="4507"/>
                    <a:pt x="22685" y="4460"/>
                    <a:pt x="22563" y="4460"/>
                  </a:cubicBezTo>
                  <a:close/>
                  <a:moveTo>
                    <a:pt x="3196" y="4480"/>
                  </a:moveTo>
                  <a:cubicBezTo>
                    <a:pt x="3080" y="4480"/>
                    <a:pt x="2968" y="4526"/>
                    <a:pt x="2888" y="4621"/>
                  </a:cubicBezTo>
                  <a:cubicBezTo>
                    <a:pt x="2736" y="4803"/>
                    <a:pt x="2736" y="5077"/>
                    <a:pt x="2949" y="5229"/>
                  </a:cubicBezTo>
                  <a:cubicBezTo>
                    <a:pt x="3010" y="5320"/>
                    <a:pt x="3131" y="5350"/>
                    <a:pt x="3253" y="5350"/>
                  </a:cubicBezTo>
                  <a:cubicBezTo>
                    <a:pt x="3344" y="5350"/>
                    <a:pt x="3466" y="5320"/>
                    <a:pt x="3557" y="5198"/>
                  </a:cubicBezTo>
                  <a:cubicBezTo>
                    <a:pt x="3709" y="5016"/>
                    <a:pt x="3709" y="4742"/>
                    <a:pt x="3496" y="4590"/>
                  </a:cubicBezTo>
                  <a:cubicBezTo>
                    <a:pt x="3409" y="4518"/>
                    <a:pt x="3301" y="4480"/>
                    <a:pt x="3196" y="4480"/>
                  </a:cubicBezTo>
                  <a:close/>
                  <a:moveTo>
                    <a:pt x="23805" y="6281"/>
                  </a:moveTo>
                  <a:cubicBezTo>
                    <a:pt x="23740" y="6281"/>
                    <a:pt x="23674" y="6295"/>
                    <a:pt x="23618" y="6323"/>
                  </a:cubicBezTo>
                  <a:cubicBezTo>
                    <a:pt x="23405" y="6445"/>
                    <a:pt x="23344" y="6718"/>
                    <a:pt x="23466" y="6901"/>
                  </a:cubicBezTo>
                  <a:cubicBezTo>
                    <a:pt x="23514" y="7020"/>
                    <a:pt x="23618" y="7102"/>
                    <a:pt x="23719" y="7102"/>
                  </a:cubicBezTo>
                  <a:cubicBezTo>
                    <a:pt x="23747" y="7102"/>
                    <a:pt x="23774" y="7096"/>
                    <a:pt x="23800" y="7083"/>
                  </a:cubicBezTo>
                  <a:cubicBezTo>
                    <a:pt x="23861" y="7083"/>
                    <a:pt x="23952" y="7083"/>
                    <a:pt x="24013" y="7053"/>
                  </a:cubicBezTo>
                  <a:cubicBezTo>
                    <a:pt x="24226" y="6931"/>
                    <a:pt x="24287" y="6688"/>
                    <a:pt x="24165" y="6475"/>
                  </a:cubicBezTo>
                  <a:cubicBezTo>
                    <a:pt x="24102" y="6349"/>
                    <a:pt x="23952" y="6281"/>
                    <a:pt x="23805" y="6281"/>
                  </a:cubicBezTo>
                  <a:close/>
                  <a:moveTo>
                    <a:pt x="1941" y="6281"/>
                  </a:moveTo>
                  <a:cubicBezTo>
                    <a:pt x="1794" y="6281"/>
                    <a:pt x="1644" y="6349"/>
                    <a:pt x="1581" y="6475"/>
                  </a:cubicBezTo>
                  <a:cubicBezTo>
                    <a:pt x="1459" y="6688"/>
                    <a:pt x="1520" y="6931"/>
                    <a:pt x="1733" y="7053"/>
                  </a:cubicBezTo>
                  <a:cubicBezTo>
                    <a:pt x="1794" y="7144"/>
                    <a:pt x="1885" y="7144"/>
                    <a:pt x="1915" y="7144"/>
                  </a:cubicBezTo>
                  <a:cubicBezTo>
                    <a:pt x="2067" y="7144"/>
                    <a:pt x="2219" y="7053"/>
                    <a:pt x="2280" y="6901"/>
                  </a:cubicBezTo>
                  <a:cubicBezTo>
                    <a:pt x="2402" y="6718"/>
                    <a:pt x="2341" y="6445"/>
                    <a:pt x="2128" y="6323"/>
                  </a:cubicBezTo>
                  <a:cubicBezTo>
                    <a:pt x="2072" y="6295"/>
                    <a:pt x="2007" y="6281"/>
                    <a:pt x="1941" y="6281"/>
                  </a:cubicBezTo>
                  <a:close/>
                  <a:moveTo>
                    <a:pt x="1032" y="8283"/>
                  </a:moveTo>
                  <a:cubicBezTo>
                    <a:pt x="842" y="8283"/>
                    <a:pt x="684" y="8397"/>
                    <a:pt x="608" y="8572"/>
                  </a:cubicBezTo>
                  <a:cubicBezTo>
                    <a:pt x="548" y="8815"/>
                    <a:pt x="669" y="9028"/>
                    <a:pt x="882" y="9119"/>
                  </a:cubicBezTo>
                  <a:lnTo>
                    <a:pt x="1034" y="9119"/>
                  </a:lnTo>
                  <a:cubicBezTo>
                    <a:pt x="1186" y="9119"/>
                    <a:pt x="1338" y="8998"/>
                    <a:pt x="1429" y="8846"/>
                  </a:cubicBezTo>
                  <a:cubicBezTo>
                    <a:pt x="1490" y="8663"/>
                    <a:pt x="1368" y="8390"/>
                    <a:pt x="1156" y="8299"/>
                  </a:cubicBezTo>
                  <a:cubicBezTo>
                    <a:pt x="1113" y="8288"/>
                    <a:pt x="1072" y="8283"/>
                    <a:pt x="1032" y="8283"/>
                  </a:cubicBezTo>
                  <a:close/>
                  <a:moveTo>
                    <a:pt x="24763" y="8281"/>
                  </a:moveTo>
                  <a:cubicBezTo>
                    <a:pt x="24717" y="8281"/>
                    <a:pt x="24670" y="8287"/>
                    <a:pt x="24621" y="8299"/>
                  </a:cubicBezTo>
                  <a:cubicBezTo>
                    <a:pt x="24408" y="8390"/>
                    <a:pt x="24287" y="8603"/>
                    <a:pt x="24378" y="8846"/>
                  </a:cubicBezTo>
                  <a:cubicBezTo>
                    <a:pt x="24408" y="8998"/>
                    <a:pt x="24591" y="9119"/>
                    <a:pt x="24743" y="9150"/>
                  </a:cubicBezTo>
                  <a:cubicBezTo>
                    <a:pt x="24773" y="9150"/>
                    <a:pt x="24864" y="9119"/>
                    <a:pt x="24895" y="9119"/>
                  </a:cubicBezTo>
                  <a:cubicBezTo>
                    <a:pt x="25107" y="9028"/>
                    <a:pt x="25229" y="8785"/>
                    <a:pt x="25168" y="8572"/>
                  </a:cubicBezTo>
                  <a:cubicBezTo>
                    <a:pt x="25095" y="8378"/>
                    <a:pt x="24944" y="8281"/>
                    <a:pt x="24763" y="8281"/>
                  </a:cubicBezTo>
                  <a:close/>
                  <a:moveTo>
                    <a:pt x="486" y="10392"/>
                  </a:moveTo>
                  <a:cubicBezTo>
                    <a:pt x="269" y="10392"/>
                    <a:pt x="89" y="10536"/>
                    <a:pt x="61" y="10730"/>
                  </a:cubicBezTo>
                  <a:cubicBezTo>
                    <a:pt x="0" y="10974"/>
                    <a:pt x="152" y="11186"/>
                    <a:pt x="396" y="11247"/>
                  </a:cubicBezTo>
                  <a:lnTo>
                    <a:pt x="456" y="11247"/>
                  </a:lnTo>
                  <a:cubicBezTo>
                    <a:pt x="669" y="11247"/>
                    <a:pt x="852" y="11065"/>
                    <a:pt x="882" y="10882"/>
                  </a:cubicBezTo>
                  <a:cubicBezTo>
                    <a:pt x="912" y="10670"/>
                    <a:pt x="760" y="10426"/>
                    <a:pt x="548" y="10396"/>
                  </a:cubicBezTo>
                  <a:cubicBezTo>
                    <a:pt x="527" y="10393"/>
                    <a:pt x="506" y="10392"/>
                    <a:pt x="486" y="10392"/>
                  </a:cubicBezTo>
                  <a:close/>
                  <a:moveTo>
                    <a:pt x="25291" y="10392"/>
                  </a:moveTo>
                  <a:cubicBezTo>
                    <a:pt x="25270" y="10392"/>
                    <a:pt x="25250" y="10393"/>
                    <a:pt x="25229" y="10396"/>
                  </a:cubicBezTo>
                  <a:cubicBezTo>
                    <a:pt x="25016" y="10426"/>
                    <a:pt x="24864" y="10670"/>
                    <a:pt x="24895" y="10882"/>
                  </a:cubicBezTo>
                  <a:cubicBezTo>
                    <a:pt x="24925" y="11065"/>
                    <a:pt x="25138" y="11247"/>
                    <a:pt x="25320" y="11247"/>
                  </a:cubicBezTo>
                  <a:lnTo>
                    <a:pt x="25381" y="11247"/>
                  </a:lnTo>
                  <a:cubicBezTo>
                    <a:pt x="25624" y="11186"/>
                    <a:pt x="25776" y="10974"/>
                    <a:pt x="25746" y="10730"/>
                  </a:cubicBezTo>
                  <a:cubicBezTo>
                    <a:pt x="25690" y="10536"/>
                    <a:pt x="25507" y="10392"/>
                    <a:pt x="25291" y="103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0"/>
            <p:cNvSpPr/>
            <p:nvPr/>
          </p:nvSpPr>
          <p:spPr>
            <a:xfrm>
              <a:off x="4562650" y="1593975"/>
              <a:ext cx="21325" cy="21100"/>
            </a:xfrm>
            <a:custGeom>
              <a:avLst/>
              <a:gdLst/>
              <a:ahLst/>
              <a:cxnLst/>
              <a:rect l="l" t="t" r="r" b="b"/>
              <a:pathLst>
                <a:path w="853" h="844" extrusionOk="0">
                  <a:moveTo>
                    <a:pt x="426" y="0"/>
                  </a:moveTo>
                  <a:cubicBezTo>
                    <a:pt x="313" y="0"/>
                    <a:pt x="199" y="38"/>
                    <a:pt x="123" y="114"/>
                  </a:cubicBezTo>
                  <a:cubicBezTo>
                    <a:pt x="92" y="175"/>
                    <a:pt x="92" y="236"/>
                    <a:pt x="62" y="266"/>
                  </a:cubicBezTo>
                  <a:cubicBezTo>
                    <a:pt x="1" y="327"/>
                    <a:pt x="1" y="388"/>
                    <a:pt x="1" y="418"/>
                  </a:cubicBezTo>
                  <a:cubicBezTo>
                    <a:pt x="1" y="540"/>
                    <a:pt x="62" y="661"/>
                    <a:pt x="123" y="722"/>
                  </a:cubicBezTo>
                  <a:cubicBezTo>
                    <a:pt x="183" y="813"/>
                    <a:pt x="305" y="844"/>
                    <a:pt x="426" y="844"/>
                  </a:cubicBezTo>
                  <a:cubicBezTo>
                    <a:pt x="548" y="844"/>
                    <a:pt x="670" y="813"/>
                    <a:pt x="730" y="722"/>
                  </a:cubicBezTo>
                  <a:cubicBezTo>
                    <a:pt x="822" y="661"/>
                    <a:pt x="852" y="540"/>
                    <a:pt x="852" y="418"/>
                  </a:cubicBezTo>
                  <a:cubicBezTo>
                    <a:pt x="852" y="388"/>
                    <a:pt x="852" y="296"/>
                    <a:pt x="822" y="266"/>
                  </a:cubicBezTo>
                  <a:cubicBezTo>
                    <a:pt x="822" y="205"/>
                    <a:pt x="761" y="145"/>
                    <a:pt x="730" y="114"/>
                  </a:cubicBezTo>
                  <a:cubicBezTo>
                    <a:pt x="654" y="38"/>
                    <a:pt x="540"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0"/>
            <p:cNvSpPr/>
            <p:nvPr/>
          </p:nvSpPr>
          <p:spPr>
            <a:xfrm>
              <a:off x="4061125" y="1593975"/>
              <a:ext cx="21300" cy="21100"/>
            </a:xfrm>
            <a:custGeom>
              <a:avLst/>
              <a:gdLst/>
              <a:ahLst/>
              <a:cxnLst/>
              <a:rect l="l" t="t" r="r" b="b"/>
              <a:pathLst>
                <a:path w="852" h="844" extrusionOk="0">
                  <a:moveTo>
                    <a:pt x="426" y="0"/>
                  </a:moveTo>
                  <a:cubicBezTo>
                    <a:pt x="312" y="0"/>
                    <a:pt x="198" y="38"/>
                    <a:pt x="122" y="114"/>
                  </a:cubicBezTo>
                  <a:cubicBezTo>
                    <a:pt x="92" y="145"/>
                    <a:pt x="92" y="236"/>
                    <a:pt x="62" y="266"/>
                  </a:cubicBezTo>
                  <a:cubicBezTo>
                    <a:pt x="1" y="296"/>
                    <a:pt x="1" y="388"/>
                    <a:pt x="1" y="418"/>
                  </a:cubicBezTo>
                  <a:lnTo>
                    <a:pt x="1" y="509"/>
                  </a:lnTo>
                  <a:cubicBezTo>
                    <a:pt x="62" y="540"/>
                    <a:pt x="62" y="540"/>
                    <a:pt x="62" y="570"/>
                  </a:cubicBezTo>
                  <a:cubicBezTo>
                    <a:pt x="62" y="631"/>
                    <a:pt x="92" y="631"/>
                    <a:pt x="92" y="661"/>
                  </a:cubicBezTo>
                  <a:cubicBezTo>
                    <a:pt x="92" y="692"/>
                    <a:pt x="122" y="722"/>
                    <a:pt x="122" y="722"/>
                  </a:cubicBezTo>
                  <a:cubicBezTo>
                    <a:pt x="214" y="813"/>
                    <a:pt x="305" y="844"/>
                    <a:pt x="426" y="844"/>
                  </a:cubicBezTo>
                  <a:cubicBezTo>
                    <a:pt x="548" y="844"/>
                    <a:pt x="669" y="813"/>
                    <a:pt x="730" y="722"/>
                  </a:cubicBezTo>
                  <a:cubicBezTo>
                    <a:pt x="821" y="661"/>
                    <a:pt x="852" y="540"/>
                    <a:pt x="852" y="418"/>
                  </a:cubicBezTo>
                  <a:cubicBezTo>
                    <a:pt x="852" y="388"/>
                    <a:pt x="852" y="296"/>
                    <a:pt x="821" y="266"/>
                  </a:cubicBezTo>
                  <a:cubicBezTo>
                    <a:pt x="821" y="205"/>
                    <a:pt x="761" y="145"/>
                    <a:pt x="730" y="114"/>
                  </a:cubicBezTo>
                  <a:cubicBezTo>
                    <a:pt x="654" y="38"/>
                    <a:pt x="540"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0"/>
            <p:cNvSpPr/>
            <p:nvPr/>
          </p:nvSpPr>
          <p:spPr>
            <a:xfrm>
              <a:off x="4067975" y="1409025"/>
              <a:ext cx="380725" cy="153425"/>
            </a:xfrm>
            <a:custGeom>
              <a:avLst/>
              <a:gdLst/>
              <a:ahLst/>
              <a:cxnLst/>
              <a:rect l="l" t="t" r="r" b="b"/>
              <a:pathLst>
                <a:path w="15229" h="6137" extrusionOk="0">
                  <a:moveTo>
                    <a:pt x="6530" y="1"/>
                  </a:moveTo>
                  <a:cubicBezTo>
                    <a:pt x="6511" y="1"/>
                    <a:pt x="6493" y="2"/>
                    <a:pt x="6475" y="4"/>
                  </a:cubicBezTo>
                  <a:cubicBezTo>
                    <a:pt x="6231" y="35"/>
                    <a:pt x="6079" y="278"/>
                    <a:pt x="6110" y="491"/>
                  </a:cubicBezTo>
                  <a:cubicBezTo>
                    <a:pt x="6162" y="698"/>
                    <a:pt x="6301" y="838"/>
                    <a:pt x="6454" y="838"/>
                  </a:cubicBezTo>
                  <a:cubicBezTo>
                    <a:pt x="6481" y="838"/>
                    <a:pt x="6508" y="834"/>
                    <a:pt x="6535" y="825"/>
                  </a:cubicBezTo>
                  <a:lnTo>
                    <a:pt x="6627" y="825"/>
                  </a:lnTo>
                  <a:cubicBezTo>
                    <a:pt x="6839" y="795"/>
                    <a:pt x="6991" y="582"/>
                    <a:pt x="6961" y="339"/>
                  </a:cubicBezTo>
                  <a:cubicBezTo>
                    <a:pt x="6933" y="144"/>
                    <a:pt x="6728" y="1"/>
                    <a:pt x="6530" y="1"/>
                  </a:cubicBezTo>
                  <a:close/>
                  <a:moveTo>
                    <a:pt x="8686" y="31"/>
                  </a:moveTo>
                  <a:cubicBezTo>
                    <a:pt x="8450" y="31"/>
                    <a:pt x="8293" y="175"/>
                    <a:pt x="8238" y="369"/>
                  </a:cubicBezTo>
                  <a:cubicBezTo>
                    <a:pt x="8207" y="612"/>
                    <a:pt x="8359" y="825"/>
                    <a:pt x="8602" y="886"/>
                  </a:cubicBezTo>
                  <a:cubicBezTo>
                    <a:pt x="8633" y="886"/>
                    <a:pt x="8633" y="886"/>
                    <a:pt x="8663" y="916"/>
                  </a:cubicBezTo>
                  <a:cubicBezTo>
                    <a:pt x="8845" y="916"/>
                    <a:pt x="9058" y="764"/>
                    <a:pt x="9089" y="521"/>
                  </a:cubicBezTo>
                  <a:cubicBezTo>
                    <a:pt x="9119" y="278"/>
                    <a:pt x="8967" y="65"/>
                    <a:pt x="8754" y="35"/>
                  </a:cubicBezTo>
                  <a:cubicBezTo>
                    <a:pt x="8731" y="32"/>
                    <a:pt x="8708" y="31"/>
                    <a:pt x="8686" y="31"/>
                  </a:cubicBezTo>
                  <a:close/>
                  <a:moveTo>
                    <a:pt x="4481" y="594"/>
                  </a:moveTo>
                  <a:cubicBezTo>
                    <a:pt x="4420" y="594"/>
                    <a:pt x="4354" y="609"/>
                    <a:pt x="4286" y="643"/>
                  </a:cubicBezTo>
                  <a:cubicBezTo>
                    <a:pt x="4104" y="764"/>
                    <a:pt x="3982" y="977"/>
                    <a:pt x="4104" y="1220"/>
                  </a:cubicBezTo>
                  <a:cubicBezTo>
                    <a:pt x="4179" y="1345"/>
                    <a:pt x="4294" y="1449"/>
                    <a:pt x="4417" y="1449"/>
                  </a:cubicBezTo>
                  <a:cubicBezTo>
                    <a:pt x="4444" y="1449"/>
                    <a:pt x="4472" y="1444"/>
                    <a:pt x="4499" y="1433"/>
                  </a:cubicBezTo>
                  <a:cubicBezTo>
                    <a:pt x="4560" y="1433"/>
                    <a:pt x="4590" y="1433"/>
                    <a:pt x="4681" y="1403"/>
                  </a:cubicBezTo>
                  <a:cubicBezTo>
                    <a:pt x="4864" y="1281"/>
                    <a:pt x="4985" y="1068"/>
                    <a:pt x="4864" y="825"/>
                  </a:cubicBezTo>
                  <a:cubicBezTo>
                    <a:pt x="4776" y="694"/>
                    <a:pt x="4641" y="594"/>
                    <a:pt x="4481" y="594"/>
                  </a:cubicBezTo>
                  <a:close/>
                  <a:moveTo>
                    <a:pt x="10702" y="621"/>
                  </a:moveTo>
                  <a:cubicBezTo>
                    <a:pt x="10543" y="621"/>
                    <a:pt x="10397" y="700"/>
                    <a:pt x="10304" y="886"/>
                  </a:cubicBezTo>
                  <a:cubicBezTo>
                    <a:pt x="10213" y="1099"/>
                    <a:pt x="10304" y="1342"/>
                    <a:pt x="10517" y="1433"/>
                  </a:cubicBezTo>
                  <a:cubicBezTo>
                    <a:pt x="10558" y="1433"/>
                    <a:pt x="10598" y="1460"/>
                    <a:pt x="10630" y="1460"/>
                  </a:cubicBezTo>
                  <a:cubicBezTo>
                    <a:pt x="10646" y="1460"/>
                    <a:pt x="10659" y="1453"/>
                    <a:pt x="10669" y="1433"/>
                  </a:cubicBezTo>
                  <a:cubicBezTo>
                    <a:pt x="10821" y="1433"/>
                    <a:pt x="10973" y="1372"/>
                    <a:pt x="11064" y="1220"/>
                  </a:cubicBezTo>
                  <a:cubicBezTo>
                    <a:pt x="11186" y="977"/>
                    <a:pt x="11095" y="764"/>
                    <a:pt x="10852" y="643"/>
                  </a:cubicBezTo>
                  <a:cubicBezTo>
                    <a:pt x="10801" y="628"/>
                    <a:pt x="10751" y="621"/>
                    <a:pt x="10702" y="621"/>
                  </a:cubicBezTo>
                  <a:close/>
                  <a:moveTo>
                    <a:pt x="2732" y="1748"/>
                  </a:moveTo>
                  <a:cubicBezTo>
                    <a:pt x="2627" y="1748"/>
                    <a:pt x="2519" y="1786"/>
                    <a:pt x="2432" y="1859"/>
                  </a:cubicBezTo>
                  <a:cubicBezTo>
                    <a:pt x="2280" y="2011"/>
                    <a:pt x="2250" y="2284"/>
                    <a:pt x="2402" y="2466"/>
                  </a:cubicBezTo>
                  <a:cubicBezTo>
                    <a:pt x="2462" y="2588"/>
                    <a:pt x="2584" y="2618"/>
                    <a:pt x="2736" y="2618"/>
                  </a:cubicBezTo>
                  <a:cubicBezTo>
                    <a:pt x="2827" y="2618"/>
                    <a:pt x="2918" y="2588"/>
                    <a:pt x="3010" y="2497"/>
                  </a:cubicBezTo>
                  <a:cubicBezTo>
                    <a:pt x="3162" y="2345"/>
                    <a:pt x="3192" y="2071"/>
                    <a:pt x="3040" y="1889"/>
                  </a:cubicBezTo>
                  <a:cubicBezTo>
                    <a:pt x="2960" y="1794"/>
                    <a:pt x="2848" y="1748"/>
                    <a:pt x="2732" y="1748"/>
                  </a:cubicBezTo>
                  <a:close/>
                  <a:moveTo>
                    <a:pt x="12466" y="1748"/>
                  </a:moveTo>
                  <a:cubicBezTo>
                    <a:pt x="12351" y="1748"/>
                    <a:pt x="12238" y="1794"/>
                    <a:pt x="12159" y="1889"/>
                  </a:cubicBezTo>
                  <a:cubicBezTo>
                    <a:pt x="12007" y="2102"/>
                    <a:pt x="12007" y="2345"/>
                    <a:pt x="12189" y="2497"/>
                  </a:cubicBezTo>
                  <a:cubicBezTo>
                    <a:pt x="12280" y="2588"/>
                    <a:pt x="12402" y="2618"/>
                    <a:pt x="12493" y="2618"/>
                  </a:cubicBezTo>
                  <a:cubicBezTo>
                    <a:pt x="12615" y="2618"/>
                    <a:pt x="12736" y="2588"/>
                    <a:pt x="12797" y="2466"/>
                  </a:cubicBezTo>
                  <a:cubicBezTo>
                    <a:pt x="12949" y="2284"/>
                    <a:pt x="12949" y="2011"/>
                    <a:pt x="12767" y="1859"/>
                  </a:cubicBezTo>
                  <a:cubicBezTo>
                    <a:pt x="12680" y="1786"/>
                    <a:pt x="12572" y="1748"/>
                    <a:pt x="12466" y="1748"/>
                  </a:cubicBezTo>
                  <a:close/>
                  <a:moveTo>
                    <a:pt x="1312" y="3383"/>
                  </a:moveTo>
                  <a:cubicBezTo>
                    <a:pt x="1183" y="3383"/>
                    <a:pt x="1059" y="3449"/>
                    <a:pt x="1003" y="3561"/>
                  </a:cubicBezTo>
                  <a:cubicBezTo>
                    <a:pt x="851" y="3773"/>
                    <a:pt x="912" y="4017"/>
                    <a:pt x="1095" y="4138"/>
                  </a:cubicBezTo>
                  <a:cubicBezTo>
                    <a:pt x="1186" y="4169"/>
                    <a:pt x="1247" y="4229"/>
                    <a:pt x="1338" y="4229"/>
                  </a:cubicBezTo>
                  <a:cubicBezTo>
                    <a:pt x="1459" y="4229"/>
                    <a:pt x="1611" y="4138"/>
                    <a:pt x="1672" y="4017"/>
                  </a:cubicBezTo>
                  <a:cubicBezTo>
                    <a:pt x="1824" y="3834"/>
                    <a:pt x="1763" y="3561"/>
                    <a:pt x="1551" y="3469"/>
                  </a:cubicBezTo>
                  <a:cubicBezTo>
                    <a:pt x="1479" y="3410"/>
                    <a:pt x="1395" y="3383"/>
                    <a:pt x="1312" y="3383"/>
                  </a:cubicBezTo>
                  <a:close/>
                  <a:moveTo>
                    <a:pt x="13895" y="3397"/>
                  </a:moveTo>
                  <a:cubicBezTo>
                    <a:pt x="13809" y="3397"/>
                    <a:pt x="13721" y="3421"/>
                    <a:pt x="13648" y="3469"/>
                  </a:cubicBezTo>
                  <a:cubicBezTo>
                    <a:pt x="13466" y="3561"/>
                    <a:pt x="13405" y="3834"/>
                    <a:pt x="13526" y="4017"/>
                  </a:cubicBezTo>
                  <a:cubicBezTo>
                    <a:pt x="13618" y="4138"/>
                    <a:pt x="13709" y="4229"/>
                    <a:pt x="13861" y="4229"/>
                  </a:cubicBezTo>
                  <a:cubicBezTo>
                    <a:pt x="13952" y="4229"/>
                    <a:pt x="14013" y="4169"/>
                    <a:pt x="14104" y="4138"/>
                  </a:cubicBezTo>
                  <a:cubicBezTo>
                    <a:pt x="14286" y="4017"/>
                    <a:pt x="14317" y="3773"/>
                    <a:pt x="14226" y="3561"/>
                  </a:cubicBezTo>
                  <a:cubicBezTo>
                    <a:pt x="14153" y="3451"/>
                    <a:pt x="14025" y="3397"/>
                    <a:pt x="13895" y="3397"/>
                  </a:cubicBezTo>
                  <a:close/>
                  <a:moveTo>
                    <a:pt x="14764" y="5297"/>
                  </a:moveTo>
                  <a:cubicBezTo>
                    <a:pt x="14718" y="5297"/>
                    <a:pt x="14670" y="5305"/>
                    <a:pt x="14621" y="5324"/>
                  </a:cubicBezTo>
                  <a:cubicBezTo>
                    <a:pt x="14408" y="5384"/>
                    <a:pt x="14256" y="5628"/>
                    <a:pt x="14317" y="5840"/>
                  </a:cubicBezTo>
                  <a:cubicBezTo>
                    <a:pt x="14400" y="5979"/>
                    <a:pt x="14534" y="6118"/>
                    <a:pt x="14718" y="6118"/>
                  </a:cubicBezTo>
                  <a:cubicBezTo>
                    <a:pt x="14736" y="6118"/>
                    <a:pt x="14754" y="6117"/>
                    <a:pt x="14773" y="6114"/>
                  </a:cubicBezTo>
                  <a:lnTo>
                    <a:pt x="14894" y="6114"/>
                  </a:lnTo>
                  <a:cubicBezTo>
                    <a:pt x="15077" y="6053"/>
                    <a:pt x="15229" y="5810"/>
                    <a:pt x="15168" y="5597"/>
                  </a:cubicBezTo>
                  <a:cubicBezTo>
                    <a:pt x="15095" y="5428"/>
                    <a:pt x="14945" y="5297"/>
                    <a:pt x="14764" y="5297"/>
                  </a:cubicBezTo>
                  <a:close/>
                  <a:moveTo>
                    <a:pt x="456" y="5278"/>
                  </a:moveTo>
                  <a:cubicBezTo>
                    <a:pt x="265" y="5278"/>
                    <a:pt x="106" y="5396"/>
                    <a:pt x="31" y="5597"/>
                  </a:cubicBezTo>
                  <a:cubicBezTo>
                    <a:pt x="0" y="5810"/>
                    <a:pt x="122" y="6053"/>
                    <a:pt x="335" y="6114"/>
                  </a:cubicBezTo>
                  <a:cubicBezTo>
                    <a:pt x="365" y="6129"/>
                    <a:pt x="388" y="6137"/>
                    <a:pt x="407" y="6137"/>
                  </a:cubicBezTo>
                  <a:cubicBezTo>
                    <a:pt x="426" y="6137"/>
                    <a:pt x="441" y="6129"/>
                    <a:pt x="456" y="6114"/>
                  </a:cubicBezTo>
                  <a:cubicBezTo>
                    <a:pt x="639" y="6114"/>
                    <a:pt x="851" y="5992"/>
                    <a:pt x="882" y="5810"/>
                  </a:cubicBezTo>
                  <a:cubicBezTo>
                    <a:pt x="912" y="5597"/>
                    <a:pt x="791" y="5354"/>
                    <a:pt x="578" y="5293"/>
                  </a:cubicBezTo>
                  <a:cubicBezTo>
                    <a:pt x="536" y="5283"/>
                    <a:pt x="495" y="5278"/>
                    <a:pt x="456" y="52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0"/>
            <p:cNvSpPr/>
            <p:nvPr/>
          </p:nvSpPr>
          <p:spPr>
            <a:xfrm>
              <a:off x="4433475" y="1593975"/>
              <a:ext cx="21300" cy="21100"/>
            </a:xfrm>
            <a:custGeom>
              <a:avLst/>
              <a:gdLst/>
              <a:ahLst/>
              <a:cxnLst/>
              <a:rect l="l" t="t" r="r" b="b"/>
              <a:pathLst>
                <a:path w="852" h="844" extrusionOk="0">
                  <a:moveTo>
                    <a:pt x="426" y="0"/>
                  </a:moveTo>
                  <a:cubicBezTo>
                    <a:pt x="312" y="0"/>
                    <a:pt x="198" y="38"/>
                    <a:pt x="122" y="114"/>
                  </a:cubicBezTo>
                  <a:cubicBezTo>
                    <a:pt x="61" y="205"/>
                    <a:pt x="1" y="327"/>
                    <a:pt x="1" y="418"/>
                  </a:cubicBezTo>
                  <a:cubicBezTo>
                    <a:pt x="1" y="540"/>
                    <a:pt x="61" y="661"/>
                    <a:pt x="122" y="722"/>
                  </a:cubicBezTo>
                  <a:cubicBezTo>
                    <a:pt x="213" y="813"/>
                    <a:pt x="305" y="844"/>
                    <a:pt x="426" y="844"/>
                  </a:cubicBezTo>
                  <a:cubicBezTo>
                    <a:pt x="548" y="844"/>
                    <a:pt x="669" y="813"/>
                    <a:pt x="730" y="722"/>
                  </a:cubicBezTo>
                  <a:cubicBezTo>
                    <a:pt x="821" y="661"/>
                    <a:pt x="852" y="540"/>
                    <a:pt x="852" y="418"/>
                  </a:cubicBezTo>
                  <a:cubicBezTo>
                    <a:pt x="852" y="327"/>
                    <a:pt x="821" y="205"/>
                    <a:pt x="730" y="114"/>
                  </a:cubicBezTo>
                  <a:cubicBezTo>
                    <a:pt x="654" y="38"/>
                    <a:pt x="540"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0"/>
            <p:cNvSpPr/>
            <p:nvPr/>
          </p:nvSpPr>
          <p:spPr>
            <a:xfrm>
              <a:off x="5200975" y="1647150"/>
              <a:ext cx="21300" cy="21125"/>
            </a:xfrm>
            <a:custGeom>
              <a:avLst/>
              <a:gdLst/>
              <a:ahLst/>
              <a:cxnLst/>
              <a:rect l="l" t="t" r="r" b="b"/>
              <a:pathLst>
                <a:path w="852" h="845" extrusionOk="0">
                  <a:moveTo>
                    <a:pt x="426" y="1"/>
                  </a:moveTo>
                  <a:cubicBezTo>
                    <a:pt x="312" y="1"/>
                    <a:pt x="198" y="39"/>
                    <a:pt x="122" y="115"/>
                  </a:cubicBezTo>
                  <a:cubicBezTo>
                    <a:pt x="61" y="206"/>
                    <a:pt x="0" y="328"/>
                    <a:pt x="0" y="419"/>
                  </a:cubicBezTo>
                  <a:cubicBezTo>
                    <a:pt x="0" y="540"/>
                    <a:pt x="61" y="662"/>
                    <a:pt x="122" y="723"/>
                  </a:cubicBezTo>
                  <a:cubicBezTo>
                    <a:pt x="213" y="814"/>
                    <a:pt x="304" y="844"/>
                    <a:pt x="426" y="844"/>
                  </a:cubicBezTo>
                  <a:cubicBezTo>
                    <a:pt x="547" y="844"/>
                    <a:pt x="669" y="784"/>
                    <a:pt x="730" y="723"/>
                  </a:cubicBezTo>
                  <a:cubicBezTo>
                    <a:pt x="821" y="662"/>
                    <a:pt x="851" y="540"/>
                    <a:pt x="851" y="419"/>
                  </a:cubicBezTo>
                  <a:cubicBezTo>
                    <a:pt x="851" y="328"/>
                    <a:pt x="821" y="206"/>
                    <a:pt x="730" y="115"/>
                  </a:cubicBezTo>
                  <a:cubicBezTo>
                    <a:pt x="654" y="39"/>
                    <a:pt x="540"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0"/>
            <p:cNvSpPr/>
            <p:nvPr/>
          </p:nvSpPr>
          <p:spPr>
            <a:xfrm>
              <a:off x="4570250" y="1701575"/>
              <a:ext cx="648225" cy="282800"/>
            </a:xfrm>
            <a:custGeom>
              <a:avLst/>
              <a:gdLst/>
              <a:ahLst/>
              <a:cxnLst/>
              <a:rect l="l" t="t" r="r" b="b"/>
              <a:pathLst>
                <a:path w="25929" h="11312" extrusionOk="0">
                  <a:moveTo>
                    <a:pt x="25478" y="1"/>
                  </a:moveTo>
                  <a:cubicBezTo>
                    <a:pt x="25280" y="1"/>
                    <a:pt x="25075" y="145"/>
                    <a:pt x="25047" y="339"/>
                  </a:cubicBezTo>
                  <a:cubicBezTo>
                    <a:pt x="25017" y="582"/>
                    <a:pt x="25169" y="795"/>
                    <a:pt x="25381" y="825"/>
                  </a:cubicBezTo>
                  <a:lnTo>
                    <a:pt x="25473" y="825"/>
                  </a:lnTo>
                  <a:cubicBezTo>
                    <a:pt x="25655" y="825"/>
                    <a:pt x="25837" y="673"/>
                    <a:pt x="25868" y="491"/>
                  </a:cubicBezTo>
                  <a:cubicBezTo>
                    <a:pt x="25928" y="278"/>
                    <a:pt x="25776" y="35"/>
                    <a:pt x="25533" y="5"/>
                  </a:cubicBezTo>
                  <a:cubicBezTo>
                    <a:pt x="25515" y="2"/>
                    <a:pt x="25497" y="1"/>
                    <a:pt x="25478" y="1"/>
                  </a:cubicBezTo>
                  <a:close/>
                  <a:moveTo>
                    <a:pt x="451" y="31"/>
                  </a:moveTo>
                  <a:cubicBezTo>
                    <a:pt x="433" y="31"/>
                    <a:pt x="414" y="33"/>
                    <a:pt x="396" y="35"/>
                  </a:cubicBezTo>
                  <a:cubicBezTo>
                    <a:pt x="153" y="66"/>
                    <a:pt x="1" y="309"/>
                    <a:pt x="62" y="521"/>
                  </a:cubicBezTo>
                  <a:cubicBezTo>
                    <a:pt x="92" y="734"/>
                    <a:pt x="274" y="886"/>
                    <a:pt x="457" y="886"/>
                  </a:cubicBezTo>
                  <a:lnTo>
                    <a:pt x="548" y="886"/>
                  </a:lnTo>
                  <a:cubicBezTo>
                    <a:pt x="761" y="825"/>
                    <a:pt x="913" y="613"/>
                    <a:pt x="882" y="369"/>
                  </a:cubicBezTo>
                  <a:cubicBezTo>
                    <a:pt x="855" y="175"/>
                    <a:pt x="649" y="31"/>
                    <a:pt x="451" y="31"/>
                  </a:cubicBezTo>
                  <a:close/>
                  <a:moveTo>
                    <a:pt x="24875" y="2145"/>
                  </a:moveTo>
                  <a:cubicBezTo>
                    <a:pt x="24693" y="2145"/>
                    <a:pt x="24542" y="2242"/>
                    <a:pt x="24469" y="2436"/>
                  </a:cubicBezTo>
                  <a:cubicBezTo>
                    <a:pt x="24409" y="2649"/>
                    <a:pt x="24530" y="2892"/>
                    <a:pt x="24743" y="2953"/>
                  </a:cubicBezTo>
                  <a:cubicBezTo>
                    <a:pt x="24763" y="2953"/>
                    <a:pt x="24811" y="2980"/>
                    <a:pt x="24849" y="2980"/>
                  </a:cubicBezTo>
                  <a:cubicBezTo>
                    <a:pt x="24868" y="2980"/>
                    <a:pt x="24885" y="2973"/>
                    <a:pt x="24895" y="2953"/>
                  </a:cubicBezTo>
                  <a:cubicBezTo>
                    <a:pt x="25047" y="2953"/>
                    <a:pt x="25199" y="2862"/>
                    <a:pt x="25290" y="2710"/>
                  </a:cubicBezTo>
                  <a:cubicBezTo>
                    <a:pt x="25351" y="2497"/>
                    <a:pt x="25229" y="2254"/>
                    <a:pt x="25017" y="2163"/>
                  </a:cubicBezTo>
                  <a:cubicBezTo>
                    <a:pt x="24968" y="2151"/>
                    <a:pt x="24921" y="2145"/>
                    <a:pt x="24875" y="2145"/>
                  </a:cubicBezTo>
                  <a:close/>
                  <a:moveTo>
                    <a:pt x="1054" y="2175"/>
                  </a:moveTo>
                  <a:cubicBezTo>
                    <a:pt x="1009" y="2175"/>
                    <a:pt x="961" y="2181"/>
                    <a:pt x="913" y="2193"/>
                  </a:cubicBezTo>
                  <a:cubicBezTo>
                    <a:pt x="700" y="2284"/>
                    <a:pt x="578" y="2497"/>
                    <a:pt x="670" y="2740"/>
                  </a:cubicBezTo>
                  <a:cubicBezTo>
                    <a:pt x="730" y="2892"/>
                    <a:pt x="882" y="3014"/>
                    <a:pt x="1034" y="3044"/>
                  </a:cubicBezTo>
                  <a:cubicBezTo>
                    <a:pt x="1065" y="3044"/>
                    <a:pt x="1156" y="3014"/>
                    <a:pt x="1186" y="3014"/>
                  </a:cubicBezTo>
                  <a:cubicBezTo>
                    <a:pt x="1399" y="2923"/>
                    <a:pt x="1521" y="2680"/>
                    <a:pt x="1460" y="2467"/>
                  </a:cubicBezTo>
                  <a:cubicBezTo>
                    <a:pt x="1387" y="2272"/>
                    <a:pt x="1236" y="2175"/>
                    <a:pt x="1054" y="2175"/>
                  </a:cubicBezTo>
                  <a:close/>
                  <a:moveTo>
                    <a:pt x="2004" y="4168"/>
                  </a:moveTo>
                  <a:cubicBezTo>
                    <a:pt x="1930" y="4168"/>
                    <a:pt x="1857" y="4188"/>
                    <a:pt x="1794" y="4230"/>
                  </a:cubicBezTo>
                  <a:cubicBezTo>
                    <a:pt x="1612" y="4321"/>
                    <a:pt x="1521" y="4594"/>
                    <a:pt x="1642" y="4777"/>
                  </a:cubicBezTo>
                  <a:cubicBezTo>
                    <a:pt x="1733" y="4929"/>
                    <a:pt x="1825" y="5020"/>
                    <a:pt x="1977" y="5020"/>
                  </a:cubicBezTo>
                  <a:cubicBezTo>
                    <a:pt x="2068" y="5020"/>
                    <a:pt x="2129" y="4990"/>
                    <a:pt x="2220" y="4929"/>
                  </a:cubicBezTo>
                  <a:cubicBezTo>
                    <a:pt x="2402" y="4838"/>
                    <a:pt x="2493" y="4564"/>
                    <a:pt x="2372" y="4382"/>
                  </a:cubicBezTo>
                  <a:cubicBezTo>
                    <a:pt x="2292" y="4242"/>
                    <a:pt x="2146" y="4168"/>
                    <a:pt x="2004" y="4168"/>
                  </a:cubicBezTo>
                  <a:close/>
                  <a:moveTo>
                    <a:pt x="23957" y="4168"/>
                  </a:moveTo>
                  <a:cubicBezTo>
                    <a:pt x="23817" y="4168"/>
                    <a:pt x="23678" y="4242"/>
                    <a:pt x="23618" y="4382"/>
                  </a:cubicBezTo>
                  <a:cubicBezTo>
                    <a:pt x="23497" y="4564"/>
                    <a:pt x="23558" y="4838"/>
                    <a:pt x="23770" y="4929"/>
                  </a:cubicBezTo>
                  <a:cubicBezTo>
                    <a:pt x="23801" y="4990"/>
                    <a:pt x="23862" y="4990"/>
                    <a:pt x="23953" y="5020"/>
                  </a:cubicBezTo>
                  <a:cubicBezTo>
                    <a:pt x="24105" y="5020"/>
                    <a:pt x="24257" y="4929"/>
                    <a:pt x="24317" y="4777"/>
                  </a:cubicBezTo>
                  <a:cubicBezTo>
                    <a:pt x="24439" y="4594"/>
                    <a:pt x="24378" y="4321"/>
                    <a:pt x="24165" y="4230"/>
                  </a:cubicBezTo>
                  <a:cubicBezTo>
                    <a:pt x="24103" y="4188"/>
                    <a:pt x="24030" y="4168"/>
                    <a:pt x="23957" y="4168"/>
                  </a:cubicBezTo>
                  <a:close/>
                  <a:moveTo>
                    <a:pt x="3262" y="5954"/>
                  </a:moveTo>
                  <a:cubicBezTo>
                    <a:pt x="3163" y="5954"/>
                    <a:pt x="3062" y="5985"/>
                    <a:pt x="2980" y="6053"/>
                  </a:cubicBezTo>
                  <a:cubicBezTo>
                    <a:pt x="2828" y="6205"/>
                    <a:pt x="2797" y="6449"/>
                    <a:pt x="2949" y="6661"/>
                  </a:cubicBezTo>
                  <a:cubicBezTo>
                    <a:pt x="3010" y="6753"/>
                    <a:pt x="3162" y="6813"/>
                    <a:pt x="3284" y="6813"/>
                  </a:cubicBezTo>
                  <a:cubicBezTo>
                    <a:pt x="3344" y="6813"/>
                    <a:pt x="3466" y="6753"/>
                    <a:pt x="3557" y="6692"/>
                  </a:cubicBezTo>
                  <a:cubicBezTo>
                    <a:pt x="3709" y="6540"/>
                    <a:pt x="3740" y="6266"/>
                    <a:pt x="3588" y="6084"/>
                  </a:cubicBezTo>
                  <a:cubicBezTo>
                    <a:pt x="3504" y="6000"/>
                    <a:pt x="3384" y="5954"/>
                    <a:pt x="3262" y="5954"/>
                  </a:cubicBezTo>
                  <a:close/>
                  <a:moveTo>
                    <a:pt x="22698" y="5943"/>
                  </a:moveTo>
                  <a:cubicBezTo>
                    <a:pt x="22586" y="5943"/>
                    <a:pt x="22482" y="5989"/>
                    <a:pt x="22403" y="6084"/>
                  </a:cubicBezTo>
                  <a:cubicBezTo>
                    <a:pt x="22251" y="6266"/>
                    <a:pt x="22251" y="6540"/>
                    <a:pt x="22433" y="6692"/>
                  </a:cubicBezTo>
                  <a:cubicBezTo>
                    <a:pt x="22494" y="6753"/>
                    <a:pt x="22585" y="6813"/>
                    <a:pt x="22706" y="6813"/>
                  </a:cubicBezTo>
                  <a:cubicBezTo>
                    <a:pt x="22858" y="6813"/>
                    <a:pt x="22950" y="6753"/>
                    <a:pt x="23041" y="6661"/>
                  </a:cubicBezTo>
                  <a:cubicBezTo>
                    <a:pt x="23193" y="6449"/>
                    <a:pt x="23193" y="6205"/>
                    <a:pt x="23010" y="6053"/>
                  </a:cubicBezTo>
                  <a:cubicBezTo>
                    <a:pt x="22909" y="5981"/>
                    <a:pt x="22800" y="5943"/>
                    <a:pt x="22698" y="5943"/>
                  </a:cubicBezTo>
                  <a:close/>
                  <a:moveTo>
                    <a:pt x="21117" y="7504"/>
                  </a:moveTo>
                  <a:cubicBezTo>
                    <a:pt x="21020" y="7504"/>
                    <a:pt x="20918" y="7535"/>
                    <a:pt x="20822" y="7604"/>
                  </a:cubicBezTo>
                  <a:cubicBezTo>
                    <a:pt x="20670" y="7756"/>
                    <a:pt x="20640" y="8029"/>
                    <a:pt x="20792" y="8212"/>
                  </a:cubicBezTo>
                  <a:cubicBezTo>
                    <a:pt x="20883" y="8333"/>
                    <a:pt x="21035" y="8364"/>
                    <a:pt x="21126" y="8364"/>
                  </a:cubicBezTo>
                  <a:cubicBezTo>
                    <a:pt x="21217" y="8364"/>
                    <a:pt x="21308" y="8333"/>
                    <a:pt x="21399" y="8242"/>
                  </a:cubicBezTo>
                  <a:cubicBezTo>
                    <a:pt x="21551" y="8090"/>
                    <a:pt x="21582" y="7816"/>
                    <a:pt x="21430" y="7634"/>
                  </a:cubicBezTo>
                  <a:cubicBezTo>
                    <a:pt x="21346" y="7551"/>
                    <a:pt x="21235" y="7504"/>
                    <a:pt x="21117" y="7504"/>
                  </a:cubicBezTo>
                  <a:close/>
                  <a:moveTo>
                    <a:pt x="4838" y="7524"/>
                  </a:moveTo>
                  <a:cubicBezTo>
                    <a:pt x="4722" y="7524"/>
                    <a:pt x="4609" y="7569"/>
                    <a:pt x="4530" y="7664"/>
                  </a:cubicBezTo>
                  <a:cubicBezTo>
                    <a:pt x="4378" y="7877"/>
                    <a:pt x="4378" y="8120"/>
                    <a:pt x="4560" y="8272"/>
                  </a:cubicBezTo>
                  <a:cubicBezTo>
                    <a:pt x="4651" y="8364"/>
                    <a:pt x="4712" y="8364"/>
                    <a:pt x="4834" y="8394"/>
                  </a:cubicBezTo>
                  <a:cubicBezTo>
                    <a:pt x="4986" y="8394"/>
                    <a:pt x="5107" y="8364"/>
                    <a:pt x="5168" y="8242"/>
                  </a:cubicBezTo>
                  <a:cubicBezTo>
                    <a:pt x="5320" y="8060"/>
                    <a:pt x="5320" y="7786"/>
                    <a:pt x="5138" y="7634"/>
                  </a:cubicBezTo>
                  <a:cubicBezTo>
                    <a:pt x="5051" y="7561"/>
                    <a:pt x="4943" y="7524"/>
                    <a:pt x="4838" y="7524"/>
                  </a:cubicBezTo>
                  <a:close/>
                  <a:moveTo>
                    <a:pt x="6650" y="8794"/>
                  </a:moveTo>
                  <a:cubicBezTo>
                    <a:pt x="6504" y="8794"/>
                    <a:pt x="6355" y="8877"/>
                    <a:pt x="6293" y="9002"/>
                  </a:cubicBezTo>
                  <a:cubicBezTo>
                    <a:pt x="6171" y="9184"/>
                    <a:pt x="6232" y="9458"/>
                    <a:pt x="6445" y="9579"/>
                  </a:cubicBezTo>
                  <a:cubicBezTo>
                    <a:pt x="6506" y="9610"/>
                    <a:pt x="6597" y="9640"/>
                    <a:pt x="6627" y="9640"/>
                  </a:cubicBezTo>
                  <a:cubicBezTo>
                    <a:pt x="6779" y="9640"/>
                    <a:pt x="6931" y="9579"/>
                    <a:pt x="6992" y="9427"/>
                  </a:cubicBezTo>
                  <a:cubicBezTo>
                    <a:pt x="7114" y="9215"/>
                    <a:pt x="7053" y="8971"/>
                    <a:pt x="6840" y="8850"/>
                  </a:cubicBezTo>
                  <a:cubicBezTo>
                    <a:pt x="6783" y="8812"/>
                    <a:pt x="6716" y="8794"/>
                    <a:pt x="6650" y="8794"/>
                  </a:cubicBezTo>
                  <a:close/>
                  <a:moveTo>
                    <a:pt x="19311" y="8794"/>
                  </a:moveTo>
                  <a:cubicBezTo>
                    <a:pt x="19243" y="8794"/>
                    <a:pt x="19177" y="8812"/>
                    <a:pt x="19120" y="8850"/>
                  </a:cubicBezTo>
                  <a:cubicBezTo>
                    <a:pt x="18937" y="8971"/>
                    <a:pt x="18846" y="9245"/>
                    <a:pt x="18968" y="9427"/>
                  </a:cubicBezTo>
                  <a:cubicBezTo>
                    <a:pt x="19059" y="9579"/>
                    <a:pt x="19150" y="9640"/>
                    <a:pt x="19302" y="9640"/>
                  </a:cubicBezTo>
                  <a:cubicBezTo>
                    <a:pt x="19393" y="9640"/>
                    <a:pt x="19454" y="9610"/>
                    <a:pt x="19545" y="9579"/>
                  </a:cubicBezTo>
                  <a:cubicBezTo>
                    <a:pt x="19728" y="9458"/>
                    <a:pt x="19819" y="9184"/>
                    <a:pt x="19697" y="9002"/>
                  </a:cubicBezTo>
                  <a:cubicBezTo>
                    <a:pt x="19614" y="8877"/>
                    <a:pt x="19459" y="8794"/>
                    <a:pt x="19311" y="8794"/>
                  </a:cubicBezTo>
                  <a:close/>
                  <a:moveTo>
                    <a:pt x="8637" y="9743"/>
                  </a:moveTo>
                  <a:cubicBezTo>
                    <a:pt x="8470" y="9743"/>
                    <a:pt x="8281" y="9841"/>
                    <a:pt x="8208" y="10035"/>
                  </a:cubicBezTo>
                  <a:cubicBezTo>
                    <a:pt x="8147" y="10248"/>
                    <a:pt x="8238" y="10491"/>
                    <a:pt x="8481" y="10552"/>
                  </a:cubicBezTo>
                  <a:lnTo>
                    <a:pt x="8633" y="10552"/>
                  </a:lnTo>
                  <a:cubicBezTo>
                    <a:pt x="8785" y="10552"/>
                    <a:pt x="8937" y="10461"/>
                    <a:pt x="8998" y="10309"/>
                  </a:cubicBezTo>
                  <a:cubicBezTo>
                    <a:pt x="9089" y="10096"/>
                    <a:pt x="8968" y="9853"/>
                    <a:pt x="8755" y="9762"/>
                  </a:cubicBezTo>
                  <a:cubicBezTo>
                    <a:pt x="8718" y="9750"/>
                    <a:pt x="8678" y="9743"/>
                    <a:pt x="8637" y="9743"/>
                  </a:cubicBezTo>
                  <a:close/>
                  <a:moveTo>
                    <a:pt x="17316" y="9743"/>
                  </a:moveTo>
                  <a:cubicBezTo>
                    <a:pt x="17271" y="9743"/>
                    <a:pt x="17223" y="9750"/>
                    <a:pt x="17174" y="9762"/>
                  </a:cubicBezTo>
                  <a:cubicBezTo>
                    <a:pt x="16962" y="9853"/>
                    <a:pt x="16840" y="10066"/>
                    <a:pt x="16931" y="10309"/>
                  </a:cubicBezTo>
                  <a:cubicBezTo>
                    <a:pt x="16992" y="10461"/>
                    <a:pt x="17144" y="10552"/>
                    <a:pt x="17296" y="10613"/>
                  </a:cubicBezTo>
                  <a:cubicBezTo>
                    <a:pt x="17326" y="10613"/>
                    <a:pt x="17418" y="10552"/>
                    <a:pt x="17448" y="10552"/>
                  </a:cubicBezTo>
                  <a:cubicBezTo>
                    <a:pt x="17691" y="10491"/>
                    <a:pt x="17782" y="10248"/>
                    <a:pt x="17722" y="10035"/>
                  </a:cubicBezTo>
                  <a:cubicBezTo>
                    <a:pt x="17649" y="9841"/>
                    <a:pt x="17498" y="9743"/>
                    <a:pt x="17316" y="9743"/>
                  </a:cubicBezTo>
                  <a:close/>
                  <a:moveTo>
                    <a:pt x="10746" y="10295"/>
                  </a:moveTo>
                  <a:cubicBezTo>
                    <a:pt x="10549" y="10295"/>
                    <a:pt x="10387" y="10436"/>
                    <a:pt x="10335" y="10643"/>
                  </a:cubicBezTo>
                  <a:cubicBezTo>
                    <a:pt x="10305" y="10856"/>
                    <a:pt x="10457" y="11099"/>
                    <a:pt x="10700" y="11130"/>
                  </a:cubicBezTo>
                  <a:lnTo>
                    <a:pt x="10761" y="11130"/>
                  </a:lnTo>
                  <a:cubicBezTo>
                    <a:pt x="10943" y="11130"/>
                    <a:pt x="11156" y="10978"/>
                    <a:pt x="11187" y="10795"/>
                  </a:cubicBezTo>
                  <a:cubicBezTo>
                    <a:pt x="11217" y="10552"/>
                    <a:pt x="11065" y="10339"/>
                    <a:pt x="10852" y="10309"/>
                  </a:cubicBezTo>
                  <a:cubicBezTo>
                    <a:pt x="10816" y="10300"/>
                    <a:pt x="10780" y="10295"/>
                    <a:pt x="10746" y="10295"/>
                  </a:cubicBezTo>
                  <a:close/>
                  <a:moveTo>
                    <a:pt x="15184" y="10295"/>
                  </a:moveTo>
                  <a:cubicBezTo>
                    <a:pt x="15149" y="10295"/>
                    <a:pt x="15113" y="10300"/>
                    <a:pt x="15077" y="10309"/>
                  </a:cubicBezTo>
                  <a:cubicBezTo>
                    <a:pt x="14864" y="10339"/>
                    <a:pt x="14712" y="10552"/>
                    <a:pt x="14743" y="10795"/>
                  </a:cubicBezTo>
                  <a:cubicBezTo>
                    <a:pt x="14804" y="10978"/>
                    <a:pt x="14986" y="11130"/>
                    <a:pt x="15168" y="11130"/>
                  </a:cubicBezTo>
                  <a:lnTo>
                    <a:pt x="15260" y="11130"/>
                  </a:lnTo>
                  <a:cubicBezTo>
                    <a:pt x="15472" y="11099"/>
                    <a:pt x="15624" y="10856"/>
                    <a:pt x="15594" y="10643"/>
                  </a:cubicBezTo>
                  <a:cubicBezTo>
                    <a:pt x="15542" y="10436"/>
                    <a:pt x="15380" y="10295"/>
                    <a:pt x="15184" y="10295"/>
                  </a:cubicBezTo>
                  <a:close/>
                  <a:moveTo>
                    <a:pt x="12980" y="10491"/>
                  </a:moveTo>
                  <a:cubicBezTo>
                    <a:pt x="12737" y="10491"/>
                    <a:pt x="12554" y="10674"/>
                    <a:pt x="12554" y="10917"/>
                  </a:cubicBezTo>
                  <a:cubicBezTo>
                    <a:pt x="12554" y="11130"/>
                    <a:pt x="12737" y="11312"/>
                    <a:pt x="12980" y="11312"/>
                  </a:cubicBezTo>
                  <a:cubicBezTo>
                    <a:pt x="13193" y="11312"/>
                    <a:pt x="13375" y="11130"/>
                    <a:pt x="13375" y="10917"/>
                  </a:cubicBezTo>
                  <a:cubicBezTo>
                    <a:pt x="13375" y="10674"/>
                    <a:pt x="13193" y="10491"/>
                    <a:pt x="12980" y="104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0"/>
            <p:cNvSpPr/>
            <p:nvPr/>
          </p:nvSpPr>
          <p:spPr>
            <a:xfrm>
              <a:off x="4566450" y="1647150"/>
              <a:ext cx="21300" cy="21125"/>
            </a:xfrm>
            <a:custGeom>
              <a:avLst/>
              <a:gdLst/>
              <a:ahLst/>
              <a:cxnLst/>
              <a:rect l="l" t="t" r="r" b="b"/>
              <a:pathLst>
                <a:path w="852" h="845" extrusionOk="0">
                  <a:moveTo>
                    <a:pt x="426" y="1"/>
                  </a:moveTo>
                  <a:cubicBezTo>
                    <a:pt x="312" y="1"/>
                    <a:pt x="199" y="39"/>
                    <a:pt x="123" y="115"/>
                  </a:cubicBezTo>
                  <a:cubicBezTo>
                    <a:pt x="62" y="206"/>
                    <a:pt x="1" y="328"/>
                    <a:pt x="1" y="419"/>
                  </a:cubicBezTo>
                  <a:cubicBezTo>
                    <a:pt x="1" y="540"/>
                    <a:pt x="62" y="662"/>
                    <a:pt x="123" y="723"/>
                  </a:cubicBezTo>
                  <a:cubicBezTo>
                    <a:pt x="214" y="814"/>
                    <a:pt x="305" y="844"/>
                    <a:pt x="426" y="844"/>
                  </a:cubicBezTo>
                  <a:cubicBezTo>
                    <a:pt x="548" y="844"/>
                    <a:pt x="670" y="784"/>
                    <a:pt x="730" y="723"/>
                  </a:cubicBezTo>
                  <a:cubicBezTo>
                    <a:pt x="822" y="662"/>
                    <a:pt x="852" y="540"/>
                    <a:pt x="852" y="419"/>
                  </a:cubicBezTo>
                  <a:cubicBezTo>
                    <a:pt x="852" y="328"/>
                    <a:pt x="822" y="206"/>
                    <a:pt x="730" y="115"/>
                  </a:cubicBezTo>
                  <a:cubicBezTo>
                    <a:pt x="654" y="39"/>
                    <a:pt x="540"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0"/>
            <p:cNvSpPr/>
            <p:nvPr/>
          </p:nvSpPr>
          <p:spPr>
            <a:xfrm>
              <a:off x="3933475" y="1657600"/>
              <a:ext cx="20525" cy="21300"/>
            </a:xfrm>
            <a:custGeom>
              <a:avLst/>
              <a:gdLst/>
              <a:ahLst/>
              <a:cxnLst/>
              <a:rect l="l" t="t" r="r" b="b"/>
              <a:pathLst>
                <a:path w="821" h="852" extrusionOk="0">
                  <a:moveTo>
                    <a:pt x="335" y="1"/>
                  </a:moveTo>
                  <a:cubicBezTo>
                    <a:pt x="304" y="62"/>
                    <a:pt x="304" y="62"/>
                    <a:pt x="243" y="62"/>
                  </a:cubicBezTo>
                  <a:cubicBezTo>
                    <a:pt x="213" y="62"/>
                    <a:pt x="213" y="92"/>
                    <a:pt x="183" y="92"/>
                  </a:cubicBezTo>
                  <a:cubicBezTo>
                    <a:pt x="152" y="92"/>
                    <a:pt x="91" y="92"/>
                    <a:pt x="91" y="122"/>
                  </a:cubicBezTo>
                  <a:cubicBezTo>
                    <a:pt x="31" y="214"/>
                    <a:pt x="0" y="305"/>
                    <a:pt x="0" y="426"/>
                  </a:cubicBezTo>
                  <a:cubicBezTo>
                    <a:pt x="0" y="457"/>
                    <a:pt x="0" y="548"/>
                    <a:pt x="31" y="578"/>
                  </a:cubicBezTo>
                  <a:cubicBezTo>
                    <a:pt x="31" y="669"/>
                    <a:pt x="61" y="700"/>
                    <a:pt x="91" y="730"/>
                  </a:cubicBezTo>
                  <a:cubicBezTo>
                    <a:pt x="152" y="730"/>
                    <a:pt x="152" y="761"/>
                    <a:pt x="183" y="761"/>
                  </a:cubicBezTo>
                  <a:cubicBezTo>
                    <a:pt x="213" y="761"/>
                    <a:pt x="213" y="821"/>
                    <a:pt x="243" y="821"/>
                  </a:cubicBezTo>
                  <a:cubicBezTo>
                    <a:pt x="304" y="852"/>
                    <a:pt x="304" y="852"/>
                    <a:pt x="335" y="852"/>
                  </a:cubicBezTo>
                  <a:lnTo>
                    <a:pt x="487" y="852"/>
                  </a:lnTo>
                  <a:cubicBezTo>
                    <a:pt x="517" y="852"/>
                    <a:pt x="517" y="821"/>
                    <a:pt x="547" y="821"/>
                  </a:cubicBezTo>
                  <a:cubicBezTo>
                    <a:pt x="608" y="821"/>
                    <a:pt x="608" y="761"/>
                    <a:pt x="639" y="761"/>
                  </a:cubicBezTo>
                  <a:cubicBezTo>
                    <a:pt x="669" y="761"/>
                    <a:pt x="669" y="761"/>
                    <a:pt x="699" y="730"/>
                  </a:cubicBezTo>
                  <a:cubicBezTo>
                    <a:pt x="791" y="669"/>
                    <a:pt x="821" y="548"/>
                    <a:pt x="821" y="426"/>
                  </a:cubicBezTo>
                  <a:cubicBezTo>
                    <a:pt x="821" y="305"/>
                    <a:pt x="791" y="214"/>
                    <a:pt x="699" y="122"/>
                  </a:cubicBezTo>
                  <a:cubicBezTo>
                    <a:pt x="669" y="122"/>
                    <a:pt x="669" y="92"/>
                    <a:pt x="639" y="92"/>
                  </a:cubicBezTo>
                  <a:cubicBezTo>
                    <a:pt x="608" y="92"/>
                    <a:pt x="608" y="62"/>
                    <a:pt x="547" y="62"/>
                  </a:cubicBezTo>
                  <a:cubicBezTo>
                    <a:pt x="517" y="1"/>
                    <a:pt x="517" y="1"/>
                    <a:pt x="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0"/>
            <p:cNvSpPr/>
            <p:nvPr/>
          </p:nvSpPr>
          <p:spPr>
            <a:xfrm>
              <a:off x="3566450" y="1709150"/>
              <a:ext cx="380725" cy="155175"/>
            </a:xfrm>
            <a:custGeom>
              <a:avLst/>
              <a:gdLst/>
              <a:ahLst/>
              <a:cxnLst/>
              <a:rect l="l" t="t" r="r" b="b"/>
              <a:pathLst>
                <a:path w="15229" h="6207" extrusionOk="0">
                  <a:moveTo>
                    <a:pt x="14815" y="0"/>
                  </a:moveTo>
                  <a:cubicBezTo>
                    <a:pt x="14624" y="0"/>
                    <a:pt x="14431" y="96"/>
                    <a:pt x="14377" y="310"/>
                  </a:cubicBezTo>
                  <a:cubicBezTo>
                    <a:pt x="14317" y="522"/>
                    <a:pt x="14438" y="766"/>
                    <a:pt x="14681" y="826"/>
                  </a:cubicBezTo>
                  <a:cubicBezTo>
                    <a:pt x="14697" y="857"/>
                    <a:pt x="14712" y="872"/>
                    <a:pt x="14727" y="872"/>
                  </a:cubicBezTo>
                  <a:cubicBezTo>
                    <a:pt x="14742" y="872"/>
                    <a:pt x="14757" y="857"/>
                    <a:pt x="14772" y="826"/>
                  </a:cubicBezTo>
                  <a:cubicBezTo>
                    <a:pt x="14955" y="826"/>
                    <a:pt x="15168" y="735"/>
                    <a:pt x="15198" y="522"/>
                  </a:cubicBezTo>
                  <a:cubicBezTo>
                    <a:pt x="15228" y="310"/>
                    <a:pt x="15137" y="66"/>
                    <a:pt x="14894" y="6"/>
                  </a:cubicBezTo>
                  <a:cubicBezTo>
                    <a:pt x="14868" y="2"/>
                    <a:pt x="14841" y="0"/>
                    <a:pt x="14815" y="0"/>
                  </a:cubicBezTo>
                  <a:close/>
                  <a:moveTo>
                    <a:pt x="442" y="23"/>
                  </a:moveTo>
                  <a:cubicBezTo>
                    <a:pt x="407" y="23"/>
                    <a:pt x="371" y="27"/>
                    <a:pt x="335" y="36"/>
                  </a:cubicBezTo>
                  <a:cubicBezTo>
                    <a:pt x="152" y="127"/>
                    <a:pt x="0" y="340"/>
                    <a:pt x="91" y="583"/>
                  </a:cubicBezTo>
                  <a:cubicBezTo>
                    <a:pt x="152" y="766"/>
                    <a:pt x="304" y="887"/>
                    <a:pt x="456" y="887"/>
                  </a:cubicBezTo>
                  <a:lnTo>
                    <a:pt x="578" y="887"/>
                  </a:lnTo>
                  <a:cubicBezTo>
                    <a:pt x="790" y="796"/>
                    <a:pt x="942" y="553"/>
                    <a:pt x="882" y="340"/>
                  </a:cubicBezTo>
                  <a:cubicBezTo>
                    <a:pt x="804" y="159"/>
                    <a:pt x="639" y="23"/>
                    <a:pt x="442" y="23"/>
                  </a:cubicBezTo>
                  <a:close/>
                  <a:moveTo>
                    <a:pt x="1374" y="1992"/>
                  </a:moveTo>
                  <a:cubicBezTo>
                    <a:pt x="1298" y="1992"/>
                    <a:pt x="1221" y="2009"/>
                    <a:pt x="1155" y="2042"/>
                  </a:cubicBezTo>
                  <a:cubicBezTo>
                    <a:pt x="942" y="2164"/>
                    <a:pt x="912" y="2437"/>
                    <a:pt x="1034" y="2620"/>
                  </a:cubicBezTo>
                  <a:cubicBezTo>
                    <a:pt x="1094" y="2741"/>
                    <a:pt x="1246" y="2802"/>
                    <a:pt x="1368" y="2802"/>
                  </a:cubicBezTo>
                  <a:cubicBezTo>
                    <a:pt x="1459" y="2802"/>
                    <a:pt x="1520" y="2772"/>
                    <a:pt x="1611" y="2741"/>
                  </a:cubicBezTo>
                  <a:cubicBezTo>
                    <a:pt x="1794" y="2620"/>
                    <a:pt x="1824" y="2346"/>
                    <a:pt x="1702" y="2164"/>
                  </a:cubicBezTo>
                  <a:cubicBezTo>
                    <a:pt x="1644" y="2047"/>
                    <a:pt x="1510" y="1992"/>
                    <a:pt x="1374" y="1992"/>
                  </a:cubicBezTo>
                  <a:close/>
                  <a:moveTo>
                    <a:pt x="13919" y="1965"/>
                  </a:moveTo>
                  <a:cubicBezTo>
                    <a:pt x="13778" y="1965"/>
                    <a:pt x="13636" y="2045"/>
                    <a:pt x="13557" y="2164"/>
                  </a:cubicBezTo>
                  <a:cubicBezTo>
                    <a:pt x="13405" y="2346"/>
                    <a:pt x="13496" y="2620"/>
                    <a:pt x="13678" y="2741"/>
                  </a:cubicBezTo>
                  <a:cubicBezTo>
                    <a:pt x="13769" y="2772"/>
                    <a:pt x="13830" y="2802"/>
                    <a:pt x="13921" y="2802"/>
                  </a:cubicBezTo>
                  <a:cubicBezTo>
                    <a:pt x="14013" y="2802"/>
                    <a:pt x="14165" y="2741"/>
                    <a:pt x="14256" y="2620"/>
                  </a:cubicBezTo>
                  <a:cubicBezTo>
                    <a:pt x="14408" y="2437"/>
                    <a:pt x="14317" y="2164"/>
                    <a:pt x="14134" y="2042"/>
                  </a:cubicBezTo>
                  <a:cubicBezTo>
                    <a:pt x="14070" y="1989"/>
                    <a:pt x="13995" y="1965"/>
                    <a:pt x="13919" y="1965"/>
                  </a:cubicBezTo>
                  <a:close/>
                  <a:moveTo>
                    <a:pt x="2770" y="3543"/>
                  </a:moveTo>
                  <a:cubicBezTo>
                    <a:pt x="2654" y="3543"/>
                    <a:pt x="2542" y="3588"/>
                    <a:pt x="2462" y="3684"/>
                  </a:cubicBezTo>
                  <a:cubicBezTo>
                    <a:pt x="2310" y="3866"/>
                    <a:pt x="2310" y="4139"/>
                    <a:pt x="2523" y="4291"/>
                  </a:cubicBezTo>
                  <a:cubicBezTo>
                    <a:pt x="2584" y="4383"/>
                    <a:pt x="2675" y="4413"/>
                    <a:pt x="2827" y="4413"/>
                  </a:cubicBezTo>
                  <a:cubicBezTo>
                    <a:pt x="2918" y="4413"/>
                    <a:pt x="3040" y="4322"/>
                    <a:pt x="3131" y="4261"/>
                  </a:cubicBezTo>
                  <a:cubicBezTo>
                    <a:pt x="3283" y="4079"/>
                    <a:pt x="3283" y="3805"/>
                    <a:pt x="3070" y="3653"/>
                  </a:cubicBezTo>
                  <a:cubicBezTo>
                    <a:pt x="2983" y="3581"/>
                    <a:pt x="2875" y="3543"/>
                    <a:pt x="2770" y="3543"/>
                  </a:cubicBezTo>
                  <a:close/>
                  <a:moveTo>
                    <a:pt x="12532" y="3553"/>
                  </a:moveTo>
                  <a:cubicBezTo>
                    <a:pt x="12432" y="3553"/>
                    <a:pt x="12332" y="3585"/>
                    <a:pt x="12250" y="3653"/>
                  </a:cubicBezTo>
                  <a:cubicBezTo>
                    <a:pt x="12098" y="3805"/>
                    <a:pt x="12037" y="4079"/>
                    <a:pt x="12189" y="4261"/>
                  </a:cubicBezTo>
                  <a:cubicBezTo>
                    <a:pt x="12280" y="4383"/>
                    <a:pt x="12432" y="4413"/>
                    <a:pt x="12554" y="4413"/>
                  </a:cubicBezTo>
                  <a:cubicBezTo>
                    <a:pt x="12614" y="4413"/>
                    <a:pt x="12736" y="4383"/>
                    <a:pt x="12797" y="4291"/>
                  </a:cubicBezTo>
                  <a:cubicBezTo>
                    <a:pt x="12949" y="4139"/>
                    <a:pt x="13010" y="3866"/>
                    <a:pt x="12858" y="3684"/>
                  </a:cubicBezTo>
                  <a:cubicBezTo>
                    <a:pt x="12774" y="3600"/>
                    <a:pt x="12654" y="3553"/>
                    <a:pt x="12532" y="3553"/>
                  </a:cubicBezTo>
                  <a:close/>
                  <a:moveTo>
                    <a:pt x="4572" y="4682"/>
                  </a:moveTo>
                  <a:cubicBezTo>
                    <a:pt x="4412" y="4682"/>
                    <a:pt x="4262" y="4773"/>
                    <a:pt x="4195" y="4930"/>
                  </a:cubicBezTo>
                  <a:cubicBezTo>
                    <a:pt x="4073" y="5173"/>
                    <a:pt x="4134" y="5386"/>
                    <a:pt x="4377" y="5507"/>
                  </a:cubicBezTo>
                  <a:cubicBezTo>
                    <a:pt x="4408" y="5522"/>
                    <a:pt x="4438" y="5530"/>
                    <a:pt x="4472" y="5530"/>
                  </a:cubicBezTo>
                  <a:cubicBezTo>
                    <a:pt x="4506" y="5530"/>
                    <a:pt x="4544" y="5522"/>
                    <a:pt x="4590" y="5507"/>
                  </a:cubicBezTo>
                  <a:cubicBezTo>
                    <a:pt x="4742" y="5507"/>
                    <a:pt x="4894" y="5446"/>
                    <a:pt x="4985" y="5295"/>
                  </a:cubicBezTo>
                  <a:cubicBezTo>
                    <a:pt x="5046" y="5051"/>
                    <a:pt x="4985" y="4839"/>
                    <a:pt x="4742" y="4717"/>
                  </a:cubicBezTo>
                  <a:cubicBezTo>
                    <a:pt x="4686" y="4693"/>
                    <a:pt x="4629" y="4682"/>
                    <a:pt x="4572" y="4682"/>
                  </a:cubicBezTo>
                  <a:close/>
                  <a:moveTo>
                    <a:pt x="10759" y="4698"/>
                  </a:moveTo>
                  <a:cubicBezTo>
                    <a:pt x="10699" y="4698"/>
                    <a:pt x="10637" y="4713"/>
                    <a:pt x="10578" y="4747"/>
                  </a:cubicBezTo>
                  <a:cubicBezTo>
                    <a:pt x="10365" y="4869"/>
                    <a:pt x="10274" y="5082"/>
                    <a:pt x="10365" y="5325"/>
                  </a:cubicBezTo>
                  <a:cubicBezTo>
                    <a:pt x="10426" y="5477"/>
                    <a:pt x="10608" y="5538"/>
                    <a:pt x="10760" y="5538"/>
                  </a:cubicBezTo>
                  <a:cubicBezTo>
                    <a:pt x="10821" y="5538"/>
                    <a:pt x="10912" y="5538"/>
                    <a:pt x="10943" y="5507"/>
                  </a:cubicBezTo>
                  <a:cubicBezTo>
                    <a:pt x="11125" y="5386"/>
                    <a:pt x="11247" y="5173"/>
                    <a:pt x="11125" y="4930"/>
                  </a:cubicBezTo>
                  <a:cubicBezTo>
                    <a:pt x="11059" y="4798"/>
                    <a:pt x="10915" y="4698"/>
                    <a:pt x="10759" y="4698"/>
                  </a:cubicBezTo>
                  <a:close/>
                  <a:moveTo>
                    <a:pt x="8729" y="5281"/>
                  </a:moveTo>
                  <a:cubicBezTo>
                    <a:pt x="8697" y="5281"/>
                    <a:pt x="8664" y="5285"/>
                    <a:pt x="8633" y="5295"/>
                  </a:cubicBezTo>
                  <a:cubicBezTo>
                    <a:pt x="8389" y="5325"/>
                    <a:pt x="8237" y="5538"/>
                    <a:pt x="8298" y="5781"/>
                  </a:cubicBezTo>
                  <a:cubicBezTo>
                    <a:pt x="8326" y="5975"/>
                    <a:pt x="8481" y="6119"/>
                    <a:pt x="8647" y="6119"/>
                  </a:cubicBezTo>
                  <a:cubicBezTo>
                    <a:pt x="8662" y="6119"/>
                    <a:pt x="8678" y="6118"/>
                    <a:pt x="8693" y="6115"/>
                  </a:cubicBezTo>
                  <a:lnTo>
                    <a:pt x="8785" y="6115"/>
                  </a:lnTo>
                  <a:cubicBezTo>
                    <a:pt x="8997" y="6085"/>
                    <a:pt x="9149" y="5842"/>
                    <a:pt x="9119" y="5629"/>
                  </a:cubicBezTo>
                  <a:cubicBezTo>
                    <a:pt x="9093" y="5422"/>
                    <a:pt x="8913" y="5281"/>
                    <a:pt x="8729" y="5281"/>
                  </a:cubicBezTo>
                  <a:close/>
                  <a:moveTo>
                    <a:pt x="6632" y="5321"/>
                  </a:moveTo>
                  <a:cubicBezTo>
                    <a:pt x="6434" y="5321"/>
                    <a:pt x="6229" y="5465"/>
                    <a:pt x="6201" y="5659"/>
                  </a:cubicBezTo>
                  <a:cubicBezTo>
                    <a:pt x="6171" y="5902"/>
                    <a:pt x="6322" y="6115"/>
                    <a:pt x="6535" y="6146"/>
                  </a:cubicBezTo>
                  <a:cubicBezTo>
                    <a:pt x="6535" y="6146"/>
                    <a:pt x="6566" y="6146"/>
                    <a:pt x="6626" y="6206"/>
                  </a:cubicBezTo>
                  <a:cubicBezTo>
                    <a:pt x="6809" y="6206"/>
                    <a:pt x="6991" y="6054"/>
                    <a:pt x="7022" y="5811"/>
                  </a:cubicBezTo>
                  <a:cubicBezTo>
                    <a:pt x="7082" y="5538"/>
                    <a:pt x="6930" y="5355"/>
                    <a:pt x="6687" y="5325"/>
                  </a:cubicBezTo>
                  <a:cubicBezTo>
                    <a:pt x="6669" y="5322"/>
                    <a:pt x="6651" y="5321"/>
                    <a:pt x="6632" y="53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0"/>
            <p:cNvSpPr/>
            <p:nvPr/>
          </p:nvSpPr>
          <p:spPr>
            <a:xfrm>
              <a:off x="3560375" y="1657800"/>
              <a:ext cx="21300" cy="21100"/>
            </a:xfrm>
            <a:custGeom>
              <a:avLst/>
              <a:gdLst/>
              <a:ahLst/>
              <a:cxnLst/>
              <a:rect l="l" t="t" r="r" b="b"/>
              <a:pathLst>
                <a:path w="852" h="844" extrusionOk="0">
                  <a:moveTo>
                    <a:pt x="426" y="0"/>
                  </a:moveTo>
                  <a:cubicBezTo>
                    <a:pt x="312" y="0"/>
                    <a:pt x="198" y="38"/>
                    <a:pt x="122" y="114"/>
                  </a:cubicBezTo>
                  <a:cubicBezTo>
                    <a:pt x="91" y="145"/>
                    <a:pt x="91" y="236"/>
                    <a:pt x="61" y="266"/>
                  </a:cubicBezTo>
                  <a:cubicBezTo>
                    <a:pt x="0" y="297"/>
                    <a:pt x="0" y="388"/>
                    <a:pt x="0" y="418"/>
                  </a:cubicBezTo>
                  <a:cubicBezTo>
                    <a:pt x="0" y="540"/>
                    <a:pt x="61" y="661"/>
                    <a:pt x="122" y="722"/>
                  </a:cubicBezTo>
                  <a:cubicBezTo>
                    <a:pt x="213" y="813"/>
                    <a:pt x="334" y="844"/>
                    <a:pt x="426" y="844"/>
                  </a:cubicBezTo>
                  <a:cubicBezTo>
                    <a:pt x="547" y="844"/>
                    <a:pt x="669" y="753"/>
                    <a:pt x="730" y="722"/>
                  </a:cubicBezTo>
                  <a:cubicBezTo>
                    <a:pt x="821" y="661"/>
                    <a:pt x="851" y="540"/>
                    <a:pt x="851" y="418"/>
                  </a:cubicBezTo>
                  <a:cubicBezTo>
                    <a:pt x="851" y="388"/>
                    <a:pt x="851" y="297"/>
                    <a:pt x="821" y="266"/>
                  </a:cubicBezTo>
                  <a:cubicBezTo>
                    <a:pt x="821" y="206"/>
                    <a:pt x="790" y="145"/>
                    <a:pt x="730" y="114"/>
                  </a:cubicBezTo>
                  <a:cubicBezTo>
                    <a:pt x="654" y="38"/>
                    <a:pt x="540"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0" name="Google Shape;2290;p80"/>
          <p:cNvGrpSpPr/>
          <p:nvPr/>
        </p:nvGrpSpPr>
        <p:grpSpPr>
          <a:xfrm>
            <a:off x="7614409" y="2341204"/>
            <a:ext cx="809591" cy="1565914"/>
            <a:chOff x="-647925" y="1482825"/>
            <a:chExt cx="1687000" cy="3263000"/>
          </a:xfrm>
        </p:grpSpPr>
        <p:sp>
          <p:nvSpPr>
            <p:cNvPr id="2291" name="Google Shape;2291;p80"/>
            <p:cNvSpPr/>
            <p:nvPr/>
          </p:nvSpPr>
          <p:spPr>
            <a:xfrm>
              <a:off x="-647925" y="1482825"/>
              <a:ext cx="1687000" cy="3263000"/>
            </a:xfrm>
            <a:custGeom>
              <a:avLst/>
              <a:gdLst/>
              <a:ahLst/>
              <a:cxnLst/>
              <a:rect l="l" t="t" r="r" b="b"/>
              <a:pathLst>
                <a:path w="67480" h="130520" extrusionOk="0">
                  <a:moveTo>
                    <a:pt x="33740" y="1"/>
                  </a:moveTo>
                  <a:cubicBezTo>
                    <a:pt x="15107" y="1"/>
                    <a:pt x="1" y="15138"/>
                    <a:pt x="1" y="33740"/>
                  </a:cubicBezTo>
                  <a:lnTo>
                    <a:pt x="1" y="130520"/>
                  </a:lnTo>
                  <a:lnTo>
                    <a:pt x="305" y="130520"/>
                  </a:lnTo>
                  <a:lnTo>
                    <a:pt x="305" y="33740"/>
                  </a:lnTo>
                  <a:cubicBezTo>
                    <a:pt x="305" y="15290"/>
                    <a:pt x="15320" y="274"/>
                    <a:pt x="33770" y="274"/>
                  </a:cubicBezTo>
                  <a:cubicBezTo>
                    <a:pt x="52251" y="274"/>
                    <a:pt x="67236" y="15290"/>
                    <a:pt x="67236" y="33740"/>
                  </a:cubicBezTo>
                  <a:lnTo>
                    <a:pt x="67236" y="130489"/>
                  </a:lnTo>
                  <a:lnTo>
                    <a:pt x="67479" y="130489"/>
                  </a:lnTo>
                  <a:lnTo>
                    <a:pt x="67479" y="33740"/>
                  </a:lnTo>
                  <a:cubicBezTo>
                    <a:pt x="67479" y="15138"/>
                    <a:pt x="52342" y="1"/>
                    <a:pt x="3374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0"/>
            <p:cNvSpPr/>
            <p:nvPr/>
          </p:nvSpPr>
          <p:spPr>
            <a:xfrm>
              <a:off x="-525575" y="1605175"/>
              <a:ext cx="1442300" cy="3140650"/>
            </a:xfrm>
            <a:custGeom>
              <a:avLst/>
              <a:gdLst/>
              <a:ahLst/>
              <a:cxnLst/>
              <a:rect l="l" t="t" r="r" b="b"/>
              <a:pathLst>
                <a:path w="57692" h="125626" extrusionOk="0">
                  <a:moveTo>
                    <a:pt x="28846" y="0"/>
                  </a:moveTo>
                  <a:cubicBezTo>
                    <a:pt x="12949" y="0"/>
                    <a:pt x="0" y="12919"/>
                    <a:pt x="0" y="28846"/>
                  </a:cubicBezTo>
                  <a:lnTo>
                    <a:pt x="0" y="125626"/>
                  </a:lnTo>
                  <a:lnTo>
                    <a:pt x="304" y="125626"/>
                  </a:lnTo>
                  <a:lnTo>
                    <a:pt x="304" y="28846"/>
                  </a:lnTo>
                  <a:cubicBezTo>
                    <a:pt x="304" y="13071"/>
                    <a:pt x="13131" y="274"/>
                    <a:pt x="28876" y="274"/>
                  </a:cubicBezTo>
                  <a:cubicBezTo>
                    <a:pt x="44652" y="274"/>
                    <a:pt x="57448" y="13131"/>
                    <a:pt x="57448" y="28846"/>
                  </a:cubicBezTo>
                  <a:lnTo>
                    <a:pt x="57448" y="125595"/>
                  </a:lnTo>
                  <a:lnTo>
                    <a:pt x="57691" y="125595"/>
                  </a:lnTo>
                  <a:lnTo>
                    <a:pt x="57691" y="28846"/>
                  </a:lnTo>
                  <a:cubicBezTo>
                    <a:pt x="57691" y="12979"/>
                    <a:pt x="44773" y="0"/>
                    <a:pt x="2884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0"/>
            <p:cNvSpPr/>
            <p:nvPr/>
          </p:nvSpPr>
          <p:spPr>
            <a:xfrm>
              <a:off x="-403225" y="1728275"/>
              <a:ext cx="1196850" cy="3017550"/>
            </a:xfrm>
            <a:custGeom>
              <a:avLst/>
              <a:gdLst/>
              <a:ahLst/>
              <a:cxnLst/>
              <a:rect l="l" t="t" r="r" b="b"/>
              <a:pathLst>
                <a:path w="47874" h="120702" extrusionOk="0">
                  <a:moveTo>
                    <a:pt x="23952" y="1"/>
                  </a:moveTo>
                  <a:cubicBezTo>
                    <a:pt x="10760" y="1"/>
                    <a:pt x="0" y="10700"/>
                    <a:pt x="0" y="23922"/>
                  </a:cubicBezTo>
                  <a:lnTo>
                    <a:pt x="0" y="120702"/>
                  </a:lnTo>
                  <a:lnTo>
                    <a:pt x="304" y="120702"/>
                  </a:lnTo>
                  <a:lnTo>
                    <a:pt x="304" y="23922"/>
                  </a:lnTo>
                  <a:cubicBezTo>
                    <a:pt x="304" y="10852"/>
                    <a:pt x="10912" y="274"/>
                    <a:pt x="23982" y="274"/>
                  </a:cubicBezTo>
                  <a:cubicBezTo>
                    <a:pt x="37052" y="274"/>
                    <a:pt x="47660" y="10913"/>
                    <a:pt x="47660" y="23922"/>
                  </a:cubicBezTo>
                  <a:lnTo>
                    <a:pt x="47660" y="120671"/>
                  </a:lnTo>
                  <a:lnTo>
                    <a:pt x="47873" y="120671"/>
                  </a:lnTo>
                  <a:lnTo>
                    <a:pt x="47873" y="23922"/>
                  </a:lnTo>
                  <a:cubicBezTo>
                    <a:pt x="47873" y="10730"/>
                    <a:pt x="37174" y="1"/>
                    <a:pt x="2395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0"/>
            <p:cNvSpPr/>
            <p:nvPr/>
          </p:nvSpPr>
          <p:spPr>
            <a:xfrm>
              <a:off x="-280125" y="1850625"/>
              <a:ext cx="951400" cy="2895200"/>
            </a:xfrm>
            <a:custGeom>
              <a:avLst/>
              <a:gdLst/>
              <a:ahLst/>
              <a:cxnLst/>
              <a:rect l="l" t="t" r="r" b="b"/>
              <a:pathLst>
                <a:path w="38056" h="115808" extrusionOk="0">
                  <a:moveTo>
                    <a:pt x="19028" y="0"/>
                  </a:moveTo>
                  <a:cubicBezTo>
                    <a:pt x="8541" y="0"/>
                    <a:pt x="0" y="8541"/>
                    <a:pt x="0" y="19028"/>
                  </a:cubicBezTo>
                  <a:lnTo>
                    <a:pt x="0" y="115808"/>
                  </a:lnTo>
                  <a:lnTo>
                    <a:pt x="274" y="115808"/>
                  </a:lnTo>
                  <a:lnTo>
                    <a:pt x="274" y="19028"/>
                  </a:lnTo>
                  <a:cubicBezTo>
                    <a:pt x="274" y="8663"/>
                    <a:pt x="8724" y="274"/>
                    <a:pt x="19058" y="274"/>
                  </a:cubicBezTo>
                  <a:cubicBezTo>
                    <a:pt x="29423" y="274"/>
                    <a:pt x="37843" y="8693"/>
                    <a:pt x="37843" y="19028"/>
                  </a:cubicBezTo>
                  <a:lnTo>
                    <a:pt x="37843" y="115777"/>
                  </a:lnTo>
                  <a:lnTo>
                    <a:pt x="38056" y="115777"/>
                  </a:lnTo>
                  <a:lnTo>
                    <a:pt x="38056" y="19028"/>
                  </a:lnTo>
                  <a:cubicBezTo>
                    <a:pt x="38056" y="8541"/>
                    <a:pt x="29514" y="0"/>
                    <a:pt x="1902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0"/>
            <p:cNvSpPr/>
            <p:nvPr/>
          </p:nvSpPr>
          <p:spPr>
            <a:xfrm>
              <a:off x="-157800" y="1972950"/>
              <a:ext cx="706725" cy="2772875"/>
            </a:xfrm>
            <a:custGeom>
              <a:avLst/>
              <a:gdLst/>
              <a:ahLst/>
              <a:cxnLst/>
              <a:rect l="l" t="t" r="r" b="b"/>
              <a:pathLst>
                <a:path w="28269" h="110915" extrusionOk="0">
                  <a:moveTo>
                    <a:pt x="14135" y="1"/>
                  </a:moveTo>
                  <a:cubicBezTo>
                    <a:pt x="6354" y="1"/>
                    <a:pt x="1" y="6354"/>
                    <a:pt x="1" y="14135"/>
                  </a:cubicBezTo>
                  <a:lnTo>
                    <a:pt x="1" y="110915"/>
                  </a:lnTo>
                  <a:lnTo>
                    <a:pt x="305" y="110915"/>
                  </a:lnTo>
                  <a:lnTo>
                    <a:pt x="305" y="14135"/>
                  </a:lnTo>
                  <a:cubicBezTo>
                    <a:pt x="305" y="6506"/>
                    <a:pt x="6536" y="275"/>
                    <a:pt x="14165" y="275"/>
                  </a:cubicBezTo>
                  <a:cubicBezTo>
                    <a:pt x="21795" y="275"/>
                    <a:pt x="28026" y="6506"/>
                    <a:pt x="28026" y="14135"/>
                  </a:cubicBezTo>
                  <a:lnTo>
                    <a:pt x="28026" y="110884"/>
                  </a:lnTo>
                  <a:lnTo>
                    <a:pt x="28269" y="110884"/>
                  </a:lnTo>
                  <a:lnTo>
                    <a:pt x="28269" y="14135"/>
                  </a:lnTo>
                  <a:cubicBezTo>
                    <a:pt x="28269" y="6354"/>
                    <a:pt x="21916" y="1"/>
                    <a:pt x="1413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6" name="Google Shape;2296;p80"/>
          <p:cNvGrpSpPr/>
          <p:nvPr/>
        </p:nvGrpSpPr>
        <p:grpSpPr>
          <a:xfrm>
            <a:off x="5732204" y="2086940"/>
            <a:ext cx="979450" cy="980131"/>
            <a:chOff x="4281500" y="3624200"/>
            <a:chExt cx="2194600" cy="2196125"/>
          </a:xfrm>
        </p:grpSpPr>
        <p:sp>
          <p:nvSpPr>
            <p:cNvPr id="2297" name="Google Shape;2297;p80"/>
            <p:cNvSpPr/>
            <p:nvPr/>
          </p:nvSpPr>
          <p:spPr>
            <a:xfrm>
              <a:off x="4281500" y="3624200"/>
              <a:ext cx="2194600" cy="2196125"/>
            </a:xfrm>
            <a:custGeom>
              <a:avLst/>
              <a:gdLst/>
              <a:ahLst/>
              <a:cxnLst/>
              <a:rect l="l" t="t" r="r" b="b"/>
              <a:pathLst>
                <a:path w="87784" h="87845" extrusionOk="0">
                  <a:moveTo>
                    <a:pt x="43862" y="1"/>
                  </a:moveTo>
                  <a:cubicBezTo>
                    <a:pt x="43740" y="1"/>
                    <a:pt x="43679" y="62"/>
                    <a:pt x="43679" y="183"/>
                  </a:cubicBezTo>
                  <a:cubicBezTo>
                    <a:pt x="43679" y="305"/>
                    <a:pt x="43740" y="365"/>
                    <a:pt x="43862" y="365"/>
                  </a:cubicBezTo>
                  <a:cubicBezTo>
                    <a:pt x="43922" y="365"/>
                    <a:pt x="44044" y="305"/>
                    <a:pt x="44044" y="183"/>
                  </a:cubicBezTo>
                  <a:cubicBezTo>
                    <a:pt x="44044" y="62"/>
                    <a:pt x="43983" y="1"/>
                    <a:pt x="43862" y="1"/>
                  </a:cubicBezTo>
                  <a:close/>
                  <a:moveTo>
                    <a:pt x="46810" y="62"/>
                  </a:moveTo>
                  <a:cubicBezTo>
                    <a:pt x="46688" y="62"/>
                    <a:pt x="46597" y="153"/>
                    <a:pt x="46597" y="274"/>
                  </a:cubicBezTo>
                  <a:cubicBezTo>
                    <a:pt x="46597" y="365"/>
                    <a:pt x="46658" y="457"/>
                    <a:pt x="46780" y="457"/>
                  </a:cubicBezTo>
                  <a:cubicBezTo>
                    <a:pt x="46871" y="457"/>
                    <a:pt x="46932" y="396"/>
                    <a:pt x="46962" y="305"/>
                  </a:cubicBezTo>
                  <a:cubicBezTo>
                    <a:pt x="46962" y="183"/>
                    <a:pt x="46932" y="122"/>
                    <a:pt x="46810" y="62"/>
                  </a:cubicBezTo>
                  <a:close/>
                  <a:moveTo>
                    <a:pt x="40883" y="122"/>
                  </a:moveTo>
                  <a:cubicBezTo>
                    <a:pt x="40822" y="122"/>
                    <a:pt x="40731" y="183"/>
                    <a:pt x="40731" y="305"/>
                  </a:cubicBezTo>
                  <a:cubicBezTo>
                    <a:pt x="40731" y="426"/>
                    <a:pt x="40822" y="487"/>
                    <a:pt x="40944" y="487"/>
                  </a:cubicBezTo>
                  <a:cubicBezTo>
                    <a:pt x="41035" y="457"/>
                    <a:pt x="41126" y="365"/>
                    <a:pt x="41065" y="274"/>
                  </a:cubicBezTo>
                  <a:cubicBezTo>
                    <a:pt x="41065" y="153"/>
                    <a:pt x="40974" y="122"/>
                    <a:pt x="40883" y="122"/>
                  </a:cubicBezTo>
                  <a:close/>
                  <a:moveTo>
                    <a:pt x="37965" y="365"/>
                  </a:moveTo>
                  <a:cubicBezTo>
                    <a:pt x="37904" y="365"/>
                    <a:pt x="37813" y="457"/>
                    <a:pt x="37813" y="578"/>
                  </a:cubicBezTo>
                  <a:cubicBezTo>
                    <a:pt x="37813" y="669"/>
                    <a:pt x="37904" y="761"/>
                    <a:pt x="37995" y="761"/>
                  </a:cubicBezTo>
                  <a:cubicBezTo>
                    <a:pt x="38117" y="730"/>
                    <a:pt x="38208" y="639"/>
                    <a:pt x="38147" y="517"/>
                  </a:cubicBezTo>
                  <a:cubicBezTo>
                    <a:pt x="38147" y="426"/>
                    <a:pt x="38056" y="365"/>
                    <a:pt x="37965" y="365"/>
                  </a:cubicBezTo>
                  <a:close/>
                  <a:moveTo>
                    <a:pt x="49698" y="365"/>
                  </a:moveTo>
                  <a:cubicBezTo>
                    <a:pt x="49576" y="365"/>
                    <a:pt x="49485" y="457"/>
                    <a:pt x="49485" y="578"/>
                  </a:cubicBezTo>
                  <a:cubicBezTo>
                    <a:pt x="49485" y="669"/>
                    <a:pt x="49546" y="761"/>
                    <a:pt x="49667" y="761"/>
                  </a:cubicBezTo>
                  <a:cubicBezTo>
                    <a:pt x="49758" y="761"/>
                    <a:pt x="49819" y="730"/>
                    <a:pt x="49849" y="609"/>
                  </a:cubicBezTo>
                  <a:cubicBezTo>
                    <a:pt x="49849" y="487"/>
                    <a:pt x="49819" y="426"/>
                    <a:pt x="49698" y="365"/>
                  </a:cubicBezTo>
                  <a:close/>
                  <a:moveTo>
                    <a:pt x="35108" y="894"/>
                  </a:moveTo>
                  <a:cubicBezTo>
                    <a:pt x="35087" y="894"/>
                    <a:pt x="35066" y="900"/>
                    <a:pt x="35047" y="913"/>
                  </a:cubicBezTo>
                  <a:cubicBezTo>
                    <a:pt x="34956" y="943"/>
                    <a:pt x="34895" y="1034"/>
                    <a:pt x="34925" y="1125"/>
                  </a:cubicBezTo>
                  <a:cubicBezTo>
                    <a:pt x="34956" y="1217"/>
                    <a:pt x="35047" y="1247"/>
                    <a:pt x="35108" y="1247"/>
                  </a:cubicBezTo>
                  <a:cubicBezTo>
                    <a:pt x="35260" y="1247"/>
                    <a:pt x="35320" y="1156"/>
                    <a:pt x="35260" y="1095"/>
                  </a:cubicBezTo>
                  <a:cubicBezTo>
                    <a:pt x="35260" y="975"/>
                    <a:pt x="35184" y="894"/>
                    <a:pt x="35108" y="894"/>
                  </a:cubicBezTo>
                  <a:close/>
                  <a:moveTo>
                    <a:pt x="52526" y="905"/>
                  </a:moveTo>
                  <a:cubicBezTo>
                    <a:pt x="52443" y="905"/>
                    <a:pt x="52397" y="959"/>
                    <a:pt x="52372" y="1034"/>
                  </a:cubicBezTo>
                  <a:cubicBezTo>
                    <a:pt x="52342" y="1095"/>
                    <a:pt x="52372" y="1217"/>
                    <a:pt x="52464" y="1247"/>
                  </a:cubicBezTo>
                  <a:lnTo>
                    <a:pt x="52555" y="1247"/>
                  </a:lnTo>
                  <a:cubicBezTo>
                    <a:pt x="52676" y="1247"/>
                    <a:pt x="52737" y="1125"/>
                    <a:pt x="52737" y="1095"/>
                  </a:cubicBezTo>
                  <a:cubicBezTo>
                    <a:pt x="52737" y="973"/>
                    <a:pt x="52676" y="913"/>
                    <a:pt x="52585" y="913"/>
                  </a:cubicBezTo>
                  <a:cubicBezTo>
                    <a:pt x="52564" y="907"/>
                    <a:pt x="52544" y="905"/>
                    <a:pt x="52526" y="905"/>
                  </a:cubicBezTo>
                  <a:close/>
                  <a:moveTo>
                    <a:pt x="55442" y="1551"/>
                  </a:moveTo>
                  <a:lnTo>
                    <a:pt x="55382" y="1885"/>
                  </a:lnTo>
                  <a:lnTo>
                    <a:pt x="55412" y="1885"/>
                  </a:lnTo>
                  <a:cubicBezTo>
                    <a:pt x="55473" y="1885"/>
                    <a:pt x="55564" y="1855"/>
                    <a:pt x="55594" y="1794"/>
                  </a:cubicBezTo>
                  <a:cubicBezTo>
                    <a:pt x="55594" y="1672"/>
                    <a:pt x="55564" y="1581"/>
                    <a:pt x="55442" y="1551"/>
                  </a:cubicBezTo>
                  <a:close/>
                  <a:moveTo>
                    <a:pt x="32280" y="1574"/>
                  </a:moveTo>
                  <a:cubicBezTo>
                    <a:pt x="32261" y="1574"/>
                    <a:pt x="32241" y="1576"/>
                    <a:pt x="32220" y="1581"/>
                  </a:cubicBezTo>
                  <a:cubicBezTo>
                    <a:pt x="32159" y="1612"/>
                    <a:pt x="32068" y="1733"/>
                    <a:pt x="32129" y="1824"/>
                  </a:cubicBezTo>
                  <a:cubicBezTo>
                    <a:pt x="32159" y="1885"/>
                    <a:pt x="32220" y="1916"/>
                    <a:pt x="32311" y="1916"/>
                  </a:cubicBezTo>
                  <a:lnTo>
                    <a:pt x="32311" y="1976"/>
                  </a:lnTo>
                  <a:cubicBezTo>
                    <a:pt x="32433" y="1916"/>
                    <a:pt x="32494" y="1855"/>
                    <a:pt x="32463" y="1733"/>
                  </a:cubicBezTo>
                  <a:cubicBezTo>
                    <a:pt x="32438" y="1633"/>
                    <a:pt x="32371" y="1574"/>
                    <a:pt x="32280" y="1574"/>
                  </a:cubicBezTo>
                  <a:close/>
                  <a:moveTo>
                    <a:pt x="58208" y="2432"/>
                  </a:moveTo>
                  <a:lnTo>
                    <a:pt x="58148" y="2767"/>
                  </a:lnTo>
                  <a:lnTo>
                    <a:pt x="58178" y="2767"/>
                  </a:lnTo>
                  <a:cubicBezTo>
                    <a:pt x="58269" y="2767"/>
                    <a:pt x="58330" y="2676"/>
                    <a:pt x="58360" y="2645"/>
                  </a:cubicBezTo>
                  <a:cubicBezTo>
                    <a:pt x="58360" y="2554"/>
                    <a:pt x="58330" y="2463"/>
                    <a:pt x="58208" y="2432"/>
                  </a:cubicBezTo>
                  <a:close/>
                  <a:moveTo>
                    <a:pt x="29481" y="2455"/>
                  </a:moveTo>
                  <a:cubicBezTo>
                    <a:pt x="29464" y="2455"/>
                    <a:pt x="29444" y="2458"/>
                    <a:pt x="29424" y="2463"/>
                  </a:cubicBezTo>
                  <a:cubicBezTo>
                    <a:pt x="29332" y="2493"/>
                    <a:pt x="29272" y="2615"/>
                    <a:pt x="29302" y="2676"/>
                  </a:cubicBezTo>
                  <a:cubicBezTo>
                    <a:pt x="29332" y="2767"/>
                    <a:pt x="29424" y="2797"/>
                    <a:pt x="29484" y="2797"/>
                  </a:cubicBezTo>
                  <a:cubicBezTo>
                    <a:pt x="29545" y="2797"/>
                    <a:pt x="29545" y="2797"/>
                    <a:pt x="29484" y="2828"/>
                  </a:cubicBezTo>
                  <a:cubicBezTo>
                    <a:pt x="29606" y="2797"/>
                    <a:pt x="29697" y="2736"/>
                    <a:pt x="29636" y="2615"/>
                  </a:cubicBezTo>
                  <a:cubicBezTo>
                    <a:pt x="29611" y="2514"/>
                    <a:pt x="29565" y="2455"/>
                    <a:pt x="29481" y="2455"/>
                  </a:cubicBezTo>
                  <a:close/>
                  <a:moveTo>
                    <a:pt x="60882" y="3472"/>
                  </a:moveTo>
                  <a:cubicBezTo>
                    <a:pt x="60822" y="3472"/>
                    <a:pt x="60753" y="3522"/>
                    <a:pt x="60731" y="3587"/>
                  </a:cubicBezTo>
                  <a:cubicBezTo>
                    <a:pt x="60731" y="3679"/>
                    <a:pt x="60762" y="3800"/>
                    <a:pt x="60822" y="3831"/>
                  </a:cubicBezTo>
                  <a:lnTo>
                    <a:pt x="60914" y="3831"/>
                  </a:lnTo>
                  <a:cubicBezTo>
                    <a:pt x="61005" y="3831"/>
                    <a:pt x="61035" y="3800"/>
                    <a:pt x="61035" y="3800"/>
                  </a:cubicBezTo>
                  <a:cubicBezTo>
                    <a:pt x="61096" y="3679"/>
                    <a:pt x="61066" y="3557"/>
                    <a:pt x="61005" y="3527"/>
                  </a:cubicBezTo>
                  <a:cubicBezTo>
                    <a:pt x="61005" y="3496"/>
                    <a:pt x="60944" y="3496"/>
                    <a:pt x="60944" y="3496"/>
                  </a:cubicBezTo>
                  <a:cubicBezTo>
                    <a:pt x="60927" y="3479"/>
                    <a:pt x="60905" y="3472"/>
                    <a:pt x="60882" y="3472"/>
                  </a:cubicBezTo>
                  <a:close/>
                  <a:moveTo>
                    <a:pt x="26798" y="3471"/>
                  </a:moveTo>
                  <a:cubicBezTo>
                    <a:pt x="26772" y="3471"/>
                    <a:pt x="26745" y="3478"/>
                    <a:pt x="26718" y="3496"/>
                  </a:cubicBezTo>
                  <a:cubicBezTo>
                    <a:pt x="26597" y="3527"/>
                    <a:pt x="26566" y="3648"/>
                    <a:pt x="26597" y="3709"/>
                  </a:cubicBezTo>
                  <a:cubicBezTo>
                    <a:pt x="26658" y="3800"/>
                    <a:pt x="26718" y="3831"/>
                    <a:pt x="26810" y="3831"/>
                  </a:cubicBezTo>
                  <a:cubicBezTo>
                    <a:pt x="26810" y="3831"/>
                    <a:pt x="26840" y="3831"/>
                    <a:pt x="26870" y="3861"/>
                  </a:cubicBezTo>
                  <a:cubicBezTo>
                    <a:pt x="26870" y="3831"/>
                    <a:pt x="26901" y="3831"/>
                    <a:pt x="26901" y="3831"/>
                  </a:cubicBezTo>
                  <a:cubicBezTo>
                    <a:pt x="26992" y="3739"/>
                    <a:pt x="26992" y="3648"/>
                    <a:pt x="26962" y="3557"/>
                  </a:cubicBezTo>
                  <a:cubicBezTo>
                    <a:pt x="26919" y="3514"/>
                    <a:pt x="26860" y="3471"/>
                    <a:pt x="26798" y="3471"/>
                  </a:cubicBezTo>
                  <a:close/>
                  <a:moveTo>
                    <a:pt x="63570" y="4656"/>
                  </a:moveTo>
                  <a:cubicBezTo>
                    <a:pt x="63507" y="4656"/>
                    <a:pt x="63449" y="4699"/>
                    <a:pt x="63406" y="4742"/>
                  </a:cubicBezTo>
                  <a:cubicBezTo>
                    <a:pt x="63345" y="4864"/>
                    <a:pt x="63376" y="4955"/>
                    <a:pt x="63467" y="5016"/>
                  </a:cubicBezTo>
                  <a:cubicBezTo>
                    <a:pt x="63467" y="5046"/>
                    <a:pt x="63497" y="5046"/>
                    <a:pt x="63497" y="5046"/>
                  </a:cubicBezTo>
                  <a:lnTo>
                    <a:pt x="63588" y="5046"/>
                  </a:lnTo>
                  <a:cubicBezTo>
                    <a:pt x="63649" y="5046"/>
                    <a:pt x="63740" y="5016"/>
                    <a:pt x="63740" y="4894"/>
                  </a:cubicBezTo>
                  <a:cubicBezTo>
                    <a:pt x="63771" y="4834"/>
                    <a:pt x="63740" y="4712"/>
                    <a:pt x="63649" y="4682"/>
                  </a:cubicBezTo>
                  <a:cubicBezTo>
                    <a:pt x="63622" y="4664"/>
                    <a:pt x="63596" y="4656"/>
                    <a:pt x="63570" y="4656"/>
                  </a:cubicBezTo>
                  <a:close/>
                  <a:moveTo>
                    <a:pt x="24135" y="4692"/>
                  </a:moveTo>
                  <a:cubicBezTo>
                    <a:pt x="24115" y="4692"/>
                    <a:pt x="24094" y="4698"/>
                    <a:pt x="24074" y="4712"/>
                  </a:cubicBezTo>
                  <a:cubicBezTo>
                    <a:pt x="24074" y="4742"/>
                    <a:pt x="24013" y="4742"/>
                    <a:pt x="24013" y="4742"/>
                  </a:cubicBezTo>
                  <a:cubicBezTo>
                    <a:pt x="23952" y="4834"/>
                    <a:pt x="23952" y="4925"/>
                    <a:pt x="23983" y="5016"/>
                  </a:cubicBezTo>
                  <a:cubicBezTo>
                    <a:pt x="24013" y="5046"/>
                    <a:pt x="24074" y="5077"/>
                    <a:pt x="24135" y="5077"/>
                  </a:cubicBezTo>
                  <a:cubicBezTo>
                    <a:pt x="24165" y="5077"/>
                    <a:pt x="24226" y="5077"/>
                    <a:pt x="24226" y="5046"/>
                  </a:cubicBezTo>
                  <a:cubicBezTo>
                    <a:pt x="24287" y="5016"/>
                    <a:pt x="24317" y="4894"/>
                    <a:pt x="24287" y="4834"/>
                  </a:cubicBezTo>
                  <a:cubicBezTo>
                    <a:pt x="24263" y="4763"/>
                    <a:pt x="24203" y="4692"/>
                    <a:pt x="24135" y="4692"/>
                  </a:cubicBezTo>
                  <a:close/>
                  <a:moveTo>
                    <a:pt x="66130" y="6068"/>
                  </a:moveTo>
                  <a:cubicBezTo>
                    <a:pt x="66065" y="6068"/>
                    <a:pt x="66004" y="6096"/>
                    <a:pt x="65959" y="6141"/>
                  </a:cubicBezTo>
                  <a:cubicBezTo>
                    <a:pt x="65898" y="6262"/>
                    <a:pt x="65929" y="6384"/>
                    <a:pt x="66020" y="6414"/>
                  </a:cubicBezTo>
                  <a:cubicBezTo>
                    <a:pt x="66020" y="6445"/>
                    <a:pt x="66050" y="6445"/>
                    <a:pt x="66050" y="6445"/>
                  </a:cubicBezTo>
                  <a:lnTo>
                    <a:pt x="66111" y="6445"/>
                  </a:lnTo>
                  <a:cubicBezTo>
                    <a:pt x="66233" y="6445"/>
                    <a:pt x="66263" y="6414"/>
                    <a:pt x="66263" y="6293"/>
                  </a:cubicBezTo>
                  <a:cubicBezTo>
                    <a:pt x="66294" y="6232"/>
                    <a:pt x="66263" y="6110"/>
                    <a:pt x="66202" y="6080"/>
                  </a:cubicBezTo>
                  <a:cubicBezTo>
                    <a:pt x="66178" y="6072"/>
                    <a:pt x="66154" y="6068"/>
                    <a:pt x="66130" y="6068"/>
                  </a:cubicBezTo>
                  <a:close/>
                  <a:moveTo>
                    <a:pt x="21580" y="6102"/>
                  </a:moveTo>
                  <a:cubicBezTo>
                    <a:pt x="21562" y="6102"/>
                    <a:pt x="21542" y="6105"/>
                    <a:pt x="21521" y="6110"/>
                  </a:cubicBezTo>
                  <a:cubicBezTo>
                    <a:pt x="21521" y="6141"/>
                    <a:pt x="21490" y="6141"/>
                    <a:pt x="21490" y="6141"/>
                  </a:cubicBezTo>
                  <a:cubicBezTo>
                    <a:pt x="21399" y="6232"/>
                    <a:pt x="21399" y="6353"/>
                    <a:pt x="21430" y="6414"/>
                  </a:cubicBezTo>
                  <a:cubicBezTo>
                    <a:pt x="21490" y="6445"/>
                    <a:pt x="21521" y="6475"/>
                    <a:pt x="21581" y="6475"/>
                  </a:cubicBezTo>
                  <a:cubicBezTo>
                    <a:pt x="21581" y="6475"/>
                    <a:pt x="21642" y="6475"/>
                    <a:pt x="21673" y="6445"/>
                  </a:cubicBezTo>
                  <a:cubicBezTo>
                    <a:pt x="21733" y="6414"/>
                    <a:pt x="21794" y="6293"/>
                    <a:pt x="21733" y="6232"/>
                  </a:cubicBezTo>
                  <a:cubicBezTo>
                    <a:pt x="21708" y="6157"/>
                    <a:pt x="21663" y="6102"/>
                    <a:pt x="21580" y="6102"/>
                  </a:cubicBezTo>
                  <a:close/>
                  <a:moveTo>
                    <a:pt x="68605" y="7659"/>
                  </a:moveTo>
                  <a:cubicBezTo>
                    <a:pt x="68542" y="7659"/>
                    <a:pt x="68471" y="7693"/>
                    <a:pt x="68452" y="7752"/>
                  </a:cubicBezTo>
                  <a:cubicBezTo>
                    <a:pt x="68391" y="7812"/>
                    <a:pt x="68391" y="7934"/>
                    <a:pt x="68482" y="7964"/>
                  </a:cubicBezTo>
                  <a:cubicBezTo>
                    <a:pt x="68512" y="7995"/>
                    <a:pt x="68543" y="7995"/>
                    <a:pt x="68604" y="7995"/>
                  </a:cubicBezTo>
                  <a:lnTo>
                    <a:pt x="68756" y="7995"/>
                  </a:lnTo>
                  <a:cubicBezTo>
                    <a:pt x="68816" y="7934"/>
                    <a:pt x="68816" y="7812"/>
                    <a:pt x="68756" y="7752"/>
                  </a:cubicBezTo>
                  <a:cubicBezTo>
                    <a:pt x="68756" y="7691"/>
                    <a:pt x="68695" y="7691"/>
                    <a:pt x="68695" y="7691"/>
                  </a:cubicBezTo>
                  <a:cubicBezTo>
                    <a:pt x="68673" y="7669"/>
                    <a:pt x="68640" y="7659"/>
                    <a:pt x="68605" y="7659"/>
                  </a:cubicBezTo>
                  <a:close/>
                  <a:moveTo>
                    <a:pt x="19142" y="7676"/>
                  </a:moveTo>
                  <a:cubicBezTo>
                    <a:pt x="19097" y="7676"/>
                    <a:pt x="19043" y="7691"/>
                    <a:pt x="18998" y="7721"/>
                  </a:cubicBezTo>
                  <a:cubicBezTo>
                    <a:pt x="18937" y="7782"/>
                    <a:pt x="18937" y="7904"/>
                    <a:pt x="18967" y="7964"/>
                  </a:cubicBezTo>
                  <a:cubicBezTo>
                    <a:pt x="18998" y="7995"/>
                    <a:pt x="19059" y="8056"/>
                    <a:pt x="19119" y="8056"/>
                  </a:cubicBezTo>
                  <a:cubicBezTo>
                    <a:pt x="19150" y="8056"/>
                    <a:pt x="19211" y="8056"/>
                    <a:pt x="19211" y="8025"/>
                  </a:cubicBezTo>
                  <a:cubicBezTo>
                    <a:pt x="19211" y="7964"/>
                    <a:pt x="19241" y="7964"/>
                    <a:pt x="19241" y="7964"/>
                  </a:cubicBezTo>
                  <a:cubicBezTo>
                    <a:pt x="19302" y="7904"/>
                    <a:pt x="19302" y="7782"/>
                    <a:pt x="19241" y="7721"/>
                  </a:cubicBezTo>
                  <a:cubicBezTo>
                    <a:pt x="19226" y="7691"/>
                    <a:pt x="19188" y="7676"/>
                    <a:pt x="19142" y="7676"/>
                  </a:cubicBezTo>
                  <a:close/>
                  <a:moveTo>
                    <a:pt x="70950" y="9407"/>
                  </a:moveTo>
                  <a:cubicBezTo>
                    <a:pt x="70879" y="9407"/>
                    <a:pt x="70811" y="9446"/>
                    <a:pt x="70792" y="9484"/>
                  </a:cubicBezTo>
                  <a:cubicBezTo>
                    <a:pt x="70762" y="9575"/>
                    <a:pt x="70762" y="9667"/>
                    <a:pt x="70823" y="9727"/>
                  </a:cubicBezTo>
                  <a:cubicBezTo>
                    <a:pt x="70853" y="9758"/>
                    <a:pt x="70914" y="9758"/>
                    <a:pt x="70944" y="9758"/>
                  </a:cubicBezTo>
                  <a:cubicBezTo>
                    <a:pt x="71005" y="9758"/>
                    <a:pt x="71039" y="9744"/>
                    <a:pt x="71063" y="9744"/>
                  </a:cubicBezTo>
                  <a:cubicBezTo>
                    <a:pt x="71076" y="9744"/>
                    <a:pt x="71086" y="9748"/>
                    <a:pt x="71096" y="9758"/>
                  </a:cubicBezTo>
                  <a:cubicBezTo>
                    <a:pt x="71187" y="9667"/>
                    <a:pt x="71187" y="9575"/>
                    <a:pt x="71096" y="9484"/>
                  </a:cubicBezTo>
                  <a:cubicBezTo>
                    <a:pt x="71096" y="9454"/>
                    <a:pt x="71066" y="9454"/>
                    <a:pt x="71066" y="9454"/>
                  </a:cubicBezTo>
                  <a:cubicBezTo>
                    <a:pt x="71032" y="9420"/>
                    <a:pt x="70990" y="9407"/>
                    <a:pt x="70950" y="9407"/>
                  </a:cubicBezTo>
                  <a:close/>
                  <a:moveTo>
                    <a:pt x="16775" y="9431"/>
                  </a:moveTo>
                  <a:cubicBezTo>
                    <a:pt x="16733" y="9431"/>
                    <a:pt x="16688" y="9439"/>
                    <a:pt x="16657" y="9454"/>
                  </a:cubicBezTo>
                  <a:cubicBezTo>
                    <a:pt x="16566" y="9545"/>
                    <a:pt x="16566" y="9636"/>
                    <a:pt x="16627" y="9727"/>
                  </a:cubicBezTo>
                  <a:cubicBezTo>
                    <a:pt x="16657" y="9758"/>
                    <a:pt x="16688" y="9788"/>
                    <a:pt x="16779" y="9788"/>
                  </a:cubicBezTo>
                  <a:cubicBezTo>
                    <a:pt x="16809" y="9788"/>
                    <a:pt x="16840" y="9788"/>
                    <a:pt x="16840" y="9758"/>
                  </a:cubicBezTo>
                  <a:cubicBezTo>
                    <a:pt x="16840" y="9727"/>
                    <a:pt x="16870" y="9727"/>
                    <a:pt x="16870" y="9727"/>
                  </a:cubicBezTo>
                  <a:cubicBezTo>
                    <a:pt x="16961" y="9636"/>
                    <a:pt x="16961" y="9545"/>
                    <a:pt x="16870" y="9454"/>
                  </a:cubicBezTo>
                  <a:cubicBezTo>
                    <a:pt x="16855" y="9439"/>
                    <a:pt x="16817" y="9431"/>
                    <a:pt x="16775" y="9431"/>
                  </a:cubicBezTo>
                  <a:close/>
                  <a:moveTo>
                    <a:pt x="73190" y="11307"/>
                  </a:moveTo>
                  <a:cubicBezTo>
                    <a:pt x="73119" y="11307"/>
                    <a:pt x="73061" y="11340"/>
                    <a:pt x="73041" y="11399"/>
                  </a:cubicBezTo>
                  <a:cubicBezTo>
                    <a:pt x="72981" y="11460"/>
                    <a:pt x="72981" y="11551"/>
                    <a:pt x="73072" y="11612"/>
                  </a:cubicBezTo>
                  <a:cubicBezTo>
                    <a:pt x="73102" y="11673"/>
                    <a:pt x="73133" y="11673"/>
                    <a:pt x="73193" y="11673"/>
                  </a:cubicBezTo>
                  <a:cubicBezTo>
                    <a:pt x="73218" y="11673"/>
                    <a:pt x="73242" y="11634"/>
                    <a:pt x="73282" y="11634"/>
                  </a:cubicBezTo>
                  <a:cubicBezTo>
                    <a:pt x="73292" y="11634"/>
                    <a:pt x="73303" y="11636"/>
                    <a:pt x="73315" y="11642"/>
                  </a:cubicBezTo>
                  <a:cubicBezTo>
                    <a:pt x="73376" y="11581"/>
                    <a:pt x="73376" y="11460"/>
                    <a:pt x="73345" y="11399"/>
                  </a:cubicBezTo>
                  <a:cubicBezTo>
                    <a:pt x="73345" y="11399"/>
                    <a:pt x="73345" y="11338"/>
                    <a:pt x="73315" y="11338"/>
                  </a:cubicBezTo>
                  <a:cubicBezTo>
                    <a:pt x="73272" y="11317"/>
                    <a:pt x="73229" y="11307"/>
                    <a:pt x="73190" y="11307"/>
                  </a:cubicBezTo>
                  <a:close/>
                  <a:moveTo>
                    <a:pt x="14554" y="11351"/>
                  </a:moveTo>
                  <a:cubicBezTo>
                    <a:pt x="14508" y="11351"/>
                    <a:pt x="14464" y="11381"/>
                    <a:pt x="14408" y="11399"/>
                  </a:cubicBezTo>
                  <a:cubicBezTo>
                    <a:pt x="14347" y="11429"/>
                    <a:pt x="14347" y="11551"/>
                    <a:pt x="14378" y="11612"/>
                  </a:cubicBezTo>
                  <a:cubicBezTo>
                    <a:pt x="14408" y="11673"/>
                    <a:pt x="14438" y="11703"/>
                    <a:pt x="14530" y="11703"/>
                  </a:cubicBezTo>
                  <a:lnTo>
                    <a:pt x="14651" y="11703"/>
                  </a:lnTo>
                  <a:cubicBezTo>
                    <a:pt x="14651" y="11703"/>
                    <a:pt x="14682" y="11703"/>
                    <a:pt x="14682" y="11673"/>
                  </a:cubicBezTo>
                  <a:cubicBezTo>
                    <a:pt x="14742" y="11551"/>
                    <a:pt x="14712" y="11429"/>
                    <a:pt x="14651" y="11399"/>
                  </a:cubicBezTo>
                  <a:cubicBezTo>
                    <a:pt x="14615" y="11363"/>
                    <a:pt x="14584" y="11351"/>
                    <a:pt x="14554" y="11351"/>
                  </a:cubicBezTo>
                  <a:close/>
                  <a:moveTo>
                    <a:pt x="75294" y="13306"/>
                  </a:moveTo>
                  <a:cubicBezTo>
                    <a:pt x="75245" y="13306"/>
                    <a:pt x="75200" y="13329"/>
                    <a:pt x="75169" y="13375"/>
                  </a:cubicBezTo>
                  <a:cubicBezTo>
                    <a:pt x="75078" y="13436"/>
                    <a:pt x="75078" y="13557"/>
                    <a:pt x="75169" y="13648"/>
                  </a:cubicBezTo>
                  <a:cubicBezTo>
                    <a:pt x="75200" y="13679"/>
                    <a:pt x="75230" y="13679"/>
                    <a:pt x="75260" y="13679"/>
                  </a:cubicBezTo>
                  <a:cubicBezTo>
                    <a:pt x="75351" y="13679"/>
                    <a:pt x="75382" y="13648"/>
                    <a:pt x="75443" y="13648"/>
                  </a:cubicBezTo>
                  <a:cubicBezTo>
                    <a:pt x="75503" y="13557"/>
                    <a:pt x="75503" y="13436"/>
                    <a:pt x="75443" y="13375"/>
                  </a:cubicBezTo>
                  <a:cubicBezTo>
                    <a:pt x="75397" y="13329"/>
                    <a:pt x="75344" y="13306"/>
                    <a:pt x="75294" y="13306"/>
                  </a:cubicBezTo>
                  <a:close/>
                  <a:moveTo>
                    <a:pt x="12459" y="13337"/>
                  </a:moveTo>
                  <a:cubicBezTo>
                    <a:pt x="12410" y="13337"/>
                    <a:pt x="12356" y="13360"/>
                    <a:pt x="12311" y="13405"/>
                  </a:cubicBezTo>
                  <a:cubicBezTo>
                    <a:pt x="12250" y="13466"/>
                    <a:pt x="12250" y="13588"/>
                    <a:pt x="12311" y="13679"/>
                  </a:cubicBezTo>
                  <a:cubicBezTo>
                    <a:pt x="12372" y="13709"/>
                    <a:pt x="12402" y="13709"/>
                    <a:pt x="12432" y="13709"/>
                  </a:cubicBezTo>
                  <a:cubicBezTo>
                    <a:pt x="12463" y="13709"/>
                    <a:pt x="12554" y="13709"/>
                    <a:pt x="12584" y="13679"/>
                  </a:cubicBezTo>
                  <a:cubicBezTo>
                    <a:pt x="12645" y="13588"/>
                    <a:pt x="12645" y="13466"/>
                    <a:pt x="12584" y="13405"/>
                  </a:cubicBezTo>
                  <a:cubicBezTo>
                    <a:pt x="12554" y="13360"/>
                    <a:pt x="12508" y="13337"/>
                    <a:pt x="12459" y="13337"/>
                  </a:cubicBezTo>
                  <a:close/>
                  <a:moveTo>
                    <a:pt x="77250" y="15460"/>
                  </a:moveTo>
                  <a:cubicBezTo>
                    <a:pt x="77212" y="15460"/>
                    <a:pt x="77172" y="15475"/>
                    <a:pt x="77145" y="15503"/>
                  </a:cubicBezTo>
                  <a:cubicBezTo>
                    <a:pt x="77054" y="15563"/>
                    <a:pt x="77054" y="15685"/>
                    <a:pt x="77114" y="15746"/>
                  </a:cubicBezTo>
                  <a:cubicBezTo>
                    <a:pt x="77114" y="15746"/>
                    <a:pt x="77114" y="15806"/>
                    <a:pt x="77145" y="15806"/>
                  </a:cubicBezTo>
                  <a:cubicBezTo>
                    <a:pt x="77175" y="15837"/>
                    <a:pt x="77206" y="15837"/>
                    <a:pt x="77266" y="15837"/>
                  </a:cubicBezTo>
                  <a:cubicBezTo>
                    <a:pt x="77327" y="15837"/>
                    <a:pt x="77358" y="15806"/>
                    <a:pt x="77358" y="15776"/>
                  </a:cubicBezTo>
                  <a:cubicBezTo>
                    <a:pt x="77449" y="15685"/>
                    <a:pt x="77418" y="15624"/>
                    <a:pt x="77358" y="15533"/>
                  </a:cubicBezTo>
                  <a:cubicBezTo>
                    <a:pt x="77341" y="15483"/>
                    <a:pt x="77297" y="15460"/>
                    <a:pt x="77250" y="15460"/>
                  </a:cubicBezTo>
                  <a:close/>
                  <a:moveTo>
                    <a:pt x="10494" y="15513"/>
                  </a:moveTo>
                  <a:cubicBezTo>
                    <a:pt x="10457" y="15513"/>
                    <a:pt x="10421" y="15520"/>
                    <a:pt x="10396" y="15533"/>
                  </a:cubicBezTo>
                  <a:cubicBezTo>
                    <a:pt x="10396" y="15533"/>
                    <a:pt x="10335" y="15533"/>
                    <a:pt x="10335" y="15563"/>
                  </a:cubicBezTo>
                  <a:cubicBezTo>
                    <a:pt x="10274" y="15685"/>
                    <a:pt x="10305" y="15806"/>
                    <a:pt x="10396" y="15837"/>
                  </a:cubicBezTo>
                  <a:cubicBezTo>
                    <a:pt x="10426" y="15867"/>
                    <a:pt x="10457" y="15867"/>
                    <a:pt x="10487" y="15867"/>
                  </a:cubicBezTo>
                  <a:cubicBezTo>
                    <a:pt x="10548" y="15867"/>
                    <a:pt x="10578" y="15867"/>
                    <a:pt x="10639" y="15806"/>
                  </a:cubicBezTo>
                  <a:cubicBezTo>
                    <a:pt x="10700" y="15715"/>
                    <a:pt x="10700" y="15654"/>
                    <a:pt x="10639" y="15563"/>
                  </a:cubicBezTo>
                  <a:cubicBezTo>
                    <a:pt x="10603" y="15528"/>
                    <a:pt x="10547" y="15513"/>
                    <a:pt x="10494" y="15513"/>
                  </a:cubicBezTo>
                  <a:close/>
                  <a:moveTo>
                    <a:pt x="79079" y="17740"/>
                  </a:moveTo>
                  <a:cubicBezTo>
                    <a:pt x="79036" y="17740"/>
                    <a:pt x="78996" y="17755"/>
                    <a:pt x="78969" y="17782"/>
                  </a:cubicBezTo>
                  <a:cubicBezTo>
                    <a:pt x="78877" y="17843"/>
                    <a:pt x="78877" y="17965"/>
                    <a:pt x="78938" y="18025"/>
                  </a:cubicBezTo>
                  <a:cubicBezTo>
                    <a:pt x="78969" y="18025"/>
                    <a:pt x="78969" y="18086"/>
                    <a:pt x="78969" y="18086"/>
                  </a:cubicBezTo>
                  <a:cubicBezTo>
                    <a:pt x="78999" y="18117"/>
                    <a:pt x="79029" y="18117"/>
                    <a:pt x="79060" y="18117"/>
                  </a:cubicBezTo>
                  <a:cubicBezTo>
                    <a:pt x="79121" y="18117"/>
                    <a:pt x="79151" y="18117"/>
                    <a:pt x="79242" y="18056"/>
                  </a:cubicBezTo>
                  <a:cubicBezTo>
                    <a:pt x="79273" y="17995"/>
                    <a:pt x="79273" y="17904"/>
                    <a:pt x="79242" y="17813"/>
                  </a:cubicBezTo>
                  <a:cubicBezTo>
                    <a:pt x="79192" y="17762"/>
                    <a:pt x="79133" y="17740"/>
                    <a:pt x="79079" y="17740"/>
                  </a:cubicBezTo>
                  <a:close/>
                  <a:moveTo>
                    <a:pt x="8694" y="17797"/>
                  </a:moveTo>
                  <a:cubicBezTo>
                    <a:pt x="8648" y="17797"/>
                    <a:pt x="8603" y="17813"/>
                    <a:pt x="8572" y="17843"/>
                  </a:cubicBezTo>
                  <a:cubicBezTo>
                    <a:pt x="8511" y="17843"/>
                    <a:pt x="8511" y="17904"/>
                    <a:pt x="8511" y="17904"/>
                  </a:cubicBezTo>
                  <a:cubicBezTo>
                    <a:pt x="8451" y="17965"/>
                    <a:pt x="8481" y="18117"/>
                    <a:pt x="8572" y="18147"/>
                  </a:cubicBezTo>
                  <a:cubicBezTo>
                    <a:pt x="8603" y="18208"/>
                    <a:pt x="8633" y="18208"/>
                    <a:pt x="8663" y="18208"/>
                  </a:cubicBezTo>
                  <a:cubicBezTo>
                    <a:pt x="8724" y="18208"/>
                    <a:pt x="8785" y="18208"/>
                    <a:pt x="8815" y="18117"/>
                  </a:cubicBezTo>
                  <a:cubicBezTo>
                    <a:pt x="8906" y="18025"/>
                    <a:pt x="8906" y="17934"/>
                    <a:pt x="8815" y="17843"/>
                  </a:cubicBezTo>
                  <a:cubicBezTo>
                    <a:pt x="8785" y="17813"/>
                    <a:pt x="8739" y="17797"/>
                    <a:pt x="8694" y="17797"/>
                  </a:cubicBezTo>
                  <a:close/>
                  <a:moveTo>
                    <a:pt x="80751" y="20141"/>
                  </a:moveTo>
                  <a:cubicBezTo>
                    <a:pt x="80707" y="20141"/>
                    <a:pt x="80668" y="20156"/>
                    <a:pt x="80640" y="20183"/>
                  </a:cubicBezTo>
                  <a:cubicBezTo>
                    <a:pt x="80519" y="20214"/>
                    <a:pt x="80519" y="20335"/>
                    <a:pt x="80549" y="20396"/>
                  </a:cubicBezTo>
                  <a:cubicBezTo>
                    <a:pt x="80610" y="20487"/>
                    <a:pt x="80640" y="20518"/>
                    <a:pt x="80701" y="20518"/>
                  </a:cubicBezTo>
                  <a:cubicBezTo>
                    <a:pt x="80762" y="20518"/>
                    <a:pt x="80762" y="20518"/>
                    <a:pt x="80823" y="20487"/>
                  </a:cubicBezTo>
                  <a:cubicBezTo>
                    <a:pt x="80914" y="20427"/>
                    <a:pt x="80975" y="20366"/>
                    <a:pt x="80944" y="20244"/>
                  </a:cubicBezTo>
                  <a:cubicBezTo>
                    <a:pt x="80914" y="20244"/>
                    <a:pt x="80914" y="20214"/>
                    <a:pt x="80914" y="20214"/>
                  </a:cubicBezTo>
                  <a:cubicBezTo>
                    <a:pt x="80864" y="20164"/>
                    <a:pt x="80804" y="20141"/>
                    <a:pt x="80751" y="20141"/>
                  </a:cubicBezTo>
                  <a:close/>
                  <a:moveTo>
                    <a:pt x="6975" y="20232"/>
                  </a:moveTo>
                  <a:cubicBezTo>
                    <a:pt x="6903" y="20232"/>
                    <a:pt x="6831" y="20261"/>
                    <a:pt x="6809" y="20305"/>
                  </a:cubicBezTo>
                  <a:cubicBezTo>
                    <a:pt x="6779" y="20396"/>
                    <a:pt x="6809" y="20518"/>
                    <a:pt x="6900" y="20548"/>
                  </a:cubicBezTo>
                  <a:cubicBezTo>
                    <a:pt x="6931" y="20579"/>
                    <a:pt x="6961" y="20579"/>
                    <a:pt x="6992" y="20579"/>
                  </a:cubicBezTo>
                  <a:cubicBezTo>
                    <a:pt x="7083" y="20579"/>
                    <a:pt x="7113" y="20548"/>
                    <a:pt x="7113" y="20518"/>
                  </a:cubicBezTo>
                  <a:cubicBezTo>
                    <a:pt x="7144" y="20518"/>
                    <a:pt x="7144" y="20487"/>
                    <a:pt x="7144" y="20487"/>
                  </a:cubicBezTo>
                  <a:cubicBezTo>
                    <a:pt x="7204" y="20396"/>
                    <a:pt x="7144" y="20275"/>
                    <a:pt x="7052" y="20244"/>
                  </a:cubicBezTo>
                  <a:cubicBezTo>
                    <a:pt x="7028" y="20236"/>
                    <a:pt x="7001" y="20232"/>
                    <a:pt x="6975" y="20232"/>
                  </a:cubicBezTo>
                  <a:close/>
                  <a:moveTo>
                    <a:pt x="82260" y="22656"/>
                  </a:moveTo>
                  <a:cubicBezTo>
                    <a:pt x="82221" y="22656"/>
                    <a:pt x="82185" y="22663"/>
                    <a:pt x="82160" y="22676"/>
                  </a:cubicBezTo>
                  <a:cubicBezTo>
                    <a:pt x="82039" y="22706"/>
                    <a:pt x="82039" y="22828"/>
                    <a:pt x="82069" y="22919"/>
                  </a:cubicBezTo>
                  <a:cubicBezTo>
                    <a:pt x="82130" y="22980"/>
                    <a:pt x="82160" y="23010"/>
                    <a:pt x="82221" y="23010"/>
                  </a:cubicBezTo>
                  <a:cubicBezTo>
                    <a:pt x="82221" y="23010"/>
                    <a:pt x="82282" y="23010"/>
                    <a:pt x="82342" y="22980"/>
                  </a:cubicBezTo>
                  <a:cubicBezTo>
                    <a:pt x="82434" y="22949"/>
                    <a:pt x="82494" y="22858"/>
                    <a:pt x="82464" y="22767"/>
                  </a:cubicBezTo>
                  <a:cubicBezTo>
                    <a:pt x="82434" y="22767"/>
                    <a:pt x="82434" y="22706"/>
                    <a:pt x="82434" y="22706"/>
                  </a:cubicBezTo>
                  <a:cubicBezTo>
                    <a:pt x="82380" y="22671"/>
                    <a:pt x="82316" y="22656"/>
                    <a:pt x="82260" y="22656"/>
                  </a:cubicBezTo>
                  <a:close/>
                  <a:moveTo>
                    <a:pt x="5484" y="22742"/>
                  </a:moveTo>
                  <a:cubicBezTo>
                    <a:pt x="5421" y="22742"/>
                    <a:pt x="5363" y="22785"/>
                    <a:pt x="5320" y="22828"/>
                  </a:cubicBezTo>
                  <a:cubicBezTo>
                    <a:pt x="5289" y="22919"/>
                    <a:pt x="5320" y="23010"/>
                    <a:pt x="5411" y="23071"/>
                  </a:cubicBezTo>
                  <a:cubicBezTo>
                    <a:pt x="5441" y="23101"/>
                    <a:pt x="5472" y="23101"/>
                    <a:pt x="5533" y="23101"/>
                  </a:cubicBezTo>
                  <a:cubicBezTo>
                    <a:pt x="5593" y="23101"/>
                    <a:pt x="5624" y="23101"/>
                    <a:pt x="5624" y="23010"/>
                  </a:cubicBezTo>
                  <a:cubicBezTo>
                    <a:pt x="5685" y="23010"/>
                    <a:pt x="5685" y="22980"/>
                    <a:pt x="5685" y="22980"/>
                  </a:cubicBezTo>
                  <a:cubicBezTo>
                    <a:pt x="5715" y="22919"/>
                    <a:pt x="5685" y="22797"/>
                    <a:pt x="5563" y="22767"/>
                  </a:cubicBezTo>
                  <a:cubicBezTo>
                    <a:pt x="5536" y="22749"/>
                    <a:pt x="5510" y="22742"/>
                    <a:pt x="5484" y="22742"/>
                  </a:cubicBezTo>
                  <a:close/>
                  <a:moveTo>
                    <a:pt x="83549" y="25279"/>
                  </a:moveTo>
                  <a:cubicBezTo>
                    <a:pt x="83530" y="25279"/>
                    <a:pt x="83512" y="25283"/>
                    <a:pt x="83498" y="25290"/>
                  </a:cubicBezTo>
                  <a:cubicBezTo>
                    <a:pt x="83406" y="25351"/>
                    <a:pt x="83346" y="25411"/>
                    <a:pt x="83376" y="25533"/>
                  </a:cubicBezTo>
                  <a:cubicBezTo>
                    <a:pt x="83406" y="25533"/>
                    <a:pt x="83406" y="25563"/>
                    <a:pt x="83406" y="25563"/>
                  </a:cubicBezTo>
                  <a:cubicBezTo>
                    <a:pt x="83437" y="25594"/>
                    <a:pt x="83498" y="25655"/>
                    <a:pt x="83558" y="25655"/>
                  </a:cubicBezTo>
                  <a:lnTo>
                    <a:pt x="83619" y="25655"/>
                  </a:lnTo>
                  <a:cubicBezTo>
                    <a:pt x="83710" y="25594"/>
                    <a:pt x="83741" y="25503"/>
                    <a:pt x="83710" y="25411"/>
                  </a:cubicBezTo>
                  <a:cubicBezTo>
                    <a:pt x="83687" y="25319"/>
                    <a:pt x="83611" y="25279"/>
                    <a:pt x="83549" y="25279"/>
                  </a:cubicBezTo>
                  <a:close/>
                  <a:moveTo>
                    <a:pt x="4187" y="25365"/>
                  </a:moveTo>
                  <a:cubicBezTo>
                    <a:pt x="4118" y="25365"/>
                    <a:pt x="4062" y="25403"/>
                    <a:pt x="4043" y="25442"/>
                  </a:cubicBezTo>
                  <a:cubicBezTo>
                    <a:pt x="4013" y="25442"/>
                    <a:pt x="4013" y="25503"/>
                    <a:pt x="4013" y="25503"/>
                  </a:cubicBezTo>
                  <a:cubicBezTo>
                    <a:pt x="3952" y="25563"/>
                    <a:pt x="4013" y="25685"/>
                    <a:pt x="4104" y="25715"/>
                  </a:cubicBezTo>
                  <a:lnTo>
                    <a:pt x="4195" y="25715"/>
                  </a:lnTo>
                  <a:cubicBezTo>
                    <a:pt x="4256" y="25715"/>
                    <a:pt x="4347" y="25685"/>
                    <a:pt x="4378" y="25624"/>
                  </a:cubicBezTo>
                  <a:cubicBezTo>
                    <a:pt x="4408" y="25563"/>
                    <a:pt x="4378" y="25442"/>
                    <a:pt x="4317" y="25411"/>
                  </a:cubicBezTo>
                  <a:cubicBezTo>
                    <a:pt x="4272" y="25378"/>
                    <a:pt x="4227" y="25365"/>
                    <a:pt x="4187" y="25365"/>
                  </a:cubicBezTo>
                  <a:close/>
                  <a:moveTo>
                    <a:pt x="84730" y="27983"/>
                  </a:moveTo>
                  <a:cubicBezTo>
                    <a:pt x="84704" y="27983"/>
                    <a:pt x="84677" y="27987"/>
                    <a:pt x="84653" y="27995"/>
                  </a:cubicBezTo>
                  <a:cubicBezTo>
                    <a:pt x="84561" y="27995"/>
                    <a:pt x="84501" y="28117"/>
                    <a:pt x="84561" y="28238"/>
                  </a:cubicBezTo>
                  <a:cubicBezTo>
                    <a:pt x="84592" y="28299"/>
                    <a:pt x="84622" y="28329"/>
                    <a:pt x="84713" y="28329"/>
                  </a:cubicBezTo>
                  <a:cubicBezTo>
                    <a:pt x="84713" y="28329"/>
                    <a:pt x="84744" y="28299"/>
                    <a:pt x="84805" y="28299"/>
                  </a:cubicBezTo>
                  <a:cubicBezTo>
                    <a:pt x="84896" y="28269"/>
                    <a:pt x="84926" y="28147"/>
                    <a:pt x="84896" y="28056"/>
                  </a:cubicBezTo>
                  <a:cubicBezTo>
                    <a:pt x="84873" y="28011"/>
                    <a:pt x="84802" y="27983"/>
                    <a:pt x="84730" y="27983"/>
                  </a:cubicBezTo>
                  <a:close/>
                  <a:moveTo>
                    <a:pt x="3016" y="28061"/>
                  </a:moveTo>
                  <a:cubicBezTo>
                    <a:pt x="2946" y="28061"/>
                    <a:pt x="2879" y="28104"/>
                    <a:pt x="2858" y="28147"/>
                  </a:cubicBezTo>
                  <a:lnTo>
                    <a:pt x="2858" y="28177"/>
                  </a:lnTo>
                  <a:cubicBezTo>
                    <a:pt x="2827" y="28269"/>
                    <a:pt x="2858" y="28390"/>
                    <a:pt x="2979" y="28421"/>
                  </a:cubicBezTo>
                  <a:lnTo>
                    <a:pt x="3040" y="28421"/>
                  </a:lnTo>
                  <a:cubicBezTo>
                    <a:pt x="3131" y="28421"/>
                    <a:pt x="3192" y="28390"/>
                    <a:pt x="3162" y="28299"/>
                  </a:cubicBezTo>
                  <a:cubicBezTo>
                    <a:pt x="3192" y="28238"/>
                    <a:pt x="3162" y="28117"/>
                    <a:pt x="3101" y="28086"/>
                  </a:cubicBezTo>
                  <a:cubicBezTo>
                    <a:pt x="3074" y="28068"/>
                    <a:pt x="3045" y="28061"/>
                    <a:pt x="3016" y="28061"/>
                  </a:cubicBezTo>
                  <a:close/>
                  <a:moveTo>
                    <a:pt x="2189" y="30822"/>
                  </a:moveTo>
                  <a:cubicBezTo>
                    <a:pt x="2067" y="30822"/>
                    <a:pt x="1976" y="30852"/>
                    <a:pt x="1946" y="30974"/>
                  </a:cubicBezTo>
                  <a:lnTo>
                    <a:pt x="2280" y="31035"/>
                  </a:lnTo>
                  <a:cubicBezTo>
                    <a:pt x="2280" y="30913"/>
                    <a:pt x="2250" y="30852"/>
                    <a:pt x="2189" y="30822"/>
                  </a:cubicBezTo>
                  <a:close/>
                  <a:moveTo>
                    <a:pt x="85626" y="30692"/>
                  </a:moveTo>
                  <a:cubicBezTo>
                    <a:pt x="85607" y="30692"/>
                    <a:pt x="85586" y="30695"/>
                    <a:pt x="85564" y="30700"/>
                  </a:cubicBezTo>
                  <a:cubicBezTo>
                    <a:pt x="85504" y="30731"/>
                    <a:pt x="85412" y="30822"/>
                    <a:pt x="85473" y="30913"/>
                  </a:cubicBezTo>
                  <a:cubicBezTo>
                    <a:pt x="85504" y="31035"/>
                    <a:pt x="85564" y="31065"/>
                    <a:pt x="85656" y="31065"/>
                  </a:cubicBezTo>
                  <a:cubicBezTo>
                    <a:pt x="85656" y="31065"/>
                    <a:pt x="85686" y="31065"/>
                    <a:pt x="85656" y="31035"/>
                  </a:cubicBezTo>
                  <a:cubicBezTo>
                    <a:pt x="85777" y="31004"/>
                    <a:pt x="85838" y="30913"/>
                    <a:pt x="85808" y="30822"/>
                  </a:cubicBezTo>
                  <a:cubicBezTo>
                    <a:pt x="85783" y="30747"/>
                    <a:pt x="85716" y="30692"/>
                    <a:pt x="85626" y="30692"/>
                  </a:cubicBezTo>
                  <a:close/>
                  <a:moveTo>
                    <a:pt x="86372" y="33491"/>
                  </a:moveTo>
                  <a:cubicBezTo>
                    <a:pt x="86357" y="33491"/>
                    <a:pt x="86341" y="33493"/>
                    <a:pt x="86324" y="33497"/>
                  </a:cubicBezTo>
                  <a:cubicBezTo>
                    <a:pt x="86264" y="33558"/>
                    <a:pt x="86233" y="33649"/>
                    <a:pt x="86233" y="33740"/>
                  </a:cubicBezTo>
                  <a:cubicBezTo>
                    <a:pt x="86264" y="33801"/>
                    <a:pt x="86324" y="33892"/>
                    <a:pt x="86416" y="33892"/>
                  </a:cubicBezTo>
                  <a:cubicBezTo>
                    <a:pt x="86537" y="33892"/>
                    <a:pt x="86598" y="33801"/>
                    <a:pt x="86568" y="33709"/>
                  </a:cubicBezTo>
                  <a:lnTo>
                    <a:pt x="86568" y="33618"/>
                  </a:lnTo>
                  <a:cubicBezTo>
                    <a:pt x="86541" y="33566"/>
                    <a:pt x="86470" y="33491"/>
                    <a:pt x="86372" y="33491"/>
                  </a:cubicBezTo>
                  <a:close/>
                  <a:moveTo>
                    <a:pt x="1338" y="33618"/>
                  </a:moveTo>
                  <a:cubicBezTo>
                    <a:pt x="1216" y="33618"/>
                    <a:pt x="1156" y="33709"/>
                    <a:pt x="1156" y="33770"/>
                  </a:cubicBezTo>
                  <a:cubicBezTo>
                    <a:pt x="1125" y="33892"/>
                    <a:pt x="1186" y="33953"/>
                    <a:pt x="1277" y="34013"/>
                  </a:cubicBezTo>
                  <a:lnTo>
                    <a:pt x="1338" y="34013"/>
                  </a:lnTo>
                  <a:cubicBezTo>
                    <a:pt x="1429" y="34013"/>
                    <a:pt x="1490" y="33953"/>
                    <a:pt x="1520" y="33892"/>
                  </a:cubicBezTo>
                  <a:lnTo>
                    <a:pt x="1520" y="33801"/>
                  </a:lnTo>
                  <a:cubicBezTo>
                    <a:pt x="1520" y="33709"/>
                    <a:pt x="1460" y="33618"/>
                    <a:pt x="1338" y="33618"/>
                  </a:cubicBezTo>
                  <a:close/>
                  <a:moveTo>
                    <a:pt x="86980" y="36378"/>
                  </a:moveTo>
                  <a:cubicBezTo>
                    <a:pt x="86965" y="36378"/>
                    <a:pt x="86949" y="36380"/>
                    <a:pt x="86932" y="36384"/>
                  </a:cubicBezTo>
                  <a:cubicBezTo>
                    <a:pt x="86871" y="36445"/>
                    <a:pt x="86841" y="36536"/>
                    <a:pt x="86841" y="36627"/>
                  </a:cubicBezTo>
                  <a:cubicBezTo>
                    <a:pt x="86871" y="36688"/>
                    <a:pt x="86932" y="36779"/>
                    <a:pt x="87023" y="36779"/>
                  </a:cubicBezTo>
                  <a:cubicBezTo>
                    <a:pt x="87084" y="36779"/>
                    <a:pt x="87206" y="36688"/>
                    <a:pt x="87175" y="36597"/>
                  </a:cubicBezTo>
                  <a:lnTo>
                    <a:pt x="87175" y="36506"/>
                  </a:lnTo>
                  <a:cubicBezTo>
                    <a:pt x="87149" y="36453"/>
                    <a:pt x="87078" y="36378"/>
                    <a:pt x="86980" y="36378"/>
                  </a:cubicBezTo>
                  <a:close/>
                  <a:moveTo>
                    <a:pt x="760" y="36476"/>
                  </a:moveTo>
                  <a:cubicBezTo>
                    <a:pt x="669" y="36476"/>
                    <a:pt x="578" y="36536"/>
                    <a:pt x="578" y="36627"/>
                  </a:cubicBezTo>
                  <a:cubicBezTo>
                    <a:pt x="548" y="36749"/>
                    <a:pt x="608" y="36810"/>
                    <a:pt x="700" y="36840"/>
                  </a:cubicBezTo>
                  <a:lnTo>
                    <a:pt x="760" y="36840"/>
                  </a:lnTo>
                  <a:cubicBezTo>
                    <a:pt x="852" y="36840"/>
                    <a:pt x="912" y="36810"/>
                    <a:pt x="973" y="36749"/>
                  </a:cubicBezTo>
                  <a:lnTo>
                    <a:pt x="973" y="36658"/>
                  </a:lnTo>
                  <a:cubicBezTo>
                    <a:pt x="973" y="36536"/>
                    <a:pt x="882" y="36476"/>
                    <a:pt x="760" y="36476"/>
                  </a:cubicBezTo>
                  <a:close/>
                  <a:moveTo>
                    <a:pt x="87388" y="39272"/>
                  </a:moveTo>
                  <a:cubicBezTo>
                    <a:pt x="87297" y="39272"/>
                    <a:pt x="87206" y="39363"/>
                    <a:pt x="87206" y="39485"/>
                  </a:cubicBezTo>
                  <a:lnTo>
                    <a:pt x="87206" y="39515"/>
                  </a:lnTo>
                  <a:cubicBezTo>
                    <a:pt x="87236" y="39637"/>
                    <a:pt x="87327" y="39667"/>
                    <a:pt x="87388" y="39667"/>
                  </a:cubicBezTo>
                  <a:cubicBezTo>
                    <a:pt x="87388" y="39667"/>
                    <a:pt x="87449" y="39667"/>
                    <a:pt x="87449" y="39637"/>
                  </a:cubicBezTo>
                  <a:cubicBezTo>
                    <a:pt x="87540" y="39637"/>
                    <a:pt x="87601" y="39515"/>
                    <a:pt x="87601" y="39424"/>
                  </a:cubicBezTo>
                  <a:cubicBezTo>
                    <a:pt x="87601" y="39363"/>
                    <a:pt x="87510" y="39272"/>
                    <a:pt x="87388" y="39272"/>
                  </a:cubicBezTo>
                  <a:close/>
                  <a:moveTo>
                    <a:pt x="426" y="39363"/>
                  </a:moveTo>
                  <a:cubicBezTo>
                    <a:pt x="304" y="39363"/>
                    <a:pt x="244" y="39393"/>
                    <a:pt x="213" y="39515"/>
                  </a:cubicBezTo>
                  <a:lnTo>
                    <a:pt x="213" y="39545"/>
                  </a:lnTo>
                  <a:cubicBezTo>
                    <a:pt x="213" y="39667"/>
                    <a:pt x="274" y="39728"/>
                    <a:pt x="396" y="39728"/>
                  </a:cubicBezTo>
                  <a:cubicBezTo>
                    <a:pt x="456" y="39728"/>
                    <a:pt x="548" y="39697"/>
                    <a:pt x="578" y="39545"/>
                  </a:cubicBezTo>
                  <a:cubicBezTo>
                    <a:pt x="578" y="39485"/>
                    <a:pt x="517" y="39393"/>
                    <a:pt x="426" y="39363"/>
                  </a:cubicBezTo>
                  <a:close/>
                  <a:moveTo>
                    <a:pt x="87601" y="42220"/>
                  </a:moveTo>
                  <a:cubicBezTo>
                    <a:pt x="87479" y="42220"/>
                    <a:pt x="87388" y="42281"/>
                    <a:pt x="87388" y="42403"/>
                  </a:cubicBezTo>
                  <a:cubicBezTo>
                    <a:pt x="87388" y="42524"/>
                    <a:pt x="87479" y="42585"/>
                    <a:pt x="87601" y="42585"/>
                  </a:cubicBezTo>
                  <a:cubicBezTo>
                    <a:pt x="87692" y="42585"/>
                    <a:pt x="87783" y="42463"/>
                    <a:pt x="87783" y="42403"/>
                  </a:cubicBezTo>
                  <a:cubicBezTo>
                    <a:pt x="87783" y="42281"/>
                    <a:pt x="87692" y="42220"/>
                    <a:pt x="87601" y="42220"/>
                  </a:cubicBezTo>
                  <a:close/>
                  <a:moveTo>
                    <a:pt x="213" y="42281"/>
                  </a:moveTo>
                  <a:cubicBezTo>
                    <a:pt x="92" y="42281"/>
                    <a:pt x="1" y="42372"/>
                    <a:pt x="1" y="42463"/>
                  </a:cubicBezTo>
                  <a:cubicBezTo>
                    <a:pt x="1" y="42585"/>
                    <a:pt x="92" y="42676"/>
                    <a:pt x="213" y="42676"/>
                  </a:cubicBezTo>
                  <a:cubicBezTo>
                    <a:pt x="274" y="42676"/>
                    <a:pt x="396" y="42585"/>
                    <a:pt x="396" y="42463"/>
                  </a:cubicBezTo>
                  <a:cubicBezTo>
                    <a:pt x="396" y="42372"/>
                    <a:pt x="304" y="42281"/>
                    <a:pt x="213" y="42281"/>
                  </a:cubicBezTo>
                  <a:close/>
                  <a:moveTo>
                    <a:pt x="87601" y="45108"/>
                  </a:moveTo>
                  <a:cubicBezTo>
                    <a:pt x="87479" y="45108"/>
                    <a:pt x="87388" y="45169"/>
                    <a:pt x="87388" y="45290"/>
                  </a:cubicBezTo>
                  <a:cubicBezTo>
                    <a:pt x="87388" y="45412"/>
                    <a:pt x="87479" y="45473"/>
                    <a:pt x="87601" y="45473"/>
                  </a:cubicBezTo>
                  <a:cubicBezTo>
                    <a:pt x="87692" y="45473"/>
                    <a:pt x="87783" y="45412"/>
                    <a:pt x="87783" y="45290"/>
                  </a:cubicBezTo>
                  <a:cubicBezTo>
                    <a:pt x="87783" y="45169"/>
                    <a:pt x="87692" y="45108"/>
                    <a:pt x="87601" y="45108"/>
                  </a:cubicBezTo>
                  <a:close/>
                  <a:moveTo>
                    <a:pt x="213" y="45199"/>
                  </a:moveTo>
                  <a:cubicBezTo>
                    <a:pt x="92" y="45199"/>
                    <a:pt x="1" y="45290"/>
                    <a:pt x="1" y="45412"/>
                  </a:cubicBezTo>
                  <a:cubicBezTo>
                    <a:pt x="1" y="45503"/>
                    <a:pt x="92" y="45594"/>
                    <a:pt x="213" y="45594"/>
                  </a:cubicBezTo>
                  <a:cubicBezTo>
                    <a:pt x="274" y="45594"/>
                    <a:pt x="396" y="45503"/>
                    <a:pt x="396" y="45412"/>
                  </a:cubicBezTo>
                  <a:cubicBezTo>
                    <a:pt x="396" y="45290"/>
                    <a:pt x="304" y="45199"/>
                    <a:pt x="213" y="45199"/>
                  </a:cubicBezTo>
                  <a:close/>
                  <a:moveTo>
                    <a:pt x="87388" y="48056"/>
                  </a:moveTo>
                  <a:cubicBezTo>
                    <a:pt x="87297" y="48056"/>
                    <a:pt x="87206" y="48147"/>
                    <a:pt x="87206" y="48208"/>
                  </a:cubicBezTo>
                  <a:cubicBezTo>
                    <a:pt x="87206" y="48299"/>
                    <a:pt x="87297" y="48360"/>
                    <a:pt x="87358" y="48391"/>
                  </a:cubicBezTo>
                  <a:lnTo>
                    <a:pt x="87388" y="48391"/>
                  </a:lnTo>
                  <a:cubicBezTo>
                    <a:pt x="87510" y="48391"/>
                    <a:pt x="87601" y="48360"/>
                    <a:pt x="87601" y="48299"/>
                  </a:cubicBezTo>
                  <a:lnTo>
                    <a:pt x="87601" y="48239"/>
                  </a:lnTo>
                  <a:cubicBezTo>
                    <a:pt x="87601" y="48147"/>
                    <a:pt x="87510" y="48056"/>
                    <a:pt x="87388" y="48056"/>
                  </a:cubicBezTo>
                  <a:close/>
                  <a:moveTo>
                    <a:pt x="412" y="48170"/>
                  </a:moveTo>
                  <a:cubicBezTo>
                    <a:pt x="397" y="48170"/>
                    <a:pt x="381" y="48173"/>
                    <a:pt x="365" y="48178"/>
                  </a:cubicBezTo>
                  <a:cubicBezTo>
                    <a:pt x="244" y="48178"/>
                    <a:pt x="213" y="48299"/>
                    <a:pt x="213" y="48360"/>
                  </a:cubicBezTo>
                  <a:cubicBezTo>
                    <a:pt x="213" y="48451"/>
                    <a:pt x="274" y="48512"/>
                    <a:pt x="396" y="48512"/>
                  </a:cubicBezTo>
                  <a:cubicBezTo>
                    <a:pt x="456" y="48512"/>
                    <a:pt x="578" y="48451"/>
                    <a:pt x="578" y="48360"/>
                  </a:cubicBezTo>
                  <a:lnTo>
                    <a:pt x="578" y="48330"/>
                  </a:lnTo>
                  <a:cubicBezTo>
                    <a:pt x="553" y="48229"/>
                    <a:pt x="486" y="48170"/>
                    <a:pt x="412" y="48170"/>
                  </a:cubicBezTo>
                  <a:close/>
                  <a:moveTo>
                    <a:pt x="87003" y="50902"/>
                  </a:moveTo>
                  <a:cubicBezTo>
                    <a:pt x="86941" y="50902"/>
                    <a:pt x="86864" y="50942"/>
                    <a:pt x="86841" y="51035"/>
                  </a:cubicBezTo>
                  <a:lnTo>
                    <a:pt x="86841" y="51096"/>
                  </a:lnTo>
                  <a:cubicBezTo>
                    <a:pt x="86841" y="51217"/>
                    <a:pt x="86902" y="51278"/>
                    <a:pt x="87023" y="51278"/>
                  </a:cubicBezTo>
                  <a:cubicBezTo>
                    <a:pt x="87145" y="51278"/>
                    <a:pt x="87206" y="51248"/>
                    <a:pt x="87175" y="51126"/>
                  </a:cubicBezTo>
                  <a:cubicBezTo>
                    <a:pt x="87206" y="51035"/>
                    <a:pt x="87145" y="50944"/>
                    <a:pt x="87054" y="50913"/>
                  </a:cubicBezTo>
                  <a:cubicBezTo>
                    <a:pt x="87039" y="50906"/>
                    <a:pt x="87022" y="50902"/>
                    <a:pt x="87003" y="50902"/>
                  </a:cubicBezTo>
                  <a:close/>
                  <a:moveTo>
                    <a:pt x="760" y="51035"/>
                  </a:moveTo>
                  <a:cubicBezTo>
                    <a:pt x="669" y="51035"/>
                    <a:pt x="578" y="51096"/>
                    <a:pt x="578" y="51217"/>
                  </a:cubicBezTo>
                  <a:lnTo>
                    <a:pt x="578" y="51278"/>
                  </a:lnTo>
                  <a:cubicBezTo>
                    <a:pt x="608" y="51369"/>
                    <a:pt x="700" y="51400"/>
                    <a:pt x="760" y="51400"/>
                  </a:cubicBezTo>
                  <a:lnTo>
                    <a:pt x="852" y="51400"/>
                  </a:lnTo>
                  <a:cubicBezTo>
                    <a:pt x="912" y="51369"/>
                    <a:pt x="973" y="51248"/>
                    <a:pt x="973" y="51187"/>
                  </a:cubicBezTo>
                  <a:cubicBezTo>
                    <a:pt x="912" y="51096"/>
                    <a:pt x="852" y="51035"/>
                    <a:pt x="760" y="51035"/>
                  </a:cubicBezTo>
                  <a:close/>
                  <a:moveTo>
                    <a:pt x="86425" y="53790"/>
                  </a:moveTo>
                  <a:cubicBezTo>
                    <a:pt x="86363" y="53790"/>
                    <a:pt x="86287" y="53830"/>
                    <a:pt x="86264" y="53923"/>
                  </a:cubicBezTo>
                  <a:lnTo>
                    <a:pt x="86264" y="53983"/>
                  </a:lnTo>
                  <a:cubicBezTo>
                    <a:pt x="86264" y="54105"/>
                    <a:pt x="86324" y="54166"/>
                    <a:pt x="86446" y="54166"/>
                  </a:cubicBezTo>
                  <a:cubicBezTo>
                    <a:pt x="86568" y="54166"/>
                    <a:pt x="86628" y="54105"/>
                    <a:pt x="86598" y="54014"/>
                  </a:cubicBezTo>
                  <a:cubicBezTo>
                    <a:pt x="86628" y="53923"/>
                    <a:pt x="86568" y="53831"/>
                    <a:pt x="86476" y="53801"/>
                  </a:cubicBezTo>
                  <a:cubicBezTo>
                    <a:pt x="86462" y="53794"/>
                    <a:pt x="86444" y="53790"/>
                    <a:pt x="86425" y="53790"/>
                  </a:cubicBezTo>
                  <a:close/>
                  <a:moveTo>
                    <a:pt x="1338" y="53862"/>
                  </a:moveTo>
                  <a:cubicBezTo>
                    <a:pt x="1216" y="53862"/>
                    <a:pt x="1156" y="53953"/>
                    <a:pt x="1156" y="54075"/>
                  </a:cubicBezTo>
                  <a:lnTo>
                    <a:pt x="1156" y="54135"/>
                  </a:lnTo>
                  <a:cubicBezTo>
                    <a:pt x="1186" y="54227"/>
                    <a:pt x="1277" y="54257"/>
                    <a:pt x="1338" y="54257"/>
                  </a:cubicBezTo>
                  <a:lnTo>
                    <a:pt x="1429" y="54257"/>
                  </a:lnTo>
                  <a:cubicBezTo>
                    <a:pt x="1490" y="54227"/>
                    <a:pt x="1520" y="54105"/>
                    <a:pt x="1520" y="54014"/>
                  </a:cubicBezTo>
                  <a:cubicBezTo>
                    <a:pt x="1490" y="53953"/>
                    <a:pt x="1429" y="53862"/>
                    <a:pt x="1338" y="53862"/>
                  </a:cubicBezTo>
                  <a:close/>
                  <a:moveTo>
                    <a:pt x="85504" y="56749"/>
                  </a:moveTo>
                  <a:cubicBezTo>
                    <a:pt x="85504" y="56871"/>
                    <a:pt x="85534" y="56962"/>
                    <a:pt x="85656" y="56993"/>
                  </a:cubicBezTo>
                  <a:lnTo>
                    <a:pt x="85686" y="56993"/>
                  </a:lnTo>
                  <a:cubicBezTo>
                    <a:pt x="85777" y="56993"/>
                    <a:pt x="85838" y="56962"/>
                    <a:pt x="85838" y="56841"/>
                  </a:cubicBezTo>
                  <a:lnTo>
                    <a:pt x="85504" y="56749"/>
                  </a:lnTo>
                  <a:close/>
                  <a:moveTo>
                    <a:pt x="2144" y="56743"/>
                  </a:moveTo>
                  <a:cubicBezTo>
                    <a:pt x="2129" y="56743"/>
                    <a:pt x="2114" y="56745"/>
                    <a:pt x="2098" y="56749"/>
                  </a:cubicBezTo>
                  <a:cubicBezTo>
                    <a:pt x="1976" y="56810"/>
                    <a:pt x="1915" y="56871"/>
                    <a:pt x="1946" y="56993"/>
                  </a:cubicBezTo>
                  <a:cubicBezTo>
                    <a:pt x="1976" y="57053"/>
                    <a:pt x="2067" y="57114"/>
                    <a:pt x="2128" y="57114"/>
                  </a:cubicBezTo>
                  <a:cubicBezTo>
                    <a:pt x="2128" y="57114"/>
                    <a:pt x="2128" y="57094"/>
                    <a:pt x="2145" y="57094"/>
                  </a:cubicBezTo>
                  <a:cubicBezTo>
                    <a:pt x="2158" y="57094"/>
                    <a:pt x="2180" y="57105"/>
                    <a:pt x="2219" y="57145"/>
                  </a:cubicBezTo>
                  <a:cubicBezTo>
                    <a:pt x="2280" y="57114"/>
                    <a:pt x="2371" y="57023"/>
                    <a:pt x="2341" y="56901"/>
                  </a:cubicBezTo>
                  <a:cubicBezTo>
                    <a:pt x="2288" y="56822"/>
                    <a:pt x="2236" y="56743"/>
                    <a:pt x="2144" y="56743"/>
                  </a:cubicBezTo>
                  <a:close/>
                  <a:moveTo>
                    <a:pt x="84716" y="59369"/>
                  </a:moveTo>
                  <a:cubicBezTo>
                    <a:pt x="84651" y="59369"/>
                    <a:pt x="84614" y="59419"/>
                    <a:pt x="84592" y="59485"/>
                  </a:cubicBezTo>
                  <a:cubicBezTo>
                    <a:pt x="84561" y="59576"/>
                    <a:pt x="84592" y="59698"/>
                    <a:pt x="84653" y="59728"/>
                  </a:cubicBezTo>
                  <a:cubicBezTo>
                    <a:pt x="84713" y="59759"/>
                    <a:pt x="84713" y="59759"/>
                    <a:pt x="84744" y="59759"/>
                  </a:cubicBezTo>
                  <a:cubicBezTo>
                    <a:pt x="84805" y="59759"/>
                    <a:pt x="84865" y="59728"/>
                    <a:pt x="84926" y="59637"/>
                  </a:cubicBezTo>
                  <a:lnTo>
                    <a:pt x="84926" y="59607"/>
                  </a:lnTo>
                  <a:cubicBezTo>
                    <a:pt x="84957" y="59515"/>
                    <a:pt x="84926" y="59424"/>
                    <a:pt x="84805" y="59394"/>
                  </a:cubicBezTo>
                  <a:cubicBezTo>
                    <a:pt x="84771" y="59377"/>
                    <a:pt x="84741" y="59369"/>
                    <a:pt x="84716" y="59369"/>
                  </a:cubicBezTo>
                  <a:close/>
                  <a:moveTo>
                    <a:pt x="3110" y="59467"/>
                  </a:moveTo>
                  <a:cubicBezTo>
                    <a:pt x="3076" y="59467"/>
                    <a:pt x="3043" y="59474"/>
                    <a:pt x="3010" y="59485"/>
                  </a:cubicBezTo>
                  <a:cubicBezTo>
                    <a:pt x="2949" y="59546"/>
                    <a:pt x="2888" y="59637"/>
                    <a:pt x="2949" y="59728"/>
                  </a:cubicBezTo>
                  <a:cubicBezTo>
                    <a:pt x="2949" y="59789"/>
                    <a:pt x="3010" y="59850"/>
                    <a:pt x="3101" y="59850"/>
                  </a:cubicBezTo>
                  <a:cubicBezTo>
                    <a:pt x="3101" y="59850"/>
                    <a:pt x="3131" y="59850"/>
                    <a:pt x="3192" y="59789"/>
                  </a:cubicBezTo>
                  <a:cubicBezTo>
                    <a:pt x="3283" y="59759"/>
                    <a:pt x="3344" y="59698"/>
                    <a:pt x="3314" y="59576"/>
                  </a:cubicBezTo>
                  <a:cubicBezTo>
                    <a:pt x="3283" y="59576"/>
                    <a:pt x="3283" y="59546"/>
                    <a:pt x="3283" y="59546"/>
                  </a:cubicBezTo>
                  <a:cubicBezTo>
                    <a:pt x="3225" y="59488"/>
                    <a:pt x="3168" y="59467"/>
                    <a:pt x="3110" y="59467"/>
                  </a:cubicBezTo>
                  <a:close/>
                  <a:moveTo>
                    <a:pt x="83650" y="62069"/>
                  </a:moveTo>
                  <a:cubicBezTo>
                    <a:pt x="83558" y="62069"/>
                    <a:pt x="83437" y="62099"/>
                    <a:pt x="83406" y="62190"/>
                  </a:cubicBezTo>
                  <a:cubicBezTo>
                    <a:pt x="83376" y="62281"/>
                    <a:pt x="83406" y="62373"/>
                    <a:pt x="83498" y="62433"/>
                  </a:cubicBezTo>
                  <a:cubicBezTo>
                    <a:pt x="83528" y="62464"/>
                    <a:pt x="83558" y="62464"/>
                    <a:pt x="83589" y="62464"/>
                  </a:cubicBezTo>
                  <a:cubicBezTo>
                    <a:pt x="83680" y="62464"/>
                    <a:pt x="83710" y="62433"/>
                    <a:pt x="83710" y="62342"/>
                  </a:cubicBezTo>
                  <a:cubicBezTo>
                    <a:pt x="83741" y="62342"/>
                    <a:pt x="83741" y="62312"/>
                    <a:pt x="83741" y="62312"/>
                  </a:cubicBezTo>
                  <a:cubicBezTo>
                    <a:pt x="83801" y="62221"/>
                    <a:pt x="83741" y="62099"/>
                    <a:pt x="83650" y="62069"/>
                  </a:cubicBezTo>
                  <a:close/>
                  <a:moveTo>
                    <a:pt x="4263" y="62170"/>
                  </a:moveTo>
                  <a:cubicBezTo>
                    <a:pt x="4226" y="62170"/>
                    <a:pt x="4190" y="62178"/>
                    <a:pt x="4165" y="62190"/>
                  </a:cubicBezTo>
                  <a:cubicBezTo>
                    <a:pt x="4074" y="62221"/>
                    <a:pt x="4043" y="62342"/>
                    <a:pt x="4074" y="62433"/>
                  </a:cubicBezTo>
                  <a:cubicBezTo>
                    <a:pt x="4074" y="62494"/>
                    <a:pt x="4165" y="62525"/>
                    <a:pt x="4226" y="62525"/>
                  </a:cubicBezTo>
                  <a:cubicBezTo>
                    <a:pt x="4226" y="62525"/>
                    <a:pt x="4256" y="62525"/>
                    <a:pt x="4347" y="62494"/>
                  </a:cubicBezTo>
                  <a:cubicBezTo>
                    <a:pt x="4408" y="62464"/>
                    <a:pt x="4499" y="62373"/>
                    <a:pt x="4469" y="62281"/>
                  </a:cubicBezTo>
                  <a:cubicBezTo>
                    <a:pt x="4408" y="62281"/>
                    <a:pt x="4408" y="62221"/>
                    <a:pt x="4408" y="62221"/>
                  </a:cubicBezTo>
                  <a:cubicBezTo>
                    <a:pt x="4372" y="62185"/>
                    <a:pt x="4316" y="62170"/>
                    <a:pt x="4263" y="62170"/>
                  </a:cubicBezTo>
                  <a:close/>
                  <a:moveTo>
                    <a:pt x="82262" y="64741"/>
                  </a:moveTo>
                  <a:cubicBezTo>
                    <a:pt x="82202" y="64741"/>
                    <a:pt x="82149" y="64767"/>
                    <a:pt x="82130" y="64804"/>
                  </a:cubicBezTo>
                  <a:cubicBezTo>
                    <a:pt x="82069" y="64804"/>
                    <a:pt x="82069" y="64865"/>
                    <a:pt x="82069" y="64865"/>
                  </a:cubicBezTo>
                  <a:cubicBezTo>
                    <a:pt x="82039" y="64926"/>
                    <a:pt x="82069" y="65047"/>
                    <a:pt x="82191" y="65078"/>
                  </a:cubicBezTo>
                  <a:lnTo>
                    <a:pt x="82282" y="65078"/>
                  </a:lnTo>
                  <a:cubicBezTo>
                    <a:pt x="82342" y="65078"/>
                    <a:pt x="82434" y="65047"/>
                    <a:pt x="82464" y="65017"/>
                  </a:cubicBezTo>
                  <a:cubicBezTo>
                    <a:pt x="82494" y="64926"/>
                    <a:pt x="82464" y="64804"/>
                    <a:pt x="82373" y="64774"/>
                  </a:cubicBezTo>
                  <a:cubicBezTo>
                    <a:pt x="82338" y="64751"/>
                    <a:pt x="82299" y="64741"/>
                    <a:pt x="82262" y="64741"/>
                  </a:cubicBezTo>
                  <a:close/>
                  <a:moveTo>
                    <a:pt x="5549" y="64762"/>
                  </a:moveTo>
                  <a:cubicBezTo>
                    <a:pt x="5523" y="64762"/>
                    <a:pt x="5496" y="64766"/>
                    <a:pt x="5472" y="64774"/>
                  </a:cubicBezTo>
                  <a:cubicBezTo>
                    <a:pt x="5411" y="64804"/>
                    <a:pt x="5320" y="64895"/>
                    <a:pt x="5381" y="65017"/>
                  </a:cubicBezTo>
                  <a:cubicBezTo>
                    <a:pt x="5411" y="65017"/>
                    <a:pt x="5411" y="65047"/>
                    <a:pt x="5411" y="65047"/>
                  </a:cubicBezTo>
                  <a:cubicBezTo>
                    <a:pt x="5441" y="65078"/>
                    <a:pt x="5472" y="65108"/>
                    <a:pt x="5563" y="65108"/>
                  </a:cubicBezTo>
                  <a:cubicBezTo>
                    <a:pt x="5563" y="65108"/>
                    <a:pt x="5593" y="65108"/>
                    <a:pt x="5624" y="65078"/>
                  </a:cubicBezTo>
                  <a:cubicBezTo>
                    <a:pt x="5745" y="65047"/>
                    <a:pt x="5745" y="64926"/>
                    <a:pt x="5715" y="64835"/>
                  </a:cubicBezTo>
                  <a:cubicBezTo>
                    <a:pt x="5693" y="64790"/>
                    <a:pt x="5622" y="64762"/>
                    <a:pt x="5549" y="64762"/>
                  </a:cubicBezTo>
                  <a:close/>
                  <a:moveTo>
                    <a:pt x="80789" y="67235"/>
                  </a:moveTo>
                  <a:cubicBezTo>
                    <a:pt x="80718" y="67235"/>
                    <a:pt x="80660" y="67268"/>
                    <a:pt x="80640" y="67327"/>
                  </a:cubicBezTo>
                  <a:cubicBezTo>
                    <a:pt x="80580" y="67327"/>
                    <a:pt x="80580" y="67357"/>
                    <a:pt x="80580" y="67357"/>
                  </a:cubicBezTo>
                  <a:cubicBezTo>
                    <a:pt x="80549" y="67449"/>
                    <a:pt x="80580" y="67540"/>
                    <a:pt x="80701" y="67601"/>
                  </a:cubicBezTo>
                  <a:lnTo>
                    <a:pt x="80792" y="67601"/>
                  </a:lnTo>
                  <a:cubicBezTo>
                    <a:pt x="80853" y="67601"/>
                    <a:pt x="80944" y="67540"/>
                    <a:pt x="80975" y="67509"/>
                  </a:cubicBezTo>
                  <a:cubicBezTo>
                    <a:pt x="81005" y="67418"/>
                    <a:pt x="80975" y="67327"/>
                    <a:pt x="80914" y="67266"/>
                  </a:cubicBezTo>
                  <a:cubicBezTo>
                    <a:pt x="80871" y="67245"/>
                    <a:pt x="80828" y="67235"/>
                    <a:pt x="80789" y="67235"/>
                  </a:cubicBezTo>
                  <a:close/>
                  <a:moveTo>
                    <a:pt x="7041" y="67272"/>
                  </a:moveTo>
                  <a:cubicBezTo>
                    <a:pt x="7015" y="67272"/>
                    <a:pt x="6988" y="67279"/>
                    <a:pt x="6961" y="67297"/>
                  </a:cubicBezTo>
                  <a:cubicBezTo>
                    <a:pt x="6900" y="67327"/>
                    <a:pt x="6809" y="67388"/>
                    <a:pt x="6840" y="67509"/>
                  </a:cubicBezTo>
                  <a:cubicBezTo>
                    <a:pt x="6900" y="67509"/>
                    <a:pt x="6900" y="67540"/>
                    <a:pt x="6900" y="67540"/>
                  </a:cubicBezTo>
                  <a:cubicBezTo>
                    <a:pt x="6931" y="67601"/>
                    <a:pt x="6961" y="67631"/>
                    <a:pt x="7052" y="67631"/>
                  </a:cubicBezTo>
                  <a:cubicBezTo>
                    <a:pt x="7083" y="67631"/>
                    <a:pt x="7113" y="67631"/>
                    <a:pt x="7113" y="67601"/>
                  </a:cubicBezTo>
                  <a:cubicBezTo>
                    <a:pt x="7235" y="67540"/>
                    <a:pt x="7235" y="67418"/>
                    <a:pt x="7204" y="67357"/>
                  </a:cubicBezTo>
                  <a:cubicBezTo>
                    <a:pt x="7161" y="67315"/>
                    <a:pt x="7103" y="67272"/>
                    <a:pt x="7041" y="67272"/>
                  </a:cubicBezTo>
                  <a:close/>
                  <a:moveTo>
                    <a:pt x="79161" y="69617"/>
                  </a:moveTo>
                  <a:cubicBezTo>
                    <a:pt x="79111" y="69617"/>
                    <a:pt x="79065" y="69632"/>
                    <a:pt x="79029" y="69668"/>
                  </a:cubicBezTo>
                  <a:cubicBezTo>
                    <a:pt x="78969" y="69759"/>
                    <a:pt x="78969" y="69880"/>
                    <a:pt x="79029" y="69941"/>
                  </a:cubicBezTo>
                  <a:cubicBezTo>
                    <a:pt x="79060" y="69972"/>
                    <a:pt x="79121" y="69972"/>
                    <a:pt x="79151" y="69972"/>
                  </a:cubicBezTo>
                  <a:cubicBezTo>
                    <a:pt x="79181" y="69972"/>
                    <a:pt x="79242" y="69972"/>
                    <a:pt x="79273" y="69941"/>
                  </a:cubicBezTo>
                  <a:cubicBezTo>
                    <a:pt x="79303" y="69941"/>
                    <a:pt x="79303" y="69911"/>
                    <a:pt x="79303" y="69911"/>
                  </a:cubicBezTo>
                  <a:cubicBezTo>
                    <a:pt x="79394" y="69820"/>
                    <a:pt x="79333" y="69668"/>
                    <a:pt x="79273" y="69637"/>
                  </a:cubicBezTo>
                  <a:cubicBezTo>
                    <a:pt x="79235" y="69625"/>
                    <a:pt x="79197" y="69617"/>
                    <a:pt x="79161" y="69617"/>
                  </a:cubicBezTo>
                  <a:close/>
                  <a:moveTo>
                    <a:pt x="8660" y="69690"/>
                  </a:moveTo>
                  <a:cubicBezTo>
                    <a:pt x="8610" y="69690"/>
                    <a:pt x="8557" y="69713"/>
                    <a:pt x="8511" y="69759"/>
                  </a:cubicBezTo>
                  <a:cubicBezTo>
                    <a:pt x="8481" y="69789"/>
                    <a:pt x="8481" y="69911"/>
                    <a:pt x="8511" y="69972"/>
                  </a:cubicBezTo>
                  <a:cubicBezTo>
                    <a:pt x="8572" y="70032"/>
                    <a:pt x="8633" y="70063"/>
                    <a:pt x="8663" y="70063"/>
                  </a:cubicBezTo>
                  <a:lnTo>
                    <a:pt x="8785" y="70063"/>
                  </a:lnTo>
                  <a:cubicBezTo>
                    <a:pt x="8876" y="69972"/>
                    <a:pt x="8876" y="69880"/>
                    <a:pt x="8815" y="69789"/>
                  </a:cubicBezTo>
                  <a:cubicBezTo>
                    <a:pt x="8785" y="69789"/>
                    <a:pt x="8785" y="69759"/>
                    <a:pt x="8785" y="69759"/>
                  </a:cubicBezTo>
                  <a:cubicBezTo>
                    <a:pt x="8755" y="69713"/>
                    <a:pt x="8709" y="69690"/>
                    <a:pt x="8660" y="69690"/>
                  </a:cubicBezTo>
                  <a:close/>
                  <a:moveTo>
                    <a:pt x="77328" y="71929"/>
                  </a:moveTo>
                  <a:cubicBezTo>
                    <a:pt x="77279" y="71929"/>
                    <a:pt x="77233" y="71950"/>
                    <a:pt x="77175" y="72008"/>
                  </a:cubicBezTo>
                  <a:cubicBezTo>
                    <a:pt x="77145" y="72069"/>
                    <a:pt x="77145" y="72160"/>
                    <a:pt x="77175" y="72221"/>
                  </a:cubicBezTo>
                  <a:cubicBezTo>
                    <a:pt x="77206" y="72251"/>
                    <a:pt x="77266" y="72312"/>
                    <a:pt x="77327" y="72312"/>
                  </a:cubicBezTo>
                  <a:cubicBezTo>
                    <a:pt x="77358" y="72312"/>
                    <a:pt x="77418" y="72251"/>
                    <a:pt x="77418" y="72251"/>
                  </a:cubicBezTo>
                  <a:cubicBezTo>
                    <a:pt x="77418" y="72251"/>
                    <a:pt x="77449" y="72251"/>
                    <a:pt x="77449" y="72221"/>
                  </a:cubicBezTo>
                  <a:cubicBezTo>
                    <a:pt x="77510" y="72099"/>
                    <a:pt x="77479" y="72008"/>
                    <a:pt x="77418" y="71947"/>
                  </a:cubicBezTo>
                  <a:cubicBezTo>
                    <a:pt x="77385" y="71936"/>
                    <a:pt x="77356" y="71929"/>
                    <a:pt x="77328" y="71929"/>
                  </a:cubicBezTo>
                  <a:close/>
                  <a:moveTo>
                    <a:pt x="10491" y="71946"/>
                  </a:moveTo>
                  <a:cubicBezTo>
                    <a:pt x="10426" y="71946"/>
                    <a:pt x="10374" y="71980"/>
                    <a:pt x="10335" y="72038"/>
                  </a:cubicBezTo>
                  <a:cubicBezTo>
                    <a:pt x="10274" y="72099"/>
                    <a:pt x="10305" y="72190"/>
                    <a:pt x="10335" y="72251"/>
                  </a:cubicBezTo>
                  <a:cubicBezTo>
                    <a:pt x="10396" y="72312"/>
                    <a:pt x="10457" y="72342"/>
                    <a:pt x="10487" y="72342"/>
                  </a:cubicBezTo>
                  <a:cubicBezTo>
                    <a:pt x="10548" y="72342"/>
                    <a:pt x="10578" y="72342"/>
                    <a:pt x="10609" y="72312"/>
                  </a:cubicBezTo>
                  <a:cubicBezTo>
                    <a:pt x="10700" y="72221"/>
                    <a:pt x="10700" y="72099"/>
                    <a:pt x="10639" y="72038"/>
                  </a:cubicBezTo>
                  <a:cubicBezTo>
                    <a:pt x="10639" y="72038"/>
                    <a:pt x="10639" y="71978"/>
                    <a:pt x="10609" y="71978"/>
                  </a:cubicBezTo>
                  <a:cubicBezTo>
                    <a:pt x="10566" y="71956"/>
                    <a:pt x="10526" y="71946"/>
                    <a:pt x="10491" y="71946"/>
                  </a:cubicBezTo>
                  <a:close/>
                  <a:moveTo>
                    <a:pt x="75412" y="74098"/>
                  </a:moveTo>
                  <a:cubicBezTo>
                    <a:pt x="75367" y="74098"/>
                    <a:pt x="75321" y="74121"/>
                    <a:pt x="75291" y="74166"/>
                  </a:cubicBezTo>
                  <a:cubicBezTo>
                    <a:pt x="75200" y="74227"/>
                    <a:pt x="75200" y="74348"/>
                    <a:pt x="75291" y="74440"/>
                  </a:cubicBezTo>
                  <a:cubicBezTo>
                    <a:pt x="75321" y="74470"/>
                    <a:pt x="75351" y="74470"/>
                    <a:pt x="75382" y="74470"/>
                  </a:cubicBezTo>
                  <a:cubicBezTo>
                    <a:pt x="75443" y="74470"/>
                    <a:pt x="75473" y="74440"/>
                    <a:pt x="75534" y="74440"/>
                  </a:cubicBezTo>
                  <a:cubicBezTo>
                    <a:pt x="75625" y="74348"/>
                    <a:pt x="75625" y="74227"/>
                    <a:pt x="75534" y="74166"/>
                  </a:cubicBezTo>
                  <a:cubicBezTo>
                    <a:pt x="75503" y="74121"/>
                    <a:pt x="75458" y="74098"/>
                    <a:pt x="75412" y="74098"/>
                  </a:cubicBezTo>
                  <a:close/>
                  <a:moveTo>
                    <a:pt x="12493" y="74151"/>
                  </a:moveTo>
                  <a:cubicBezTo>
                    <a:pt x="12448" y="74151"/>
                    <a:pt x="12402" y="74166"/>
                    <a:pt x="12372" y="74197"/>
                  </a:cubicBezTo>
                  <a:cubicBezTo>
                    <a:pt x="12280" y="74257"/>
                    <a:pt x="12280" y="74379"/>
                    <a:pt x="12372" y="74470"/>
                  </a:cubicBezTo>
                  <a:cubicBezTo>
                    <a:pt x="12402" y="74500"/>
                    <a:pt x="12432" y="74500"/>
                    <a:pt x="12463" y="74500"/>
                  </a:cubicBezTo>
                  <a:cubicBezTo>
                    <a:pt x="12524" y="74500"/>
                    <a:pt x="12554" y="74500"/>
                    <a:pt x="12615" y="74470"/>
                  </a:cubicBezTo>
                  <a:cubicBezTo>
                    <a:pt x="12706" y="74379"/>
                    <a:pt x="12706" y="74257"/>
                    <a:pt x="12615" y="74197"/>
                  </a:cubicBezTo>
                  <a:cubicBezTo>
                    <a:pt x="12584" y="74166"/>
                    <a:pt x="12539" y="74151"/>
                    <a:pt x="12493" y="74151"/>
                  </a:cubicBezTo>
                  <a:close/>
                  <a:moveTo>
                    <a:pt x="73261" y="76122"/>
                  </a:moveTo>
                  <a:cubicBezTo>
                    <a:pt x="73224" y="76122"/>
                    <a:pt x="73188" y="76129"/>
                    <a:pt x="73163" y="76142"/>
                  </a:cubicBezTo>
                  <a:cubicBezTo>
                    <a:pt x="73163" y="76142"/>
                    <a:pt x="73102" y="76142"/>
                    <a:pt x="73102" y="76172"/>
                  </a:cubicBezTo>
                  <a:cubicBezTo>
                    <a:pt x="73041" y="76294"/>
                    <a:pt x="73072" y="76415"/>
                    <a:pt x="73163" y="76446"/>
                  </a:cubicBezTo>
                  <a:cubicBezTo>
                    <a:pt x="73193" y="76476"/>
                    <a:pt x="73224" y="76476"/>
                    <a:pt x="73254" y="76476"/>
                  </a:cubicBezTo>
                  <a:cubicBezTo>
                    <a:pt x="73345" y="76476"/>
                    <a:pt x="73376" y="76476"/>
                    <a:pt x="73376" y="76415"/>
                  </a:cubicBezTo>
                  <a:cubicBezTo>
                    <a:pt x="73467" y="76355"/>
                    <a:pt x="73467" y="76263"/>
                    <a:pt x="73406" y="76172"/>
                  </a:cubicBezTo>
                  <a:cubicBezTo>
                    <a:pt x="73371" y="76137"/>
                    <a:pt x="73314" y="76122"/>
                    <a:pt x="73261" y="76122"/>
                  </a:cubicBezTo>
                  <a:close/>
                  <a:moveTo>
                    <a:pt x="14560" y="76180"/>
                  </a:moveTo>
                  <a:cubicBezTo>
                    <a:pt x="14522" y="76180"/>
                    <a:pt x="14484" y="76187"/>
                    <a:pt x="14438" y="76203"/>
                  </a:cubicBezTo>
                  <a:cubicBezTo>
                    <a:pt x="14378" y="76294"/>
                    <a:pt x="14378" y="76415"/>
                    <a:pt x="14408" y="76476"/>
                  </a:cubicBezTo>
                  <a:cubicBezTo>
                    <a:pt x="14408" y="76476"/>
                    <a:pt x="14408" y="76507"/>
                    <a:pt x="14438" y="76507"/>
                  </a:cubicBezTo>
                  <a:cubicBezTo>
                    <a:pt x="14499" y="76567"/>
                    <a:pt x="14530" y="76567"/>
                    <a:pt x="14560" y="76567"/>
                  </a:cubicBezTo>
                  <a:cubicBezTo>
                    <a:pt x="14590" y="76567"/>
                    <a:pt x="14682" y="76507"/>
                    <a:pt x="14712" y="76446"/>
                  </a:cubicBezTo>
                  <a:cubicBezTo>
                    <a:pt x="14742" y="76355"/>
                    <a:pt x="14742" y="76294"/>
                    <a:pt x="14682" y="76203"/>
                  </a:cubicBezTo>
                  <a:cubicBezTo>
                    <a:pt x="14636" y="76187"/>
                    <a:pt x="14598" y="76180"/>
                    <a:pt x="14560" y="76180"/>
                  </a:cubicBezTo>
                  <a:close/>
                  <a:moveTo>
                    <a:pt x="71082" y="78008"/>
                  </a:moveTo>
                  <a:cubicBezTo>
                    <a:pt x="71045" y="78008"/>
                    <a:pt x="71008" y="78015"/>
                    <a:pt x="70975" y="78026"/>
                  </a:cubicBezTo>
                  <a:cubicBezTo>
                    <a:pt x="70975" y="78087"/>
                    <a:pt x="70944" y="78087"/>
                    <a:pt x="70944" y="78087"/>
                  </a:cubicBezTo>
                  <a:cubicBezTo>
                    <a:pt x="70883" y="78148"/>
                    <a:pt x="70883" y="78270"/>
                    <a:pt x="70944" y="78330"/>
                  </a:cubicBezTo>
                  <a:cubicBezTo>
                    <a:pt x="70975" y="78391"/>
                    <a:pt x="71035" y="78391"/>
                    <a:pt x="71066" y="78391"/>
                  </a:cubicBezTo>
                  <a:cubicBezTo>
                    <a:pt x="71096" y="78391"/>
                    <a:pt x="71126" y="78391"/>
                    <a:pt x="71218" y="78330"/>
                  </a:cubicBezTo>
                  <a:cubicBezTo>
                    <a:pt x="71278" y="78270"/>
                    <a:pt x="71278" y="78148"/>
                    <a:pt x="71248" y="78087"/>
                  </a:cubicBezTo>
                  <a:cubicBezTo>
                    <a:pt x="71210" y="78029"/>
                    <a:pt x="71147" y="78008"/>
                    <a:pt x="71082" y="78008"/>
                  </a:cubicBezTo>
                  <a:close/>
                  <a:moveTo>
                    <a:pt x="16779" y="78011"/>
                  </a:moveTo>
                  <a:cubicBezTo>
                    <a:pt x="16733" y="78011"/>
                    <a:pt x="16688" y="78026"/>
                    <a:pt x="16657" y="78057"/>
                  </a:cubicBezTo>
                  <a:cubicBezTo>
                    <a:pt x="16566" y="78148"/>
                    <a:pt x="16566" y="78270"/>
                    <a:pt x="16657" y="78330"/>
                  </a:cubicBezTo>
                  <a:cubicBezTo>
                    <a:pt x="16657" y="78391"/>
                    <a:pt x="16688" y="78391"/>
                    <a:pt x="16688" y="78391"/>
                  </a:cubicBezTo>
                  <a:cubicBezTo>
                    <a:pt x="16718" y="78422"/>
                    <a:pt x="16749" y="78422"/>
                    <a:pt x="16809" y="78422"/>
                  </a:cubicBezTo>
                  <a:cubicBezTo>
                    <a:pt x="16870" y="78422"/>
                    <a:pt x="16931" y="78422"/>
                    <a:pt x="16961" y="78300"/>
                  </a:cubicBezTo>
                  <a:cubicBezTo>
                    <a:pt x="16992" y="78209"/>
                    <a:pt x="16992" y="78118"/>
                    <a:pt x="16901" y="78057"/>
                  </a:cubicBezTo>
                  <a:cubicBezTo>
                    <a:pt x="16870" y="78026"/>
                    <a:pt x="16825" y="78011"/>
                    <a:pt x="16779" y="78011"/>
                  </a:cubicBezTo>
                  <a:close/>
                  <a:moveTo>
                    <a:pt x="68745" y="79747"/>
                  </a:moveTo>
                  <a:cubicBezTo>
                    <a:pt x="68701" y="79747"/>
                    <a:pt x="68661" y="79762"/>
                    <a:pt x="68634" y="79789"/>
                  </a:cubicBezTo>
                  <a:cubicBezTo>
                    <a:pt x="68634" y="79820"/>
                    <a:pt x="68604" y="79820"/>
                    <a:pt x="68604" y="79820"/>
                  </a:cubicBezTo>
                  <a:cubicBezTo>
                    <a:pt x="68512" y="79911"/>
                    <a:pt x="68512" y="80002"/>
                    <a:pt x="68604" y="80093"/>
                  </a:cubicBezTo>
                  <a:cubicBezTo>
                    <a:pt x="68634" y="80124"/>
                    <a:pt x="68664" y="80124"/>
                    <a:pt x="68695" y="80124"/>
                  </a:cubicBezTo>
                  <a:cubicBezTo>
                    <a:pt x="68756" y="80124"/>
                    <a:pt x="68786" y="80124"/>
                    <a:pt x="68847" y="80093"/>
                  </a:cubicBezTo>
                  <a:cubicBezTo>
                    <a:pt x="68938" y="80002"/>
                    <a:pt x="68938" y="79911"/>
                    <a:pt x="68908" y="79820"/>
                  </a:cubicBezTo>
                  <a:cubicBezTo>
                    <a:pt x="68857" y="79770"/>
                    <a:pt x="68798" y="79747"/>
                    <a:pt x="68745" y="79747"/>
                  </a:cubicBezTo>
                  <a:close/>
                  <a:moveTo>
                    <a:pt x="19146" y="79774"/>
                  </a:moveTo>
                  <a:cubicBezTo>
                    <a:pt x="19097" y="79774"/>
                    <a:pt x="19043" y="79789"/>
                    <a:pt x="18998" y="79820"/>
                  </a:cubicBezTo>
                  <a:cubicBezTo>
                    <a:pt x="18937" y="79911"/>
                    <a:pt x="18937" y="80002"/>
                    <a:pt x="18998" y="80093"/>
                  </a:cubicBezTo>
                  <a:cubicBezTo>
                    <a:pt x="18998" y="80124"/>
                    <a:pt x="19059" y="80124"/>
                    <a:pt x="19059" y="80124"/>
                  </a:cubicBezTo>
                  <a:cubicBezTo>
                    <a:pt x="19089" y="80154"/>
                    <a:pt x="19119" y="80154"/>
                    <a:pt x="19150" y="80154"/>
                  </a:cubicBezTo>
                  <a:cubicBezTo>
                    <a:pt x="19211" y="80154"/>
                    <a:pt x="19271" y="80124"/>
                    <a:pt x="19302" y="80063"/>
                  </a:cubicBezTo>
                  <a:cubicBezTo>
                    <a:pt x="19363" y="79972"/>
                    <a:pt x="19363" y="79850"/>
                    <a:pt x="19271" y="79820"/>
                  </a:cubicBezTo>
                  <a:cubicBezTo>
                    <a:pt x="19241" y="79789"/>
                    <a:pt x="19195" y="79774"/>
                    <a:pt x="19146" y="79774"/>
                  </a:cubicBezTo>
                  <a:close/>
                  <a:moveTo>
                    <a:pt x="21608" y="81329"/>
                  </a:moveTo>
                  <a:cubicBezTo>
                    <a:pt x="21540" y="81329"/>
                    <a:pt x="21476" y="81368"/>
                    <a:pt x="21430" y="81461"/>
                  </a:cubicBezTo>
                  <a:cubicBezTo>
                    <a:pt x="21399" y="81522"/>
                    <a:pt x="21430" y="81643"/>
                    <a:pt x="21521" y="81674"/>
                  </a:cubicBezTo>
                  <a:cubicBezTo>
                    <a:pt x="21521" y="81735"/>
                    <a:pt x="21551" y="81735"/>
                    <a:pt x="21581" y="81735"/>
                  </a:cubicBezTo>
                  <a:cubicBezTo>
                    <a:pt x="21673" y="81735"/>
                    <a:pt x="21703" y="81735"/>
                    <a:pt x="21733" y="81643"/>
                  </a:cubicBezTo>
                  <a:cubicBezTo>
                    <a:pt x="21825" y="81522"/>
                    <a:pt x="21794" y="81431"/>
                    <a:pt x="21703" y="81370"/>
                  </a:cubicBezTo>
                  <a:cubicBezTo>
                    <a:pt x="21703" y="81339"/>
                    <a:pt x="21673" y="81339"/>
                    <a:pt x="21673" y="81339"/>
                  </a:cubicBezTo>
                  <a:cubicBezTo>
                    <a:pt x="21651" y="81332"/>
                    <a:pt x="21630" y="81329"/>
                    <a:pt x="21608" y="81329"/>
                  </a:cubicBezTo>
                  <a:close/>
                  <a:moveTo>
                    <a:pt x="66208" y="81323"/>
                  </a:moveTo>
                  <a:cubicBezTo>
                    <a:pt x="66175" y="81323"/>
                    <a:pt x="66142" y="81329"/>
                    <a:pt x="66111" y="81339"/>
                  </a:cubicBezTo>
                  <a:cubicBezTo>
                    <a:pt x="66050" y="81370"/>
                    <a:pt x="66020" y="81491"/>
                    <a:pt x="66050" y="81583"/>
                  </a:cubicBezTo>
                  <a:cubicBezTo>
                    <a:pt x="66081" y="81643"/>
                    <a:pt x="66142" y="81674"/>
                    <a:pt x="66233" y="81674"/>
                  </a:cubicBezTo>
                  <a:cubicBezTo>
                    <a:pt x="66263" y="81674"/>
                    <a:pt x="66263" y="81674"/>
                    <a:pt x="66263" y="81735"/>
                  </a:cubicBezTo>
                  <a:cubicBezTo>
                    <a:pt x="66263" y="81674"/>
                    <a:pt x="66324" y="81674"/>
                    <a:pt x="66324" y="81674"/>
                  </a:cubicBezTo>
                  <a:cubicBezTo>
                    <a:pt x="66385" y="81613"/>
                    <a:pt x="66385" y="81491"/>
                    <a:pt x="66354" y="81431"/>
                  </a:cubicBezTo>
                  <a:cubicBezTo>
                    <a:pt x="66334" y="81350"/>
                    <a:pt x="66273" y="81323"/>
                    <a:pt x="66208" y="81323"/>
                  </a:cubicBezTo>
                  <a:close/>
                  <a:moveTo>
                    <a:pt x="24192" y="82727"/>
                  </a:moveTo>
                  <a:cubicBezTo>
                    <a:pt x="24124" y="82727"/>
                    <a:pt x="24060" y="82766"/>
                    <a:pt x="24013" y="82859"/>
                  </a:cubicBezTo>
                  <a:cubicBezTo>
                    <a:pt x="23983" y="82950"/>
                    <a:pt x="24013" y="83042"/>
                    <a:pt x="24104" y="83102"/>
                  </a:cubicBezTo>
                  <a:cubicBezTo>
                    <a:pt x="24104" y="83133"/>
                    <a:pt x="24135" y="83133"/>
                    <a:pt x="24165" y="83133"/>
                  </a:cubicBezTo>
                  <a:cubicBezTo>
                    <a:pt x="24226" y="83133"/>
                    <a:pt x="24287" y="83133"/>
                    <a:pt x="24317" y="83042"/>
                  </a:cubicBezTo>
                  <a:cubicBezTo>
                    <a:pt x="24408" y="82950"/>
                    <a:pt x="24378" y="82829"/>
                    <a:pt x="24287" y="82798"/>
                  </a:cubicBezTo>
                  <a:cubicBezTo>
                    <a:pt x="24287" y="82738"/>
                    <a:pt x="24256" y="82738"/>
                    <a:pt x="24256" y="82738"/>
                  </a:cubicBezTo>
                  <a:cubicBezTo>
                    <a:pt x="24235" y="82731"/>
                    <a:pt x="24213" y="82727"/>
                    <a:pt x="24192" y="82727"/>
                  </a:cubicBezTo>
                  <a:close/>
                  <a:moveTo>
                    <a:pt x="63664" y="82721"/>
                  </a:moveTo>
                  <a:cubicBezTo>
                    <a:pt x="63636" y="82721"/>
                    <a:pt x="63609" y="82728"/>
                    <a:pt x="63588" y="82738"/>
                  </a:cubicBezTo>
                  <a:cubicBezTo>
                    <a:pt x="63497" y="82798"/>
                    <a:pt x="63467" y="82890"/>
                    <a:pt x="63497" y="82981"/>
                  </a:cubicBezTo>
                  <a:cubicBezTo>
                    <a:pt x="63528" y="83042"/>
                    <a:pt x="63619" y="83102"/>
                    <a:pt x="63680" y="83102"/>
                  </a:cubicBezTo>
                  <a:cubicBezTo>
                    <a:pt x="63740" y="83102"/>
                    <a:pt x="63740" y="83102"/>
                    <a:pt x="63740" y="83133"/>
                  </a:cubicBezTo>
                  <a:cubicBezTo>
                    <a:pt x="63740" y="83072"/>
                    <a:pt x="63771" y="83072"/>
                    <a:pt x="63771" y="83072"/>
                  </a:cubicBezTo>
                  <a:cubicBezTo>
                    <a:pt x="63832" y="83011"/>
                    <a:pt x="63832" y="82890"/>
                    <a:pt x="63801" y="82829"/>
                  </a:cubicBezTo>
                  <a:cubicBezTo>
                    <a:pt x="63781" y="82748"/>
                    <a:pt x="63720" y="82721"/>
                    <a:pt x="63664" y="82721"/>
                  </a:cubicBezTo>
                  <a:close/>
                  <a:moveTo>
                    <a:pt x="61006" y="83946"/>
                  </a:moveTo>
                  <a:cubicBezTo>
                    <a:pt x="60986" y="83946"/>
                    <a:pt x="60965" y="83948"/>
                    <a:pt x="60944" y="83954"/>
                  </a:cubicBezTo>
                  <a:cubicBezTo>
                    <a:pt x="60944" y="83984"/>
                    <a:pt x="60914" y="83984"/>
                    <a:pt x="60914" y="83984"/>
                  </a:cubicBezTo>
                  <a:cubicBezTo>
                    <a:pt x="60822" y="84075"/>
                    <a:pt x="60822" y="84197"/>
                    <a:pt x="60883" y="84257"/>
                  </a:cubicBezTo>
                  <a:cubicBezTo>
                    <a:pt x="60914" y="84288"/>
                    <a:pt x="60944" y="84349"/>
                    <a:pt x="61035" y="84349"/>
                  </a:cubicBezTo>
                  <a:cubicBezTo>
                    <a:pt x="61066" y="84349"/>
                    <a:pt x="61096" y="84349"/>
                    <a:pt x="61066" y="84288"/>
                  </a:cubicBezTo>
                  <a:cubicBezTo>
                    <a:pt x="61187" y="84257"/>
                    <a:pt x="61217" y="84136"/>
                    <a:pt x="61187" y="84075"/>
                  </a:cubicBezTo>
                  <a:cubicBezTo>
                    <a:pt x="61162" y="84000"/>
                    <a:pt x="61096" y="83946"/>
                    <a:pt x="61006" y="83946"/>
                  </a:cubicBezTo>
                  <a:close/>
                  <a:moveTo>
                    <a:pt x="26846" y="83973"/>
                  </a:moveTo>
                  <a:cubicBezTo>
                    <a:pt x="26785" y="83973"/>
                    <a:pt x="26711" y="84007"/>
                    <a:pt x="26688" y="84075"/>
                  </a:cubicBezTo>
                  <a:cubicBezTo>
                    <a:pt x="26597" y="84197"/>
                    <a:pt x="26658" y="84288"/>
                    <a:pt x="26718" y="84349"/>
                  </a:cubicBezTo>
                  <a:cubicBezTo>
                    <a:pt x="26718" y="84379"/>
                    <a:pt x="26749" y="84379"/>
                    <a:pt x="26749" y="84379"/>
                  </a:cubicBezTo>
                  <a:lnTo>
                    <a:pt x="26840" y="84379"/>
                  </a:lnTo>
                  <a:cubicBezTo>
                    <a:pt x="26901" y="84379"/>
                    <a:pt x="26992" y="84349"/>
                    <a:pt x="27022" y="84227"/>
                  </a:cubicBezTo>
                  <a:cubicBezTo>
                    <a:pt x="27022" y="84136"/>
                    <a:pt x="26992" y="84045"/>
                    <a:pt x="26901" y="83984"/>
                  </a:cubicBezTo>
                  <a:cubicBezTo>
                    <a:pt x="26886" y="83976"/>
                    <a:pt x="26867" y="83973"/>
                    <a:pt x="26846" y="83973"/>
                  </a:cubicBezTo>
                  <a:close/>
                  <a:moveTo>
                    <a:pt x="29576" y="85017"/>
                  </a:moveTo>
                  <a:cubicBezTo>
                    <a:pt x="29454" y="85017"/>
                    <a:pt x="29393" y="85078"/>
                    <a:pt x="29332" y="85169"/>
                  </a:cubicBezTo>
                  <a:cubicBezTo>
                    <a:pt x="29332" y="85291"/>
                    <a:pt x="29393" y="85382"/>
                    <a:pt x="29484" y="85413"/>
                  </a:cubicBezTo>
                  <a:lnTo>
                    <a:pt x="29576" y="85017"/>
                  </a:lnTo>
                  <a:close/>
                  <a:moveTo>
                    <a:pt x="58346" y="85011"/>
                  </a:moveTo>
                  <a:cubicBezTo>
                    <a:pt x="58332" y="85011"/>
                    <a:pt x="58316" y="85013"/>
                    <a:pt x="58299" y="85017"/>
                  </a:cubicBezTo>
                  <a:cubicBezTo>
                    <a:pt x="58178" y="85078"/>
                    <a:pt x="58117" y="85139"/>
                    <a:pt x="58148" y="85261"/>
                  </a:cubicBezTo>
                  <a:cubicBezTo>
                    <a:pt x="58178" y="85382"/>
                    <a:pt x="58269" y="85413"/>
                    <a:pt x="58330" y="85413"/>
                  </a:cubicBezTo>
                  <a:cubicBezTo>
                    <a:pt x="58330" y="85413"/>
                    <a:pt x="58360" y="85413"/>
                    <a:pt x="58421" y="85382"/>
                  </a:cubicBezTo>
                  <a:cubicBezTo>
                    <a:pt x="58482" y="85321"/>
                    <a:pt x="58573" y="85230"/>
                    <a:pt x="58512" y="85139"/>
                  </a:cubicBezTo>
                  <a:cubicBezTo>
                    <a:pt x="58486" y="85086"/>
                    <a:pt x="58437" y="85011"/>
                    <a:pt x="58346" y="85011"/>
                  </a:cubicBezTo>
                  <a:close/>
                  <a:moveTo>
                    <a:pt x="32372" y="85899"/>
                  </a:moveTo>
                  <a:cubicBezTo>
                    <a:pt x="32281" y="85899"/>
                    <a:pt x="32190" y="85929"/>
                    <a:pt x="32159" y="86051"/>
                  </a:cubicBezTo>
                  <a:cubicBezTo>
                    <a:pt x="32159" y="86172"/>
                    <a:pt x="32190" y="86233"/>
                    <a:pt x="32311" y="86294"/>
                  </a:cubicBezTo>
                  <a:lnTo>
                    <a:pt x="32372" y="85899"/>
                  </a:lnTo>
                  <a:close/>
                  <a:moveTo>
                    <a:pt x="55532" y="85891"/>
                  </a:moveTo>
                  <a:cubicBezTo>
                    <a:pt x="55514" y="85891"/>
                    <a:pt x="55494" y="85893"/>
                    <a:pt x="55473" y="85899"/>
                  </a:cubicBezTo>
                  <a:cubicBezTo>
                    <a:pt x="55382" y="85929"/>
                    <a:pt x="55290" y="86020"/>
                    <a:pt x="55321" y="86142"/>
                  </a:cubicBezTo>
                  <a:cubicBezTo>
                    <a:pt x="55382" y="86233"/>
                    <a:pt x="55442" y="86294"/>
                    <a:pt x="55503" y="86294"/>
                  </a:cubicBezTo>
                  <a:cubicBezTo>
                    <a:pt x="55564" y="86294"/>
                    <a:pt x="55564" y="86294"/>
                    <a:pt x="55594" y="86233"/>
                  </a:cubicBezTo>
                  <a:cubicBezTo>
                    <a:pt x="55655" y="86203"/>
                    <a:pt x="55746" y="86081"/>
                    <a:pt x="55716" y="86020"/>
                  </a:cubicBezTo>
                  <a:cubicBezTo>
                    <a:pt x="55666" y="85945"/>
                    <a:pt x="55616" y="85891"/>
                    <a:pt x="55532" y="85891"/>
                  </a:cubicBezTo>
                  <a:close/>
                  <a:moveTo>
                    <a:pt x="35163" y="86582"/>
                  </a:moveTo>
                  <a:cubicBezTo>
                    <a:pt x="35067" y="86582"/>
                    <a:pt x="34986" y="86681"/>
                    <a:pt x="34986" y="86780"/>
                  </a:cubicBezTo>
                  <a:cubicBezTo>
                    <a:pt x="34986" y="86902"/>
                    <a:pt x="35077" y="86932"/>
                    <a:pt x="35199" y="86963"/>
                  </a:cubicBezTo>
                  <a:cubicBezTo>
                    <a:pt x="35260" y="86963"/>
                    <a:pt x="35351" y="86932"/>
                    <a:pt x="35351" y="86811"/>
                  </a:cubicBezTo>
                  <a:cubicBezTo>
                    <a:pt x="35381" y="86750"/>
                    <a:pt x="35351" y="86628"/>
                    <a:pt x="35229" y="86598"/>
                  </a:cubicBezTo>
                  <a:cubicBezTo>
                    <a:pt x="35207" y="86587"/>
                    <a:pt x="35185" y="86582"/>
                    <a:pt x="35163" y="86582"/>
                  </a:cubicBezTo>
                  <a:close/>
                  <a:moveTo>
                    <a:pt x="52676" y="86598"/>
                  </a:moveTo>
                  <a:cubicBezTo>
                    <a:pt x="52585" y="86628"/>
                    <a:pt x="52524" y="86689"/>
                    <a:pt x="52524" y="86780"/>
                  </a:cubicBezTo>
                  <a:cubicBezTo>
                    <a:pt x="52524" y="86902"/>
                    <a:pt x="52585" y="86963"/>
                    <a:pt x="52707" y="86963"/>
                  </a:cubicBezTo>
                  <a:cubicBezTo>
                    <a:pt x="52707" y="86963"/>
                    <a:pt x="52737" y="86932"/>
                    <a:pt x="52798" y="86932"/>
                  </a:cubicBezTo>
                  <a:cubicBezTo>
                    <a:pt x="52859" y="86902"/>
                    <a:pt x="52950" y="86811"/>
                    <a:pt x="52889" y="86689"/>
                  </a:cubicBezTo>
                  <a:cubicBezTo>
                    <a:pt x="52859" y="86628"/>
                    <a:pt x="52737" y="86598"/>
                    <a:pt x="52676" y="86598"/>
                  </a:cubicBezTo>
                  <a:close/>
                  <a:moveTo>
                    <a:pt x="49841" y="87038"/>
                  </a:moveTo>
                  <a:cubicBezTo>
                    <a:pt x="49823" y="87038"/>
                    <a:pt x="49805" y="87043"/>
                    <a:pt x="49789" y="87054"/>
                  </a:cubicBezTo>
                  <a:cubicBezTo>
                    <a:pt x="49667" y="87084"/>
                    <a:pt x="49576" y="87145"/>
                    <a:pt x="49637" y="87267"/>
                  </a:cubicBezTo>
                  <a:cubicBezTo>
                    <a:pt x="49667" y="87388"/>
                    <a:pt x="49728" y="87419"/>
                    <a:pt x="49819" y="87419"/>
                  </a:cubicBezTo>
                  <a:cubicBezTo>
                    <a:pt x="49941" y="87419"/>
                    <a:pt x="50001" y="87358"/>
                    <a:pt x="50001" y="87236"/>
                  </a:cubicBezTo>
                  <a:cubicBezTo>
                    <a:pt x="50001" y="87137"/>
                    <a:pt x="49920" y="87038"/>
                    <a:pt x="49841" y="87038"/>
                  </a:cubicBezTo>
                  <a:close/>
                  <a:moveTo>
                    <a:pt x="38086" y="87084"/>
                  </a:moveTo>
                  <a:cubicBezTo>
                    <a:pt x="37995" y="87084"/>
                    <a:pt x="37934" y="87145"/>
                    <a:pt x="37904" y="87236"/>
                  </a:cubicBezTo>
                  <a:cubicBezTo>
                    <a:pt x="37904" y="87358"/>
                    <a:pt x="37934" y="87419"/>
                    <a:pt x="38026" y="87449"/>
                  </a:cubicBezTo>
                  <a:lnTo>
                    <a:pt x="38086" y="87449"/>
                  </a:lnTo>
                  <a:cubicBezTo>
                    <a:pt x="38147" y="87449"/>
                    <a:pt x="38238" y="87388"/>
                    <a:pt x="38238" y="87267"/>
                  </a:cubicBezTo>
                  <a:cubicBezTo>
                    <a:pt x="38238" y="87145"/>
                    <a:pt x="38147" y="87084"/>
                    <a:pt x="38086" y="87084"/>
                  </a:cubicBezTo>
                  <a:close/>
                  <a:moveTo>
                    <a:pt x="40974" y="87358"/>
                  </a:moveTo>
                  <a:cubicBezTo>
                    <a:pt x="40883" y="87358"/>
                    <a:pt x="40822" y="87419"/>
                    <a:pt x="40792" y="87510"/>
                  </a:cubicBezTo>
                  <a:cubicBezTo>
                    <a:pt x="40792" y="87601"/>
                    <a:pt x="40822" y="87692"/>
                    <a:pt x="40944" y="87723"/>
                  </a:cubicBezTo>
                  <a:lnTo>
                    <a:pt x="40974" y="87723"/>
                  </a:lnTo>
                  <a:cubicBezTo>
                    <a:pt x="41065" y="87723"/>
                    <a:pt x="41156" y="87662"/>
                    <a:pt x="41126" y="87540"/>
                  </a:cubicBezTo>
                  <a:cubicBezTo>
                    <a:pt x="41126" y="87419"/>
                    <a:pt x="41035" y="87358"/>
                    <a:pt x="40974" y="87358"/>
                  </a:cubicBezTo>
                  <a:close/>
                  <a:moveTo>
                    <a:pt x="46923" y="87342"/>
                  </a:moveTo>
                  <a:cubicBezTo>
                    <a:pt x="46905" y="87342"/>
                    <a:pt x="46887" y="87347"/>
                    <a:pt x="46871" y="87358"/>
                  </a:cubicBezTo>
                  <a:cubicBezTo>
                    <a:pt x="46749" y="87388"/>
                    <a:pt x="46658" y="87449"/>
                    <a:pt x="46719" y="87571"/>
                  </a:cubicBezTo>
                  <a:cubicBezTo>
                    <a:pt x="46749" y="87692"/>
                    <a:pt x="46810" y="87723"/>
                    <a:pt x="46901" y="87723"/>
                  </a:cubicBezTo>
                  <a:cubicBezTo>
                    <a:pt x="47023" y="87723"/>
                    <a:pt x="47083" y="87662"/>
                    <a:pt x="47083" y="87540"/>
                  </a:cubicBezTo>
                  <a:cubicBezTo>
                    <a:pt x="47083" y="87441"/>
                    <a:pt x="47002" y="87342"/>
                    <a:pt x="46923" y="87342"/>
                  </a:cubicBezTo>
                  <a:close/>
                  <a:moveTo>
                    <a:pt x="43969" y="87443"/>
                  </a:moveTo>
                  <a:cubicBezTo>
                    <a:pt x="43954" y="87443"/>
                    <a:pt x="43938" y="87445"/>
                    <a:pt x="43922" y="87449"/>
                  </a:cubicBezTo>
                  <a:cubicBezTo>
                    <a:pt x="43831" y="87449"/>
                    <a:pt x="43710" y="87540"/>
                    <a:pt x="43710" y="87662"/>
                  </a:cubicBezTo>
                  <a:cubicBezTo>
                    <a:pt x="43710" y="87753"/>
                    <a:pt x="43770" y="87844"/>
                    <a:pt x="43892" y="87844"/>
                  </a:cubicBezTo>
                  <a:lnTo>
                    <a:pt x="43983" y="87844"/>
                  </a:lnTo>
                  <a:cubicBezTo>
                    <a:pt x="44074" y="87844"/>
                    <a:pt x="44165" y="87753"/>
                    <a:pt x="44165" y="87662"/>
                  </a:cubicBezTo>
                  <a:cubicBezTo>
                    <a:pt x="44165" y="87529"/>
                    <a:pt x="44073" y="87443"/>
                    <a:pt x="43969" y="874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0"/>
            <p:cNvSpPr/>
            <p:nvPr/>
          </p:nvSpPr>
          <p:spPr>
            <a:xfrm>
              <a:off x="4363575" y="3706275"/>
              <a:ext cx="2030450" cy="2031975"/>
            </a:xfrm>
            <a:custGeom>
              <a:avLst/>
              <a:gdLst/>
              <a:ahLst/>
              <a:cxnLst/>
              <a:rect l="l" t="t" r="r" b="b"/>
              <a:pathLst>
                <a:path w="81218" h="81279" extrusionOk="0">
                  <a:moveTo>
                    <a:pt x="42007" y="0"/>
                  </a:moveTo>
                  <a:cubicBezTo>
                    <a:pt x="41886" y="0"/>
                    <a:pt x="41794" y="122"/>
                    <a:pt x="41794" y="244"/>
                  </a:cubicBezTo>
                  <a:cubicBezTo>
                    <a:pt x="41794" y="365"/>
                    <a:pt x="41916" y="487"/>
                    <a:pt x="42007" y="487"/>
                  </a:cubicBezTo>
                  <a:cubicBezTo>
                    <a:pt x="42129" y="487"/>
                    <a:pt x="42250" y="396"/>
                    <a:pt x="42250" y="244"/>
                  </a:cubicBezTo>
                  <a:cubicBezTo>
                    <a:pt x="42250" y="122"/>
                    <a:pt x="42129" y="0"/>
                    <a:pt x="42007" y="0"/>
                  </a:cubicBezTo>
                  <a:close/>
                  <a:moveTo>
                    <a:pt x="39089" y="61"/>
                  </a:moveTo>
                  <a:cubicBezTo>
                    <a:pt x="38937" y="61"/>
                    <a:pt x="38876" y="152"/>
                    <a:pt x="38876" y="274"/>
                  </a:cubicBezTo>
                  <a:cubicBezTo>
                    <a:pt x="38876" y="396"/>
                    <a:pt x="38968" y="487"/>
                    <a:pt x="39089" y="517"/>
                  </a:cubicBezTo>
                  <a:cubicBezTo>
                    <a:pt x="39211" y="517"/>
                    <a:pt x="39332" y="396"/>
                    <a:pt x="39332" y="274"/>
                  </a:cubicBezTo>
                  <a:cubicBezTo>
                    <a:pt x="39332" y="152"/>
                    <a:pt x="39211" y="61"/>
                    <a:pt x="39089" y="61"/>
                  </a:cubicBezTo>
                  <a:close/>
                  <a:moveTo>
                    <a:pt x="36171" y="244"/>
                  </a:moveTo>
                  <a:cubicBezTo>
                    <a:pt x="36050" y="274"/>
                    <a:pt x="35989" y="396"/>
                    <a:pt x="35989" y="517"/>
                  </a:cubicBezTo>
                  <a:cubicBezTo>
                    <a:pt x="35989" y="639"/>
                    <a:pt x="36080" y="700"/>
                    <a:pt x="36202" y="700"/>
                  </a:cubicBezTo>
                  <a:lnTo>
                    <a:pt x="36232" y="700"/>
                  </a:lnTo>
                  <a:cubicBezTo>
                    <a:pt x="36354" y="669"/>
                    <a:pt x="36445" y="548"/>
                    <a:pt x="36445" y="426"/>
                  </a:cubicBezTo>
                  <a:cubicBezTo>
                    <a:pt x="36384" y="335"/>
                    <a:pt x="36262" y="244"/>
                    <a:pt x="36171" y="244"/>
                  </a:cubicBezTo>
                  <a:close/>
                  <a:moveTo>
                    <a:pt x="44938" y="239"/>
                  </a:moveTo>
                  <a:cubicBezTo>
                    <a:pt x="44809" y="239"/>
                    <a:pt x="44712" y="345"/>
                    <a:pt x="44712" y="426"/>
                  </a:cubicBezTo>
                  <a:cubicBezTo>
                    <a:pt x="44682" y="578"/>
                    <a:pt x="44804" y="700"/>
                    <a:pt x="44895" y="700"/>
                  </a:cubicBezTo>
                  <a:cubicBezTo>
                    <a:pt x="45047" y="700"/>
                    <a:pt x="45138" y="578"/>
                    <a:pt x="45168" y="517"/>
                  </a:cubicBezTo>
                  <a:cubicBezTo>
                    <a:pt x="45199" y="365"/>
                    <a:pt x="45107" y="244"/>
                    <a:pt x="44986" y="244"/>
                  </a:cubicBezTo>
                  <a:cubicBezTo>
                    <a:pt x="44970" y="240"/>
                    <a:pt x="44954" y="239"/>
                    <a:pt x="44938" y="239"/>
                  </a:cubicBezTo>
                  <a:close/>
                  <a:moveTo>
                    <a:pt x="47777" y="623"/>
                  </a:moveTo>
                  <a:cubicBezTo>
                    <a:pt x="47680" y="623"/>
                    <a:pt x="47594" y="722"/>
                    <a:pt x="47570" y="821"/>
                  </a:cubicBezTo>
                  <a:cubicBezTo>
                    <a:pt x="47570" y="943"/>
                    <a:pt x="47630" y="1034"/>
                    <a:pt x="47752" y="1095"/>
                  </a:cubicBezTo>
                  <a:cubicBezTo>
                    <a:pt x="47767" y="1110"/>
                    <a:pt x="47775" y="1117"/>
                    <a:pt x="47779" y="1117"/>
                  </a:cubicBezTo>
                  <a:cubicBezTo>
                    <a:pt x="47782" y="1117"/>
                    <a:pt x="47782" y="1110"/>
                    <a:pt x="47782" y="1095"/>
                  </a:cubicBezTo>
                  <a:cubicBezTo>
                    <a:pt x="47904" y="1095"/>
                    <a:pt x="48025" y="1004"/>
                    <a:pt x="48025" y="882"/>
                  </a:cubicBezTo>
                  <a:cubicBezTo>
                    <a:pt x="48025" y="791"/>
                    <a:pt x="47934" y="669"/>
                    <a:pt x="47843" y="639"/>
                  </a:cubicBezTo>
                  <a:cubicBezTo>
                    <a:pt x="47821" y="628"/>
                    <a:pt x="47798" y="623"/>
                    <a:pt x="47777" y="623"/>
                  </a:cubicBezTo>
                  <a:close/>
                  <a:moveTo>
                    <a:pt x="33336" y="653"/>
                  </a:moveTo>
                  <a:cubicBezTo>
                    <a:pt x="33318" y="653"/>
                    <a:pt x="33300" y="658"/>
                    <a:pt x="33284" y="669"/>
                  </a:cubicBezTo>
                  <a:cubicBezTo>
                    <a:pt x="33162" y="700"/>
                    <a:pt x="33040" y="821"/>
                    <a:pt x="33101" y="912"/>
                  </a:cubicBezTo>
                  <a:cubicBezTo>
                    <a:pt x="33101" y="1034"/>
                    <a:pt x="33192" y="1125"/>
                    <a:pt x="33314" y="1125"/>
                  </a:cubicBezTo>
                  <a:lnTo>
                    <a:pt x="33344" y="1125"/>
                  </a:lnTo>
                  <a:cubicBezTo>
                    <a:pt x="33466" y="1095"/>
                    <a:pt x="33588" y="973"/>
                    <a:pt x="33557" y="852"/>
                  </a:cubicBezTo>
                  <a:cubicBezTo>
                    <a:pt x="33507" y="752"/>
                    <a:pt x="33417" y="653"/>
                    <a:pt x="33336" y="653"/>
                  </a:cubicBezTo>
                  <a:close/>
                  <a:moveTo>
                    <a:pt x="30450" y="1300"/>
                  </a:moveTo>
                  <a:cubicBezTo>
                    <a:pt x="30430" y="1300"/>
                    <a:pt x="30412" y="1302"/>
                    <a:pt x="30396" y="1307"/>
                  </a:cubicBezTo>
                  <a:cubicBezTo>
                    <a:pt x="30274" y="1338"/>
                    <a:pt x="30183" y="1459"/>
                    <a:pt x="30244" y="1581"/>
                  </a:cubicBezTo>
                  <a:cubicBezTo>
                    <a:pt x="30270" y="1660"/>
                    <a:pt x="30342" y="1739"/>
                    <a:pt x="30401" y="1739"/>
                  </a:cubicBezTo>
                  <a:cubicBezTo>
                    <a:pt x="30410" y="1739"/>
                    <a:pt x="30418" y="1737"/>
                    <a:pt x="30426" y="1733"/>
                  </a:cubicBezTo>
                  <a:lnTo>
                    <a:pt x="30518" y="1733"/>
                  </a:lnTo>
                  <a:cubicBezTo>
                    <a:pt x="30609" y="1703"/>
                    <a:pt x="30700" y="1581"/>
                    <a:pt x="30670" y="1459"/>
                  </a:cubicBezTo>
                  <a:cubicBezTo>
                    <a:pt x="30670" y="1359"/>
                    <a:pt x="30544" y="1300"/>
                    <a:pt x="30450" y="1300"/>
                  </a:cubicBezTo>
                  <a:close/>
                  <a:moveTo>
                    <a:pt x="50669" y="1300"/>
                  </a:moveTo>
                  <a:cubicBezTo>
                    <a:pt x="50570" y="1300"/>
                    <a:pt x="50482" y="1359"/>
                    <a:pt x="50457" y="1459"/>
                  </a:cubicBezTo>
                  <a:cubicBezTo>
                    <a:pt x="50427" y="1581"/>
                    <a:pt x="50488" y="1672"/>
                    <a:pt x="50609" y="1733"/>
                  </a:cubicBezTo>
                  <a:cubicBezTo>
                    <a:pt x="50640" y="1733"/>
                    <a:pt x="50640" y="1733"/>
                    <a:pt x="50640" y="1763"/>
                  </a:cubicBezTo>
                  <a:cubicBezTo>
                    <a:pt x="50761" y="1763"/>
                    <a:pt x="50822" y="1703"/>
                    <a:pt x="50883" y="1581"/>
                  </a:cubicBezTo>
                  <a:cubicBezTo>
                    <a:pt x="50913" y="1459"/>
                    <a:pt x="50822" y="1338"/>
                    <a:pt x="50731" y="1307"/>
                  </a:cubicBezTo>
                  <a:cubicBezTo>
                    <a:pt x="50710" y="1302"/>
                    <a:pt x="50689" y="1300"/>
                    <a:pt x="50669" y="1300"/>
                  </a:cubicBezTo>
                  <a:close/>
                  <a:moveTo>
                    <a:pt x="53452" y="2060"/>
                  </a:moveTo>
                  <a:cubicBezTo>
                    <a:pt x="53336" y="2060"/>
                    <a:pt x="53248" y="2119"/>
                    <a:pt x="53223" y="2219"/>
                  </a:cubicBezTo>
                  <a:cubicBezTo>
                    <a:pt x="53193" y="2371"/>
                    <a:pt x="53254" y="2493"/>
                    <a:pt x="53375" y="2523"/>
                  </a:cubicBezTo>
                  <a:cubicBezTo>
                    <a:pt x="53390" y="2538"/>
                    <a:pt x="53413" y="2546"/>
                    <a:pt x="53428" y="2546"/>
                  </a:cubicBezTo>
                  <a:cubicBezTo>
                    <a:pt x="53444" y="2546"/>
                    <a:pt x="53451" y="2538"/>
                    <a:pt x="53436" y="2523"/>
                  </a:cubicBezTo>
                  <a:cubicBezTo>
                    <a:pt x="53558" y="2523"/>
                    <a:pt x="53649" y="2493"/>
                    <a:pt x="53679" y="2371"/>
                  </a:cubicBezTo>
                  <a:cubicBezTo>
                    <a:pt x="53709" y="2219"/>
                    <a:pt x="53649" y="2098"/>
                    <a:pt x="53527" y="2067"/>
                  </a:cubicBezTo>
                  <a:cubicBezTo>
                    <a:pt x="53501" y="2062"/>
                    <a:pt x="53476" y="2060"/>
                    <a:pt x="53452" y="2060"/>
                  </a:cubicBezTo>
                  <a:close/>
                  <a:moveTo>
                    <a:pt x="27619" y="2092"/>
                  </a:moveTo>
                  <a:cubicBezTo>
                    <a:pt x="27602" y="2092"/>
                    <a:pt x="27585" y="2094"/>
                    <a:pt x="27569" y="2098"/>
                  </a:cubicBezTo>
                  <a:cubicBezTo>
                    <a:pt x="27478" y="2159"/>
                    <a:pt x="27387" y="2311"/>
                    <a:pt x="27417" y="2402"/>
                  </a:cubicBezTo>
                  <a:cubicBezTo>
                    <a:pt x="27478" y="2523"/>
                    <a:pt x="27569" y="2554"/>
                    <a:pt x="27660" y="2554"/>
                  </a:cubicBezTo>
                  <a:lnTo>
                    <a:pt x="27721" y="2554"/>
                  </a:lnTo>
                  <a:cubicBezTo>
                    <a:pt x="27843" y="2523"/>
                    <a:pt x="27934" y="2371"/>
                    <a:pt x="27873" y="2250"/>
                  </a:cubicBezTo>
                  <a:cubicBezTo>
                    <a:pt x="27847" y="2171"/>
                    <a:pt x="27729" y="2092"/>
                    <a:pt x="27619" y="2092"/>
                  </a:cubicBezTo>
                  <a:close/>
                  <a:moveTo>
                    <a:pt x="56210" y="3107"/>
                  </a:moveTo>
                  <a:cubicBezTo>
                    <a:pt x="56127" y="3107"/>
                    <a:pt x="56034" y="3164"/>
                    <a:pt x="55989" y="3253"/>
                  </a:cubicBezTo>
                  <a:cubicBezTo>
                    <a:pt x="55928" y="3374"/>
                    <a:pt x="55989" y="3526"/>
                    <a:pt x="56111" y="3557"/>
                  </a:cubicBezTo>
                  <a:cubicBezTo>
                    <a:pt x="56141" y="3587"/>
                    <a:pt x="56141" y="3587"/>
                    <a:pt x="56172" y="3587"/>
                  </a:cubicBezTo>
                  <a:cubicBezTo>
                    <a:pt x="56293" y="3587"/>
                    <a:pt x="56384" y="3526"/>
                    <a:pt x="56415" y="3435"/>
                  </a:cubicBezTo>
                  <a:cubicBezTo>
                    <a:pt x="56506" y="3314"/>
                    <a:pt x="56415" y="3162"/>
                    <a:pt x="56293" y="3131"/>
                  </a:cubicBezTo>
                  <a:cubicBezTo>
                    <a:pt x="56269" y="3115"/>
                    <a:pt x="56240" y="3107"/>
                    <a:pt x="56210" y="3107"/>
                  </a:cubicBezTo>
                  <a:close/>
                  <a:moveTo>
                    <a:pt x="24923" y="3151"/>
                  </a:moveTo>
                  <a:cubicBezTo>
                    <a:pt x="24893" y="3151"/>
                    <a:pt x="24862" y="3154"/>
                    <a:pt x="24834" y="3162"/>
                  </a:cubicBezTo>
                  <a:cubicBezTo>
                    <a:pt x="24742" y="3222"/>
                    <a:pt x="24682" y="3374"/>
                    <a:pt x="24742" y="3466"/>
                  </a:cubicBezTo>
                  <a:cubicBezTo>
                    <a:pt x="24767" y="3541"/>
                    <a:pt x="24813" y="3595"/>
                    <a:pt x="24896" y="3595"/>
                  </a:cubicBezTo>
                  <a:cubicBezTo>
                    <a:pt x="24914" y="3595"/>
                    <a:pt x="24934" y="3593"/>
                    <a:pt x="24955" y="3587"/>
                  </a:cubicBezTo>
                  <a:lnTo>
                    <a:pt x="25046" y="3587"/>
                  </a:lnTo>
                  <a:cubicBezTo>
                    <a:pt x="25138" y="3557"/>
                    <a:pt x="25198" y="3405"/>
                    <a:pt x="25138" y="3283"/>
                  </a:cubicBezTo>
                  <a:cubicBezTo>
                    <a:pt x="25114" y="3190"/>
                    <a:pt x="25020" y="3151"/>
                    <a:pt x="24923" y="3151"/>
                  </a:cubicBezTo>
                  <a:close/>
                  <a:moveTo>
                    <a:pt x="58848" y="4336"/>
                  </a:moveTo>
                  <a:cubicBezTo>
                    <a:pt x="58751" y="4336"/>
                    <a:pt x="58657" y="4376"/>
                    <a:pt x="58634" y="4469"/>
                  </a:cubicBezTo>
                  <a:cubicBezTo>
                    <a:pt x="58573" y="4590"/>
                    <a:pt x="58634" y="4712"/>
                    <a:pt x="58725" y="4773"/>
                  </a:cubicBezTo>
                  <a:cubicBezTo>
                    <a:pt x="58755" y="4788"/>
                    <a:pt x="58778" y="4795"/>
                    <a:pt x="58797" y="4795"/>
                  </a:cubicBezTo>
                  <a:cubicBezTo>
                    <a:pt x="58816" y="4795"/>
                    <a:pt x="58831" y="4788"/>
                    <a:pt x="58846" y="4773"/>
                  </a:cubicBezTo>
                  <a:cubicBezTo>
                    <a:pt x="58938" y="4773"/>
                    <a:pt x="58998" y="4712"/>
                    <a:pt x="59029" y="4651"/>
                  </a:cubicBezTo>
                  <a:cubicBezTo>
                    <a:pt x="59059" y="4529"/>
                    <a:pt x="59029" y="4408"/>
                    <a:pt x="58938" y="4347"/>
                  </a:cubicBezTo>
                  <a:cubicBezTo>
                    <a:pt x="58909" y="4340"/>
                    <a:pt x="58878" y="4336"/>
                    <a:pt x="58848" y="4336"/>
                  </a:cubicBezTo>
                  <a:close/>
                  <a:moveTo>
                    <a:pt x="22321" y="4384"/>
                  </a:moveTo>
                  <a:cubicBezTo>
                    <a:pt x="22287" y="4384"/>
                    <a:pt x="22252" y="4392"/>
                    <a:pt x="22220" y="4408"/>
                  </a:cubicBezTo>
                  <a:cubicBezTo>
                    <a:pt x="22098" y="4469"/>
                    <a:pt x="22068" y="4621"/>
                    <a:pt x="22098" y="4712"/>
                  </a:cubicBezTo>
                  <a:cubicBezTo>
                    <a:pt x="22159" y="4803"/>
                    <a:pt x="22220" y="4833"/>
                    <a:pt x="22311" y="4894"/>
                  </a:cubicBezTo>
                  <a:cubicBezTo>
                    <a:pt x="22341" y="4894"/>
                    <a:pt x="22372" y="4833"/>
                    <a:pt x="22402" y="4833"/>
                  </a:cubicBezTo>
                  <a:cubicBezTo>
                    <a:pt x="22523" y="4803"/>
                    <a:pt x="22554" y="4651"/>
                    <a:pt x="22523" y="4529"/>
                  </a:cubicBezTo>
                  <a:cubicBezTo>
                    <a:pt x="22501" y="4440"/>
                    <a:pt x="22414" y="4384"/>
                    <a:pt x="22321" y="4384"/>
                  </a:cubicBezTo>
                  <a:close/>
                  <a:moveTo>
                    <a:pt x="61374" y="5753"/>
                  </a:moveTo>
                  <a:cubicBezTo>
                    <a:pt x="61313" y="5753"/>
                    <a:pt x="61254" y="5793"/>
                    <a:pt x="61217" y="5867"/>
                  </a:cubicBezTo>
                  <a:cubicBezTo>
                    <a:pt x="61126" y="5988"/>
                    <a:pt x="61156" y="6110"/>
                    <a:pt x="61278" y="6171"/>
                  </a:cubicBezTo>
                  <a:cubicBezTo>
                    <a:pt x="61308" y="6201"/>
                    <a:pt x="61339" y="6201"/>
                    <a:pt x="61400" y="6201"/>
                  </a:cubicBezTo>
                  <a:cubicBezTo>
                    <a:pt x="61460" y="6201"/>
                    <a:pt x="61552" y="6171"/>
                    <a:pt x="61582" y="6110"/>
                  </a:cubicBezTo>
                  <a:cubicBezTo>
                    <a:pt x="61643" y="6019"/>
                    <a:pt x="61612" y="5867"/>
                    <a:pt x="61491" y="5806"/>
                  </a:cubicBezTo>
                  <a:cubicBezTo>
                    <a:pt x="61455" y="5770"/>
                    <a:pt x="61414" y="5753"/>
                    <a:pt x="61374" y="5753"/>
                  </a:cubicBezTo>
                  <a:close/>
                  <a:moveTo>
                    <a:pt x="19768" y="5791"/>
                  </a:moveTo>
                  <a:cubicBezTo>
                    <a:pt x="19724" y="5791"/>
                    <a:pt x="19678" y="5805"/>
                    <a:pt x="19636" y="5836"/>
                  </a:cubicBezTo>
                  <a:cubicBezTo>
                    <a:pt x="19514" y="5867"/>
                    <a:pt x="19484" y="6019"/>
                    <a:pt x="19575" y="6140"/>
                  </a:cubicBezTo>
                  <a:cubicBezTo>
                    <a:pt x="19606" y="6201"/>
                    <a:pt x="19666" y="6232"/>
                    <a:pt x="19757" y="6262"/>
                  </a:cubicBezTo>
                  <a:cubicBezTo>
                    <a:pt x="19788" y="6262"/>
                    <a:pt x="19818" y="6262"/>
                    <a:pt x="19879" y="6201"/>
                  </a:cubicBezTo>
                  <a:cubicBezTo>
                    <a:pt x="19970" y="6171"/>
                    <a:pt x="20031" y="6019"/>
                    <a:pt x="19940" y="5897"/>
                  </a:cubicBezTo>
                  <a:cubicBezTo>
                    <a:pt x="19920" y="5838"/>
                    <a:pt x="19849" y="5791"/>
                    <a:pt x="19768" y="5791"/>
                  </a:cubicBezTo>
                  <a:close/>
                  <a:moveTo>
                    <a:pt x="17293" y="7416"/>
                  </a:moveTo>
                  <a:cubicBezTo>
                    <a:pt x="17256" y="7416"/>
                    <a:pt x="17217" y="7426"/>
                    <a:pt x="17174" y="7447"/>
                  </a:cubicBezTo>
                  <a:cubicBezTo>
                    <a:pt x="17083" y="7539"/>
                    <a:pt x="17052" y="7660"/>
                    <a:pt x="17143" y="7751"/>
                  </a:cubicBezTo>
                  <a:cubicBezTo>
                    <a:pt x="17174" y="7812"/>
                    <a:pt x="17235" y="7843"/>
                    <a:pt x="17326" y="7843"/>
                  </a:cubicBezTo>
                  <a:cubicBezTo>
                    <a:pt x="17356" y="7843"/>
                    <a:pt x="17387" y="7843"/>
                    <a:pt x="17447" y="7812"/>
                  </a:cubicBezTo>
                  <a:cubicBezTo>
                    <a:pt x="17508" y="7721"/>
                    <a:pt x="17539" y="7630"/>
                    <a:pt x="17478" y="7508"/>
                  </a:cubicBezTo>
                  <a:cubicBezTo>
                    <a:pt x="17419" y="7449"/>
                    <a:pt x="17360" y="7416"/>
                    <a:pt x="17293" y="7416"/>
                  </a:cubicBezTo>
                  <a:close/>
                  <a:moveTo>
                    <a:pt x="63837" y="7375"/>
                  </a:moveTo>
                  <a:cubicBezTo>
                    <a:pt x="63774" y="7375"/>
                    <a:pt x="63713" y="7397"/>
                    <a:pt x="63679" y="7447"/>
                  </a:cubicBezTo>
                  <a:cubicBezTo>
                    <a:pt x="63588" y="7539"/>
                    <a:pt x="63588" y="7691"/>
                    <a:pt x="63710" y="7751"/>
                  </a:cubicBezTo>
                  <a:cubicBezTo>
                    <a:pt x="63740" y="7812"/>
                    <a:pt x="63801" y="7812"/>
                    <a:pt x="63862" y="7843"/>
                  </a:cubicBezTo>
                  <a:cubicBezTo>
                    <a:pt x="63953" y="7843"/>
                    <a:pt x="64014" y="7812"/>
                    <a:pt x="64044" y="7721"/>
                  </a:cubicBezTo>
                  <a:cubicBezTo>
                    <a:pt x="64074" y="7660"/>
                    <a:pt x="64074" y="7508"/>
                    <a:pt x="63983" y="7417"/>
                  </a:cubicBezTo>
                  <a:cubicBezTo>
                    <a:pt x="63942" y="7390"/>
                    <a:pt x="63889" y="7375"/>
                    <a:pt x="63837" y="7375"/>
                  </a:cubicBezTo>
                  <a:close/>
                  <a:moveTo>
                    <a:pt x="66165" y="9115"/>
                  </a:moveTo>
                  <a:cubicBezTo>
                    <a:pt x="66105" y="9115"/>
                    <a:pt x="66038" y="9145"/>
                    <a:pt x="65989" y="9210"/>
                  </a:cubicBezTo>
                  <a:cubicBezTo>
                    <a:pt x="65929" y="9271"/>
                    <a:pt x="65929" y="9453"/>
                    <a:pt x="66020" y="9514"/>
                  </a:cubicBezTo>
                  <a:cubicBezTo>
                    <a:pt x="66081" y="9545"/>
                    <a:pt x="66111" y="9545"/>
                    <a:pt x="66141" y="9545"/>
                  </a:cubicBezTo>
                  <a:cubicBezTo>
                    <a:pt x="66233" y="9545"/>
                    <a:pt x="66293" y="9514"/>
                    <a:pt x="66324" y="9484"/>
                  </a:cubicBezTo>
                  <a:cubicBezTo>
                    <a:pt x="66415" y="9393"/>
                    <a:pt x="66415" y="9241"/>
                    <a:pt x="66293" y="9180"/>
                  </a:cubicBezTo>
                  <a:cubicBezTo>
                    <a:pt x="66265" y="9138"/>
                    <a:pt x="66217" y="9115"/>
                    <a:pt x="66165" y="9115"/>
                  </a:cubicBezTo>
                  <a:close/>
                  <a:moveTo>
                    <a:pt x="14988" y="9201"/>
                  </a:moveTo>
                  <a:cubicBezTo>
                    <a:pt x="14945" y="9201"/>
                    <a:pt x="14902" y="9216"/>
                    <a:pt x="14864" y="9241"/>
                  </a:cubicBezTo>
                  <a:cubicBezTo>
                    <a:pt x="14742" y="9332"/>
                    <a:pt x="14742" y="9453"/>
                    <a:pt x="14803" y="9545"/>
                  </a:cubicBezTo>
                  <a:cubicBezTo>
                    <a:pt x="14864" y="9605"/>
                    <a:pt x="14925" y="9636"/>
                    <a:pt x="14955" y="9636"/>
                  </a:cubicBezTo>
                  <a:cubicBezTo>
                    <a:pt x="15016" y="9636"/>
                    <a:pt x="15077" y="9636"/>
                    <a:pt x="15107" y="9605"/>
                  </a:cubicBezTo>
                  <a:cubicBezTo>
                    <a:pt x="15229" y="9514"/>
                    <a:pt x="15229" y="9393"/>
                    <a:pt x="15168" y="9302"/>
                  </a:cubicBezTo>
                  <a:cubicBezTo>
                    <a:pt x="15114" y="9230"/>
                    <a:pt x="15050" y="9201"/>
                    <a:pt x="14988" y="9201"/>
                  </a:cubicBezTo>
                  <a:close/>
                  <a:moveTo>
                    <a:pt x="68353" y="11045"/>
                  </a:moveTo>
                  <a:cubicBezTo>
                    <a:pt x="68293" y="11045"/>
                    <a:pt x="68227" y="11076"/>
                    <a:pt x="68178" y="11125"/>
                  </a:cubicBezTo>
                  <a:cubicBezTo>
                    <a:pt x="68087" y="11186"/>
                    <a:pt x="68117" y="11338"/>
                    <a:pt x="68178" y="11429"/>
                  </a:cubicBezTo>
                  <a:cubicBezTo>
                    <a:pt x="68239" y="11490"/>
                    <a:pt x="68299" y="11490"/>
                    <a:pt x="68330" y="11520"/>
                  </a:cubicBezTo>
                  <a:cubicBezTo>
                    <a:pt x="68391" y="11520"/>
                    <a:pt x="68451" y="11490"/>
                    <a:pt x="68482" y="11460"/>
                  </a:cubicBezTo>
                  <a:cubicBezTo>
                    <a:pt x="68603" y="11338"/>
                    <a:pt x="68573" y="11186"/>
                    <a:pt x="68482" y="11125"/>
                  </a:cubicBezTo>
                  <a:cubicBezTo>
                    <a:pt x="68454" y="11069"/>
                    <a:pt x="68406" y="11045"/>
                    <a:pt x="68353" y="11045"/>
                  </a:cubicBezTo>
                  <a:close/>
                  <a:moveTo>
                    <a:pt x="12808" y="11087"/>
                  </a:moveTo>
                  <a:cubicBezTo>
                    <a:pt x="12751" y="11087"/>
                    <a:pt x="12690" y="11110"/>
                    <a:pt x="12645" y="11156"/>
                  </a:cubicBezTo>
                  <a:cubicBezTo>
                    <a:pt x="12584" y="11277"/>
                    <a:pt x="12584" y="11429"/>
                    <a:pt x="12645" y="11490"/>
                  </a:cubicBezTo>
                  <a:cubicBezTo>
                    <a:pt x="12675" y="11520"/>
                    <a:pt x="12736" y="11581"/>
                    <a:pt x="12797" y="11581"/>
                  </a:cubicBezTo>
                  <a:cubicBezTo>
                    <a:pt x="12827" y="11581"/>
                    <a:pt x="12918" y="11520"/>
                    <a:pt x="12949" y="11490"/>
                  </a:cubicBezTo>
                  <a:cubicBezTo>
                    <a:pt x="13040" y="11368"/>
                    <a:pt x="13040" y="11277"/>
                    <a:pt x="12949" y="11156"/>
                  </a:cubicBezTo>
                  <a:cubicBezTo>
                    <a:pt x="12918" y="11110"/>
                    <a:pt x="12865" y="11087"/>
                    <a:pt x="12808" y="11087"/>
                  </a:cubicBezTo>
                  <a:close/>
                  <a:moveTo>
                    <a:pt x="70423" y="13147"/>
                  </a:moveTo>
                  <a:cubicBezTo>
                    <a:pt x="70366" y="13147"/>
                    <a:pt x="70306" y="13162"/>
                    <a:pt x="70245" y="13192"/>
                  </a:cubicBezTo>
                  <a:cubicBezTo>
                    <a:pt x="70184" y="13283"/>
                    <a:pt x="70184" y="13435"/>
                    <a:pt x="70245" y="13496"/>
                  </a:cubicBezTo>
                  <a:cubicBezTo>
                    <a:pt x="70275" y="13557"/>
                    <a:pt x="70366" y="13587"/>
                    <a:pt x="70427" y="13587"/>
                  </a:cubicBezTo>
                  <a:cubicBezTo>
                    <a:pt x="70488" y="13587"/>
                    <a:pt x="70549" y="13557"/>
                    <a:pt x="70579" y="13496"/>
                  </a:cubicBezTo>
                  <a:cubicBezTo>
                    <a:pt x="70670" y="13435"/>
                    <a:pt x="70670" y="13283"/>
                    <a:pt x="70579" y="13192"/>
                  </a:cubicBezTo>
                  <a:cubicBezTo>
                    <a:pt x="70534" y="13162"/>
                    <a:pt x="70480" y="13147"/>
                    <a:pt x="70423" y="13147"/>
                  </a:cubicBezTo>
                  <a:close/>
                  <a:moveTo>
                    <a:pt x="10753" y="13192"/>
                  </a:moveTo>
                  <a:cubicBezTo>
                    <a:pt x="10692" y="13192"/>
                    <a:pt x="10639" y="13223"/>
                    <a:pt x="10608" y="13283"/>
                  </a:cubicBezTo>
                  <a:cubicBezTo>
                    <a:pt x="10487" y="13344"/>
                    <a:pt x="10517" y="13496"/>
                    <a:pt x="10608" y="13587"/>
                  </a:cubicBezTo>
                  <a:cubicBezTo>
                    <a:pt x="10639" y="13618"/>
                    <a:pt x="10700" y="13618"/>
                    <a:pt x="10791" y="13648"/>
                  </a:cubicBezTo>
                  <a:cubicBezTo>
                    <a:pt x="10821" y="13648"/>
                    <a:pt x="10882" y="13618"/>
                    <a:pt x="10943" y="13587"/>
                  </a:cubicBezTo>
                  <a:cubicBezTo>
                    <a:pt x="11064" y="13496"/>
                    <a:pt x="11004" y="13344"/>
                    <a:pt x="10943" y="13283"/>
                  </a:cubicBezTo>
                  <a:cubicBezTo>
                    <a:pt x="10882" y="13223"/>
                    <a:pt x="10814" y="13192"/>
                    <a:pt x="10753" y="13192"/>
                  </a:cubicBezTo>
                  <a:close/>
                  <a:moveTo>
                    <a:pt x="72300" y="15346"/>
                  </a:moveTo>
                  <a:cubicBezTo>
                    <a:pt x="72251" y="15346"/>
                    <a:pt x="72202" y="15369"/>
                    <a:pt x="72160" y="15411"/>
                  </a:cubicBezTo>
                  <a:cubicBezTo>
                    <a:pt x="72038" y="15472"/>
                    <a:pt x="72038" y="15593"/>
                    <a:pt x="72099" y="15715"/>
                  </a:cubicBezTo>
                  <a:cubicBezTo>
                    <a:pt x="72160" y="15745"/>
                    <a:pt x="72220" y="15776"/>
                    <a:pt x="72251" y="15776"/>
                  </a:cubicBezTo>
                  <a:cubicBezTo>
                    <a:pt x="72342" y="15776"/>
                    <a:pt x="72372" y="15776"/>
                    <a:pt x="72403" y="15745"/>
                  </a:cubicBezTo>
                  <a:cubicBezTo>
                    <a:pt x="72524" y="15685"/>
                    <a:pt x="72524" y="15563"/>
                    <a:pt x="72464" y="15441"/>
                  </a:cubicBezTo>
                  <a:cubicBezTo>
                    <a:pt x="72415" y="15376"/>
                    <a:pt x="72357" y="15346"/>
                    <a:pt x="72300" y="15346"/>
                  </a:cubicBezTo>
                  <a:close/>
                  <a:moveTo>
                    <a:pt x="8886" y="15432"/>
                  </a:moveTo>
                  <a:cubicBezTo>
                    <a:pt x="8821" y="15432"/>
                    <a:pt x="8747" y="15461"/>
                    <a:pt x="8693" y="15533"/>
                  </a:cubicBezTo>
                  <a:cubicBezTo>
                    <a:pt x="8633" y="15593"/>
                    <a:pt x="8633" y="15745"/>
                    <a:pt x="8724" y="15837"/>
                  </a:cubicBezTo>
                  <a:cubicBezTo>
                    <a:pt x="8785" y="15867"/>
                    <a:pt x="8815" y="15867"/>
                    <a:pt x="8845" y="15867"/>
                  </a:cubicBezTo>
                  <a:cubicBezTo>
                    <a:pt x="8937" y="15867"/>
                    <a:pt x="8997" y="15867"/>
                    <a:pt x="9028" y="15776"/>
                  </a:cubicBezTo>
                  <a:cubicBezTo>
                    <a:pt x="9119" y="15715"/>
                    <a:pt x="9119" y="15563"/>
                    <a:pt x="8997" y="15472"/>
                  </a:cubicBezTo>
                  <a:cubicBezTo>
                    <a:pt x="8972" y="15447"/>
                    <a:pt x="8931" y="15432"/>
                    <a:pt x="8886" y="15432"/>
                  </a:cubicBezTo>
                  <a:close/>
                  <a:moveTo>
                    <a:pt x="74057" y="17689"/>
                  </a:moveTo>
                  <a:cubicBezTo>
                    <a:pt x="74013" y="17689"/>
                    <a:pt x="73966" y="17700"/>
                    <a:pt x="73923" y="17721"/>
                  </a:cubicBezTo>
                  <a:cubicBezTo>
                    <a:pt x="73831" y="17752"/>
                    <a:pt x="73771" y="17903"/>
                    <a:pt x="73862" y="18025"/>
                  </a:cubicBezTo>
                  <a:cubicBezTo>
                    <a:pt x="73892" y="18116"/>
                    <a:pt x="73983" y="18147"/>
                    <a:pt x="74044" y="18147"/>
                  </a:cubicBezTo>
                  <a:cubicBezTo>
                    <a:pt x="74075" y="18147"/>
                    <a:pt x="74135" y="18147"/>
                    <a:pt x="74166" y="18116"/>
                  </a:cubicBezTo>
                  <a:cubicBezTo>
                    <a:pt x="74287" y="18055"/>
                    <a:pt x="74318" y="17903"/>
                    <a:pt x="74227" y="17782"/>
                  </a:cubicBezTo>
                  <a:cubicBezTo>
                    <a:pt x="74207" y="17723"/>
                    <a:pt x="74137" y="17689"/>
                    <a:pt x="74057" y="17689"/>
                  </a:cubicBezTo>
                  <a:close/>
                  <a:moveTo>
                    <a:pt x="7131" y="17772"/>
                  </a:moveTo>
                  <a:cubicBezTo>
                    <a:pt x="7063" y="17772"/>
                    <a:pt x="6997" y="17802"/>
                    <a:pt x="6961" y="17873"/>
                  </a:cubicBezTo>
                  <a:cubicBezTo>
                    <a:pt x="6900" y="17964"/>
                    <a:pt x="6900" y="18116"/>
                    <a:pt x="7022" y="18177"/>
                  </a:cubicBezTo>
                  <a:cubicBezTo>
                    <a:pt x="7052" y="18207"/>
                    <a:pt x="7113" y="18207"/>
                    <a:pt x="7143" y="18207"/>
                  </a:cubicBezTo>
                  <a:cubicBezTo>
                    <a:pt x="7204" y="18207"/>
                    <a:pt x="7295" y="18177"/>
                    <a:pt x="7326" y="18116"/>
                  </a:cubicBezTo>
                  <a:cubicBezTo>
                    <a:pt x="7356" y="18025"/>
                    <a:pt x="7356" y="17873"/>
                    <a:pt x="7265" y="17812"/>
                  </a:cubicBezTo>
                  <a:cubicBezTo>
                    <a:pt x="7227" y="17787"/>
                    <a:pt x="7179" y="17772"/>
                    <a:pt x="7131" y="17772"/>
                  </a:cubicBezTo>
                  <a:close/>
                  <a:moveTo>
                    <a:pt x="75568" y="20153"/>
                  </a:moveTo>
                  <a:cubicBezTo>
                    <a:pt x="75527" y="20153"/>
                    <a:pt x="75483" y="20163"/>
                    <a:pt x="75442" y="20183"/>
                  </a:cubicBezTo>
                  <a:cubicBezTo>
                    <a:pt x="75351" y="20244"/>
                    <a:pt x="75290" y="20396"/>
                    <a:pt x="75382" y="20487"/>
                  </a:cubicBezTo>
                  <a:cubicBezTo>
                    <a:pt x="75412" y="20578"/>
                    <a:pt x="75503" y="20609"/>
                    <a:pt x="75564" y="20609"/>
                  </a:cubicBezTo>
                  <a:cubicBezTo>
                    <a:pt x="75594" y="20609"/>
                    <a:pt x="75655" y="20578"/>
                    <a:pt x="75686" y="20578"/>
                  </a:cubicBezTo>
                  <a:cubicBezTo>
                    <a:pt x="75807" y="20518"/>
                    <a:pt x="75838" y="20396"/>
                    <a:pt x="75746" y="20274"/>
                  </a:cubicBezTo>
                  <a:cubicBezTo>
                    <a:pt x="75726" y="20193"/>
                    <a:pt x="75652" y="20153"/>
                    <a:pt x="75568" y="20153"/>
                  </a:cubicBezTo>
                  <a:close/>
                  <a:moveTo>
                    <a:pt x="5580" y="20229"/>
                  </a:moveTo>
                  <a:cubicBezTo>
                    <a:pt x="5512" y="20229"/>
                    <a:pt x="5440" y="20276"/>
                    <a:pt x="5380" y="20335"/>
                  </a:cubicBezTo>
                  <a:cubicBezTo>
                    <a:pt x="5320" y="20457"/>
                    <a:pt x="5350" y="20578"/>
                    <a:pt x="5472" y="20639"/>
                  </a:cubicBezTo>
                  <a:cubicBezTo>
                    <a:pt x="5502" y="20700"/>
                    <a:pt x="5532" y="20700"/>
                    <a:pt x="5593" y="20700"/>
                  </a:cubicBezTo>
                  <a:cubicBezTo>
                    <a:pt x="5654" y="20700"/>
                    <a:pt x="5745" y="20639"/>
                    <a:pt x="5775" y="20578"/>
                  </a:cubicBezTo>
                  <a:cubicBezTo>
                    <a:pt x="5836" y="20457"/>
                    <a:pt x="5806" y="20335"/>
                    <a:pt x="5684" y="20274"/>
                  </a:cubicBezTo>
                  <a:cubicBezTo>
                    <a:pt x="5652" y="20243"/>
                    <a:pt x="5617" y="20229"/>
                    <a:pt x="5580" y="20229"/>
                  </a:cubicBezTo>
                  <a:close/>
                  <a:moveTo>
                    <a:pt x="76930" y="22725"/>
                  </a:moveTo>
                  <a:cubicBezTo>
                    <a:pt x="76900" y="22725"/>
                    <a:pt x="76869" y="22729"/>
                    <a:pt x="76841" y="22736"/>
                  </a:cubicBezTo>
                  <a:cubicBezTo>
                    <a:pt x="76749" y="22767"/>
                    <a:pt x="76689" y="22919"/>
                    <a:pt x="76749" y="23040"/>
                  </a:cubicBezTo>
                  <a:cubicBezTo>
                    <a:pt x="76780" y="23132"/>
                    <a:pt x="76871" y="23192"/>
                    <a:pt x="76932" y="23192"/>
                  </a:cubicBezTo>
                  <a:cubicBezTo>
                    <a:pt x="76962" y="23192"/>
                    <a:pt x="76993" y="23162"/>
                    <a:pt x="77053" y="23162"/>
                  </a:cubicBezTo>
                  <a:cubicBezTo>
                    <a:pt x="77145" y="23132"/>
                    <a:pt x="77205" y="22980"/>
                    <a:pt x="77145" y="22858"/>
                  </a:cubicBezTo>
                  <a:cubicBezTo>
                    <a:pt x="77121" y="22765"/>
                    <a:pt x="77027" y="22725"/>
                    <a:pt x="76930" y="22725"/>
                  </a:cubicBezTo>
                  <a:close/>
                  <a:moveTo>
                    <a:pt x="4229" y="22803"/>
                  </a:moveTo>
                  <a:cubicBezTo>
                    <a:pt x="4148" y="22803"/>
                    <a:pt x="4056" y="22853"/>
                    <a:pt x="4013" y="22919"/>
                  </a:cubicBezTo>
                  <a:cubicBezTo>
                    <a:pt x="3982" y="23040"/>
                    <a:pt x="4013" y="23192"/>
                    <a:pt x="4134" y="23223"/>
                  </a:cubicBezTo>
                  <a:cubicBezTo>
                    <a:pt x="4149" y="23253"/>
                    <a:pt x="4157" y="23268"/>
                    <a:pt x="4172" y="23268"/>
                  </a:cubicBezTo>
                  <a:cubicBezTo>
                    <a:pt x="4187" y="23268"/>
                    <a:pt x="4210" y="23253"/>
                    <a:pt x="4256" y="23223"/>
                  </a:cubicBezTo>
                  <a:cubicBezTo>
                    <a:pt x="4316" y="23223"/>
                    <a:pt x="4408" y="23192"/>
                    <a:pt x="4438" y="23132"/>
                  </a:cubicBezTo>
                  <a:cubicBezTo>
                    <a:pt x="4468" y="23010"/>
                    <a:pt x="4438" y="22858"/>
                    <a:pt x="4316" y="22828"/>
                  </a:cubicBezTo>
                  <a:cubicBezTo>
                    <a:pt x="4291" y="22811"/>
                    <a:pt x="4261" y="22803"/>
                    <a:pt x="4229" y="22803"/>
                  </a:cubicBezTo>
                  <a:close/>
                  <a:moveTo>
                    <a:pt x="78132" y="25387"/>
                  </a:moveTo>
                  <a:cubicBezTo>
                    <a:pt x="78096" y="25387"/>
                    <a:pt x="78060" y="25394"/>
                    <a:pt x="78026" y="25411"/>
                  </a:cubicBezTo>
                  <a:cubicBezTo>
                    <a:pt x="77935" y="25442"/>
                    <a:pt x="77874" y="25594"/>
                    <a:pt x="77935" y="25715"/>
                  </a:cubicBezTo>
                  <a:cubicBezTo>
                    <a:pt x="77958" y="25762"/>
                    <a:pt x="77999" y="25826"/>
                    <a:pt x="78072" y="25826"/>
                  </a:cubicBezTo>
                  <a:cubicBezTo>
                    <a:pt x="78094" y="25826"/>
                    <a:pt x="78119" y="25820"/>
                    <a:pt x="78148" y="25806"/>
                  </a:cubicBezTo>
                  <a:lnTo>
                    <a:pt x="78208" y="25806"/>
                  </a:lnTo>
                  <a:cubicBezTo>
                    <a:pt x="78330" y="25776"/>
                    <a:pt x="78360" y="25624"/>
                    <a:pt x="78330" y="25502"/>
                  </a:cubicBezTo>
                  <a:cubicBezTo>
                    <a:pt x="78308" y="25437"/>
                    <a:pt x="78223" y="25387"/>
                    <a:pt x="78132" y="25387"/>
                  </a:cubicBezTo>
                  <a:close/>
                  <a:moveTo>
                    <a:pt x="3060" y="25479"/>
                  </a:moveTo>
                  <a:cubicBezTo>
                    <a:pt x="2967" y="25479"/>
                    <a:pt x="2880" y="25535"/>
                    <a:pt x="2857" y="25624"/>
                  </a:cubicBezTo>
                  <a:cubicBezTo>
                    <a:pt x="2766" y="25746"/>
                    <a:pt x="2857" y="25898"/>
                    <a:pt x="2949" y="25928"/>
                  </a:cubicBezTo>
                  <a:cubicBezTo>
                    <a:pt x="3009" y="25928"/>
                    <a:pt x="3040" y="25928"/>
                    <a:pt x="3040" y="25958"/>
                  </a:cubicBezTo>
                  <a:cubicBezTo>
                    <a:pt x="3161" y="25958"/>
                    <a:pt x="3222" y="25898"/>
                    <a:pt x="3253" y="25806"/>
                  </a:cubicBezTo>
                  <a:cubicBezTo>
                    <a:pt x="3344" y="25715"/>
                    <a:pt x="3253" y="25563"/>
                    <a:pt x="3161" y="25502"/>
                  </a:cubicBezTo>
                  <a:cubicBezTo>
                    <a:pt x="3129" y="25486"/>
                    <a:pt x="3094" y="25479"/>
                    <a:pt x="3060" y="25479"/>
                  </a:cubicBezTo>
                  <a:close/>
                  <a:moveTo>
                    <a:pt x="79142" y="28127"/>
                  </a:moveTo>
                  <a:cubicBezTo>
                    <a:pt x="79114" y="28127"/>
                    <a:pt x="79086" y="28133"/>
                    <a:pt x="79059" y="28147"/>
                  </a:cubicBezTo>
                  <a:cubicBezTo>
                    <a:pt x="78938" y="28177"/>
                    <a:pt x="78877" y="28329"/>
                    <a:pt x="78908" y="28451"/>
                  </a:cubicBezTo>
                  <a:cubicBezTo>
                    <a:pt x="78938" y="28512"/>
                    <a:pt x="79029" y="28603"/>
                    <a:pt x="79120" y="28603"/>
                  </a:cubicBezTo>
                  <a:lnTo>
                    <a:pt x="79211" y="28603"/>
                  </a:lnTo>
                  <a:cubicBezTo>
                    <a:pt x="79333" y="28542"/>
                    <a:pt x="79394" y="28390"/>
                    <a:pt x="79363" y="28299"/>
                  </a:cubicBezTo>
                  <a:cubicBezTo>
                    <a:pt x="79340" y="28204"/>
                    <a:pt x="79242" y="28127"/>
                    <a:pt x="79142" y="28127"/>
                  </a:cubicBezTo>
                  <a:close/>
                  <a:moveTo>
                    <a:pt x="2083" y="28200"/>
                  </a:moveTo>
                  <a:cubicBezTo>
                    <a:pt x="1967" y="28200"/>
                    <a:pt x="1880" y="28259"/>
                    <a:pt x="1854" y="28360"/>
                  </a:cubicBezTo>
                  <a:cubicBezTo>
                    <a:pt x="1824" y="28512"/>
                    <a:pt x="1885" y="28633"/>
                    <a:pt x="2006" y="28664"/>
                  </a:cubicBezTo>
                  <a:cubicBezTo>
                    <a:pt x="2006" y="28664"/>
                    <a:pt x="2020" y="28677"/>
                    <a:pt x="2047" y="28677"/>
                  </a:cubicBezTo>
                  <a:cubicBezTo>
                    <a:pt x="2060" y="28677"/>
                    <a:pt x="2077" y="28674"/>
                    <a:pt x="2098" y="28664"/>
                  </a:cubicBezTo>
                  <a:cubicBezTo>
                    <a:pt x="2189" y="28664"/>
                    <a:pt x="2280" y="28633"/>
                    <a:pt x="2310" y="28512"/>
                  </a:cubicBezTo>
                  <a:cubicBezTo>
                    <a:pt x="2341" y="28360"/>
                    <a:pt x="2280" y="28238"/>
                    <a:pt x="2158" y="28208"/>
                  </a:cubicBezTo>
                  <a:cubicBezTo>
                    <a:pt x="2132" y="28202"/>
                    <a:pt x="2107" y="28200"/>
                    <a:pt x="2083" y="28200"/>
                  </a:cubicBezTo>
                  <a:close/>
                  <a:moveTo>
                    <a:pt x="79882" y="30935"/>
                  </a:moveTo>
                  <a:cubicBezTo>
                    <a:pt x="79861" y="30935"/>
                    <a:pt x="79840" y="30938"/>
                    <a:pt x="79819" y="30943"/>
                  </a:cubicBezTo>
                  <a:cubicBezTo>
                    <a:pt x="79698" y="30974"/>
                    <a:pt x="79637" y="31095"/>
                    <a:pt x="79667" y="31217"/>
                  </a:cubicBezTo>
                  <a:cubicBezTo>
                    <a:pt x="79693" y="31318"/>
                    <a:pt x="79759" y="31377"/>
                    <a:pt x="79851" y="31377"/>
                  </a:cubicBezTo>
                  <a:cubicBezTo>
                    <a:pt x="79870" y="31377"/>
                    <a:pt x="79890" y="31374"/>
                    <a:pt x="79911" y="31369"/>
                  </a:cubicBezTo>
                  <a:lnTo>
                    <a:pt x="79941" y="31369"/>
                  </a:lnTo>
                  <a:cubicBezTo>
                    <a:pt x="80063" y="31338"/>
                    <a:pt x="80123" y="31217"/>
                    <a:pt x="80093" y="31095"/>
                  </a:cubicBezTo>
                  <a:cubicBezTo>
                    <a:pt x="80068" y="30994"/>
                    <a:pt x="79980" y="30935"/>
                    <a:pt x="79882" y="30935"/>
                  </a:cubicBezTo>
                  <a:close/>
                  <a:moveTo>
                    <a:pt x="1368" y="31034"/>
                  </a:moveTo>
                  <a:cubicBezTo>
                    <a:pt x="1247" y="31034"/>
                    <a:pt x="1125" y="31095"/>
                    <a:pt x="1095" y="31217"/>
                  </a:cubicBezTo>
                  <a:cubicBezTo>
                    <a:pt x="1064" y="31338"/>
                    <a:pt x="1125" y="31430"/>
                    <a:pt x="1247" y="31490"/>
                  </a:cubicBezTo>
                  <a:cubicBezTo>
                    <a:pt x="1247" y="31506"/>
                    <a:pt x="1254" y="31513"/>
                    <a:pt x="1269" y="31513"/>
                  </a:cubicBezTo>
                  <a:cubicBezTo>
                    <a:pt x="1284" y="31513"/>
                    <a:pt x="1307" y="31506"/>
                    <a:pt x="1338" y="31490"/>
                  </a:cubicBezTo>
                  <a:cubicBezTo>
                    <a:pt x="1429" y="31490"/>
                    <a:pt x="1520" y="31399"/>
                    <a:pt x="1550" y="31278"/>
                  </a:cubicBezTo>
                  <a:cubicBezTo>
                    <a:pt x="1550" y="31186"/>
                    <a:pt x="1490" y="31065"/>
                    <a:pt x="1368" y="31034"/>
                  </a:cubicBezTo>
                  <a:close/>
                  <a:moveTo>
                    <a:pt x="80475" y="33795"/>
                  </a:moveTo>
                  <a:cubicBezTo>
                    <a:pt x="80459" y="33795"/>
                    <a:pt x="80443" y="33796"/>
                    <a:pt x="80427" y="33800"/>
                  </a:cubicBezTo>
                  <a:cubicBezTo>
                    <a:pt x="80306" y="33831"/>
                    <a:pt x="80245" y="33952"/>
                    <a:pt x="80245" y="34074"/>
                  </a:cubicBezTo>
                  <a:cubicBezTo>
                    <a:pt x="80275" y="34165"/>
                    <a:pt x="80336" y="34256"/>
                    <a:pt x="80458" y="34256"/>
                  </a:cubicBezTo>
                  <a:lnTo>
                    <a:pt x="80518" y="34256"/>
                  </a:lnTo>
                  <a:cubicBezTo>
                    <a:pt x="80610" y="34226"/>
                    <a:pt x="80701" y="34104"/>
                    <a:pt x="80701" y="33983"/>
                  </a:cubicBezTo>
                  <a:cubicBezTo>
                    <a:pt x="80674" y="33877"/>
                    <a:pt x="80579" y="33795"/>
                    <a:pt x="80475" y="33795"/>
                  </a:cubicBezTo>
                  <a:close/>
                  <a:moveTo>
                    <a:pt x="691" y="33906"/>
                  </a:moveTo>
                  <a:cubicBezTo>
                    <a:pt x="588" y="33906"/>
                    <a:pt x="487" y="34005"/>
                    <a:pt x="487" y="34104"/>
                  </a:cubicBezTo>
                  <a:cubicBezTo>
                    <a:pt x="487" y="34226"/>
                    <a:pt x="578" y="34378"/>
                    <a:pt x="669" y="34378"/>
                  </a:cubicBezTo>
                  <a:lnTo>
                    <a:pt x="730" y="34378"/>
                  </a:lnTo>
                  <a:cubicBezTo>
                    <a:pt x="821" y="34378"/>
                    <a:pt x="943" y="34287"/>
                    <a:pt x="943" y="34165"/>
                  </a:cubicBezTo>
                  <a:cubicBezTo>
                    <a:pt x="973" y="34074"/>
                    <a:pt x="882" y="33922"/>
                    <a:pt x="760" y="33922"/>
                  </a:cubicBezTo>
                  <a:cubicBezTo>
                    <a:pt x="738" y="33911"/>
                    <a:pt x="715" y="33906"/>
                    <a:pt x="691" y="33906"/>
                  </a:cubicBezTo>
                  <a:close/>
                  <a:moveTo>
                    <a:pt x="80853" y="36688"/>
                  </a:moveTo>
                  <a:cubicBezTo>
                    <a:pt x="80701" y="36718"/>
                    <a:pt x="80610" y="36840"/>
                    <a:pt x="80610" y="36962"/>
                  </a:cubicBezTo>
                  <a:cubicBezTo>
                    <a:pt x="80610" y="37053"/>
                    <a:pt x="80731" y="37144"/>
                    <a:pt x="80914" y="37144"/>
                  </a:cubicBezTo>
                  <a:cubicBezTo>
                    <a:pt x="81035" y="37114"/>
                    <a:pt x="81126" y="36992"/>
                    <a:pt x="81126" y="36870"/>
                  </a:cubicBezTo>
                  <a:cubicBezTo>
                    <a:pt x="81066" y="36749"/>
                    <a:pt x="80974" y="36688"/>
                    <a:pt x="80853" y="36688"/>
                  </a:cubicBezTo>
                  <a:close/>
                  <a:moveTo>
                    <a:pt x="288" y="36793"/>
                  </a:moveTo>
                  <a:cubicBezTo>
                    <a:pt x="183" y="36793"/>
                    <a:pt x="122" y="36893"/>
                    <a:pt x="122" y="36992"/>
                  </a:cubicBezTo>
                  <a:cubicBezTo>
                    <a:pt x="122" y="37144"/>
                    <a:pt x="213" y="37266"/>
                    <a:pt x="335" y="37266"/>
                  </a:cubicBezTo>
                  <a:cubicBezTo>
                    <a:pt x="487" y="37266"/>
                    <a:pt x="578" y="37174"/>
                    <a:pt x="608" y="37053"/>
                  </a:cubicBezTo>
                  <a:cubicBezTo>
                    <a:pt x="608" y="36901"/>
                    <a:pt x="487" y="36810"/>
                    <a:pt x="365" y="36810"/>
                  </a:cubicBezTo>
                  <a:cubicBezTo>
                    <a:pt x="337" y="36798"/>
                    <a:pt x="311" y="36793"/>
                    <a:pt x="288" y="36793"/>
                  </a:cubicBezTo>
                  <a:close/>
                  <a:moveTo>
                    <a:pt x="81005" y="39606"/>
                  </a:moveTo>
                  <a:cubicBezTo>
                    <a:pt x="80883" y="39606"/>
                    <a:pt x="80762" y="39728"/>
                    <a:pt x="80762" y="39849"/>
                  </a:cubicBezTo>
                  <a:cubicBezTo>
                    <a:pt x="80762" y="39940"/>
                    <a:pt x="80883" y="40062"/>
                    <a:pt x="81005" y="40062"/>
                  </a:cubicBezTo>
                  <a:cubicBezTo>
                    <a:pt x="81126" y="40062"/>
                    <a:pt x="81218" y="39940"/>
                    <a:pt x="81218" y="39849"/>
                  </a:cubicBezTo>
                  <a:cubicBezTo>
                    <a:pt x="81218" y="39728"/>
                    <a:pt x="81096" y="39606"/>
                    <a:pt x="81005" y="39606"/>
                  </a:cubicBezTo>
                  <a:close/>
                  <a:moveTo>
                    <a:pt x="213" y="39728"/>
                  </a:moveTo>
                  <a:cubicBezTo>
                    <a:pt x="122" y="39728"/>
                    <a:pt x="0" y="39819"/>
                    <a:pt x="0" y="39940"/>
                  </a:cubicBezTo>
                  <a:cubicBezTo>
                    <a:pt x="0" y="40062"/>
                    <a:pt x="122" y="40184"/>
                    <a:pt x="213" y="40184"/>
                  </a:cubicBezTo>
                  <a:cubicBezTo>
                    <a:pt x="335" y="40184"/>
                    <a:pt x="456" y="40062"/>
                    <a:pt x="456" y="39940"/>
                  </a:cubicBezTo>
                  <a:cubicBezTo>
                    <a:pt x="456" y="39819"/>
                    <a:pt x="335" y="39728"/>
                    <a:pt x="213" y="39728"/>
                  </a:cubicBezTo>
                  <a:close/>
                  <a:moveTo>
                    <a:pt x="80974" y="42524"/>
                  </a:moveTo>
                  <a:cubicBezTo>
                    <a:pt x="80853" y="42524"/>
                    <a:pt x="80731" y="42646"/>
                    <a:pt x="80731" y="42767"/>
                  </a:cubicBezTo>
                  <a:cubicBezTo>
                    <a:pt x="80731" y="42889"/>
                    <a:pt x="80853" y="42980"/>
                    <a:pt x="80974" y="42980"/>
                  </a:cubicBezTo>
                  <a:cubicBezTo>
                    <a:pt x="81066" y="42980"/>
                    <a:pt x="81187" y="42889"/>
                    <a:pt x="81187" y="42767"/>
                  </a:cubicBezTo>
                  <a:cubicBezTo>
                    <a:pt x="81187" y="42646"/>
                    <a:pt x="81066" y="42524"/>
                    <a:pt x="80974" y="42524"/>
                  </a:cubicBezTo>
                  <a:close/>
                  <a:moveTo>
                    <a:pt x="274" y="42646"/>
                  </a:moveTo>
                  <a:cubicBezTo>
                    <a:pt x="122" y="42646"/>
                    <a:pt x="31" y="42767"/>
                    <a:pt x="31" y="42889"/>
                  </a:cubicBezTo>
                  <a:cubicBezTo>
                    <a:pt x="31" y="42980"/>
                    <a:pt x="152" y="43071"/>
                    <a:pt x="274" y="43101"/>
                  </a:cubicBezTo>
                  <a:cubicBezTo>
                    <a:pt x="426" y="43101"/>
                    <a:pt x="487" y="42980"/>
                    <a:pt x="487" y="42889"/>
                  </a:cubicBezTo>
                  <a:cubicBezTo>
                    <a:pt x="487" y="42737"/>
                    <a:pt x="365" y="42646"/>
                    <a:pt x="274" y="42646"/>
                  </a:cubicBezTo>
                  <a:close/>
                  <a:moveTo>
                    <a:pt x="80716" y="45407"/>
                  </a:moveTo>
                  <a:cubicBezTo>
                    <a:pt x="80591" y="45407"/>
                    <a:pt x="80518" y="45516"/>
                    <a:pt x="80518" y="45624"/>
                  </a:cubicBezTo>
                  <a:cubicBezTo>
                    <a:pt x="80458" y="45776"/>
                    <a:pt x="80579" y="45867"/>
                    <a:pt x="80701" y="45867"/>
                  </a:cubicBezTo>
                  <a:cubicBezTo>
                    <a:pt x="80822" y="45867"/>
                    <a:pt x="80914" y="45807"/>
                    <a:pt x="80974" y="45685"/>
                  </a:cubicBezTo>
                  <a:cubicBezTo>
                    <a:pt x="81005" y="45533"/>
                    <a:pt x="80883" y="45412"/>
                    <a:pt x="80762" y="45412"/>
                  </a:cubicBezTo>
                  <a:cubicBezTo>
                    <a:pt x="80746" y="45408"/>
                    <a:pt x="80730" y="45407"/>
                    <a:pt x="80716" y="45407"/>
                  </a:cubicBezTo>
                  <a:close/>
                  <a:moveTo>
                    <a:pt x="487" y="45533"/>
                  </a:moveTo>
                  <a:cubicBezTo>
                    <a:pt x="365" y="45564"/>
                    <a:pt x="304" y="45685"/>
                    <a:pt x="304" y="45807"/>
                  </a:cubicBezTo>
                  <a:cubicBezTo>
                    <a:pt x="304" y="45928"/>
                    <a:pt x="426" y="45989"/>
                    <a:pt x="517" y="45989"/>
                  </a:cubicBezTo>
                  <a:lnTo>
                    <a:pt x="578" y="45989"/>
                  </a:lnTo>
                  <a:cubicBezTo>
                    <a:pt x="669" y="45959"/>
                    <a:pt x="760" y="45837"/>
                    <a:pt x="760" y="45716"/>
                  </a:cubicBezTo>
                  <a:cubicBezTo>
                    <a:pt x="730" y="45624"/>
                    <a:pt x="608" y="45533"/>
                    <a:pt x="487" y="45533"/>
                  </a:cubicBezTo>
                  <a:close/>
                  <a:moveTo>
                    <a:pt x="80275" y="48299"/>
                  </a:moveTo>
                  <a:cubicBezTo>
                    <a:pt x="80154" y="48299"/>
                    <a:pt x="80063" y="48390"/>
                    <a:pt x="80002" y="48512"/>
                  </a:cubicBezTo>
                  <a:cubicBezTo>
                    <a:pt x="80002" y="48603"/>
                    <a:pt x="80093" y="48725"/>
                    <a:pt x="80215" y="48755"/>
                  </a:cubicBezTo>
                  <a:lnTo>
                    <a:pt x="80245" y="48755"/>
                  </a:lnTo>
                  <a:cubicBezTo>
                    <a:pt x="80367" y="48755"/>
                    <a:pt x="80427" y="48694"/>
                    <a:pt x="80458" y="48573"/>
                  </a:cubicBezTo>
                  <a:cubicBezTo>
                    <a:pt x="80458" y="48451"/>
                    <a:pt x="80397" y="48360"/>
                    <a:pt x="80275" y="48299"/>
                  </a:cubicBezTo>
                  <a:close/>
                  <a:moveTo>
                    <a:pt x="1003" y="48413"/>
                  </a:moveTo>
                  <a:cubicBezTo>
                    <a:pt x="983" y="48413"/>
                    <a:pt x="963" y="48416"/>
                    <a:pt x="943" y="48421"/>
                  </a:cubicBezTo>
                  <a:cubicBezTo>
                    <a:pt x="791" y="48451"/>
                    <a:pt x="730" y="48573"/>
                    <a:pt x="760" y="48694"/>
                  </a:cubicBezTo>
                  <a:cubicBezTo>
                    <a:pt x="791" y="48816"/>
                    <a:pt x="882" y="48877"/>
                    <a:pt x="973" y="48877"/>
                  </a:cubicBezTo>
                  <a:lnTo>
                    <a:pt x="1034" y="48877"/>
                  </a:lnTo>
                  <a:cubicBezTo>
                    <a:pt x="1186" y="48846"/>
                    <a:pt x="1247" y="48725"/>
                    <a:pt x="1216" y="48603"/>
                  </a:cubicBezTo>
                  <a:cubicBezTo>
                    <a:pt x="1191" y="48476"/>
                    <a:pt x="1102" y="48413"/>
                    <a:pt x="1003" y="48413"/>
                  </a:cubicBezTo>
                  <a:close/>
                  <a:moveTo>
                    <a:pt x="79588" y="51181"/>
                  </a:moveTo>
                  <a:cubicBezTo>
                    <a:pt x="79484" y="51181"/>
                    <a:pt x="79390" y="51260"/>
                    <a:pt x="79363" y="51339"/>
                  </a:cubicBezTo>
                  <a:cubicBezTo>
                    <a:pt x="79333" y="51460"/>
                    <a:pt x="79394" y="51582"/>
                    <a:pt x="79515" y="51612"/>
                  </a:cubicBezTo>
                  <a:lnTo>
                    <a:pt x="79546" y="51612"/>
                  </a:lnTo>
                  <a:cubicBezTo>
                    <a:pt x="79667" y="51612"/>
                    <a:pt x="79759" y="51582"/>
                    <a:pt x="79789" y="51460"/>
                  </a:cubicBezTo>
                  <a:cubicBezTo>
                    <a:pt x="79819" y="51339"/>
                    <a:pt x="79759" y="51248"/>
                    <a:pt x="79637" y="51187"/>
                  </a:cubicBezTo>
                  <a:cubicBezTo>
                    <a:pt x="79621" y="51183"/>
                    <a:pt x="79604" y="51181"/>
                    <a:pt x="79588" y="51181"/>
                  </a:cubicBezTo>
                  <a:close/>
                  <a:moveTo>
                    <a:pt x="1645" y="51270"/>
                  </a:moveTo>
                  <a:cubicBezTo>
                    <a:pt x="1623" y="51270"/>
                    <a:pt x="1602" y="51273"/>
                    <a:pt x="1581" y="51278"/>
                  </a:cubicBezTo>
                  <a:cubicBezTo>
                    <a:pt x="1490" y="51278"/>
                    <a:pt x="1398" y="51430"/>
                    <a:pt x="1429" y="51551"/>
                  </a:cubicBezTo>
                  <a:cubicBezTo>
                    <a:pt x="1490" y="51643"/>
                    <a:pt x="1550" y="51703"/>
                    <a:pt x="1642" y="51703"/>
                  </a:cubicBezTo>
                  <a:lnTo>
                    <a:pt x="1702" y="51703"/>
                  </a:lnTo>
                  <a:cubicBezTo>
                    <a:pt x="1824" y="51643"/>
                    <a:pt x="1885" y="51551"/>
                    <a:pt x="1854" y="51430"/>
                  </a:cubicBezTo>
                  <a:cubicBezTo>
                    <a:pt x="1854" y="51329"/>
                    <a:pt x="1750" y="51270"/>
                    <a:pt x="1645" y="51270"/>
                  </a:cubicBezTo>
                  <a:close/>
                  <a:moveTo>
                    <a:pt x="78705" y="53916"/>
                  </a:moveTo>
                  <a:cubicBezTo>
                    <a:pt x="78595" y="53916"/>
                    <a:pt x="78478" y="53995"/>
                    <a:pt x="78452" y="54074"/>
                  </a:cubicBezTo>
                  <a:cubicBezTo>
                    <a:pt x="78421" y="54196"/>
                    <a:pt x="78482" y="54348"/>
                    <a:pt x="78604" y="54378"/>
                  </a:cubicBezTo>
                  <a:lnTo>
                    <a:pt x="78695" y="54378"/>
                  </a:lnTo>
                  <a:cubicBezTo>
                    <a:pt x="78786" y="54378"/>
                    <a:pt x="78877" y="54348"/>
                    <a:pt x="78908" y="54226"/>
                  </a:cubicBezTo>
                  <a:cubicBezTo>
                    <a:pt x="78938" y="54135"/>
                    <a:pt x="78877" y="53983"/>
                    <a:pt x="78756" y="53922"/>
                  </a:cubicBezTo>
                  <a:cubicBezTo>
                    <a:pt x="78739" y="53918"/>
                    <a:pt x="78722" y="53916"/>
                    <a:pt x="78705" y="53916"/>
                  </a:cubicBezTo>
                  <a:close/>
                  <a:moveTo>
                    <a:pt x="2590" y="53990"/>
                  </a:moveTo>
                  <a:cubicBezTo>
                    <a:pt x="2558" y="53990"/>
                    <a:pt x="2524" y="53998"/>
                    <a:pt x="2493" y="54014"/>
                  </a:cubicBezTo>
                  <a:cubicBezTo>
                    <a:pt x="2402" y="54044"/>
                    <a:pt x="2310" y="54196"/>
                    <a:pt x="2341" y="54317"/>
                  </a:cubicBezTo>
                  <a:cubicBezTo>
                    <a:pt x="2402" y="54439"/>
                    <a:pt x="2462" y="54469"/>
                    <a:pt x="2584" y="54469"/>
                  </a:cubicBezTo>
                  <a:lnTo>
                    <a:pt x="2645" y="54469"/>
                  </a:lnTo>
                  <a:cubicBezTo>
                    <a:pt x="2797" y="54409"/>
                    <a:pt x="2857" y="54257"/>
                    <a:pt x="2797" y="54166"/>
                  </a:cubicBezTo>
                  <a:cubicBezTo>
                    <a:pt x="2774" y="54053"/>
                    <a:pt x="2685" y="53990"/>
                    <a:pt x="2590" y="53990"/>
                  </a:cubicBezTo>
                  <a:close/>
                  <a:moveTo>
                    <a:pt x="77649" y="56647"/>
                  </a:moveTo>
                  <a:cubicBezTo>
                    <a:pt x="77564" y="56647"/>
                    <a:pt x="77465" y="56687"/>
                    <a:pt x="77418" y="56780"/>
                  </a:cubicBezTo>
                  <a:cubicBezTo>
                    <a:pt x="77388" y="56901"/>
                    <a:pt x="77418" y="57053"/>
                    <a:pt x="77540" y="57083"/>
                  </a:cubicBezTo>
                  <a:cubicBezTo>
                    <a:pt x="77570" y="57083"/>
                    <a:pt x="77570" y="57083"/>
                    <a:pt x="77601" y="57114"/>
                  </a:cubicBezTo>
                  <a:cubicBezTo>
                    <a:pt x="77722" y="57114"/>
                    <a:pt x="77813" y="57053"/>
                    <a:pt x="77844" y="56962"/>
                  </a:cubicBezTo>
                  <a:cubicBezTo>
                    <a:pt x="77874" y="56871"/>
                    <a:pt x="77844" y="56719"/>
                    <a:pt x="77722" y="56658"/>
                  </a:cubicBezTo>
                  <a:cubicBezTo>
                    <a:pt x="77701" y="56651"/>
                    <a:pt x="77676" y="56647"/>
                    <a:pt x="77649" y="56647"/>
                  </a:cubicBezTo>
                  <a:close/>
                  <a:moveTo>
                    <a:pt x="3615" y="56738"/>
                  </a:moveTo>
                  <a:cubicBezTo>
                    <a:pt x="3585" y="56738"/>
                    <a:pt x="3555" y="56742"/>
                    <a:pt x="3526" y="56749"/>
                  </a:cubicBezTo>
                  <a:cubicBezTo>
                    <a:pt x="3405" y="56780"/>
                    <a:pt x="3374" y="56932"/>
                    <a:pt x="3405" y="57053"/>
                  </a:cubicBezTo>
                  <a:cubicBezTo>
                    <a:pt x="3465" y="57114"/>
                    <a:pt x="3526" y="57205"/>
                    <a:pt x="3648" y="57205"/>
                  </a:cubicBezTo>
                  <a:cubicBezTo>
                    <a:pt x="3648" y="57205"/>
                    <a:pt x="3678" y="57175"/>
                    <a:pt x="3709" y="57175"/>
                  </a:cubicBezTo>
                  <a:cubicBezTo>
                    <a:pt x="3830" y="57114"/>
                    <a:pt x="3861" y="56962"/>
                    <a:pt x="3830" y="56871"/>
                  </a:cubicBezTo>
                  <a:cubicBezTo>
                    <a:pt x="3807" y="56778"/>
                    <a:pt x="3713" y="56738"/>
                    <a:pt x="3615" y="56738"/>
                  </a:cubicBezTo>
                  <a:close/>
                  <a:moveTo>
                    <a:pt x="76345" y="59278"/>
                  </a:moveTo>
                  <a:cubicBezTo>
                    <a:pt x="76261" y="59278"/>
                    <a:pt x="76185" y="59328"/>
                    <a:pt x="76142" y="59394"/>
                  </a:cubicBezTo>
                  <a:cubicBezTo>
                    <a:pt x="76111" y="59515"/>
                    <a:pt x="76142" y="59637"/>
                    <a:pt x="76263" y="59698"/>
                  </a:cubicBezTo>
                  <a:cubicBezTo>
                    <a:pt x="76283" y="59698"/>
                    <a:pt x="76304" y="59725"/>
                    <a:pt x="76324" y="59725"/>
                  </a:cubicBezTo>
                  <a:cubicBezTo>
                    <a:pt x="76334" y="59725"/>
                    <a:pt x="76344" y="59718"/>
                    <a:pt x="76354" y="59698"/>
                  </a:cubicBezTo>
                  <a:cubicBezTo>
                    <a:pt x="76445" y="59698"/>
                    <a:pt x="76506" y="59667"/>
                    <a:pt x="76537" y="59606"/>
                  </a:cubicBezTo>
                  <a:cubicBezTo>
                    <a:pt x="76597" y="59485"/>
                    <a:pt x="76537" y="59363"/>
                    <a:pt x="76445" y="59302"/>
                  </a:cubicBezTo>
                  <a:cubicBezTo>
                    <a:pt x="76412" y="59285"/>
                    <a:pt x="76378" y="59278"/>
                    <a:pt x="76345" y="59278"/>
                  </a:cubicBezTo>
                  <a:close/>
                  <a:moveTo>
                    <a:pt x="4874" y="59370"/>
                  </a:moveTo>
                  <a:cubicBezTo>
                    <a:pt x="4840" y="59370"/>
                    <a:pt x="4805" y="59377"/>
                    <a:pt x="4772" y="59394"/>
                  </a:cubicBezTo>
                  <a:cubicBezTo>
                    <a:pt x="4712" y="59454"/>
                    <a:pt x="4620" y="59606"/>
                    <a:pt x="4712" y="59698"/>
                  </a:cubicBezTo>
                  <a:cubicBezTo>
                    <a:pt x="4742" y="59789"/>
                    <a:pt x="4833" y="59819"/>
                    <a:pt x="4864" y="59849"/>
                  </a:cubicBezTo>
                  <a:cubicBezTo>
                    <a:pt x="4894" y="59849"/>
                    <a:pt x="4924" y="59819"/>
                    <a:pt x="4985" y="59819"/>
                  </a:cubicBezTo>
                  <a:cubicBezTo>
                    <a:pt x="5076" y="59789"/>
                    <a:pt x="5168" y="59637"/>
                    <a:pt x="5076" y="59515"/>
                  </a:cubicBezTo>
                  <a:cubicBezTo>
                    <a:pt x="5054" y="59426"/>
                    <a:pt x="4967" y="59370"/>
                    <a:pt x="4874" y="59370"/>
                  </a:cubicBezTo>
                  <a:close/>
                  <a:moveTo>
                    <a:pt x="74887" y="61795"/>
                  </a:moveTo>
                  <a:cubicBezTo>
                    <a:pt x="74818" y="61795"/>
                    <a:pt x="74743" y="61835"/>
                    <a:pt x="74683" y="61916"/>
                  </a:cubicBezTo>
                  <a:cubicBezTo>
                    <a:pt x="74622" y="61977"/>
                    <a:pt x="74652" y="62129"/>
                    <a:pt x="74774" y="62220"/>
                  </a:cubicBezTo>
                  <a:cubicBezTo>
                    <a:pt x="74804" y="62251"/>
                    <a:pt x="74834" y="62251"/>
                    <a:pt x="74895" y="62251"/>
                  </a:cubicBezTo>
                  <a:cubicBezTo>
                    <a:pt x="74956" y="62251"/>
                    <a:pt x="75017" y="62220"/>
                    <a:pt x="75078" y="62129"/>
                  </a:cubicBezTo>
                  <a:cubicBezTo>
                    <a:pt x="75138" y="62038"/>
                    <a:pt x="75108" y="61916"/>
                    <a:pt x="74986" y="61825"/>
                  </a:cubicBezTo>
                  <a:cubicBezTo>
                    <a:pt x="74956" y="61805"/>
                    <a:pt x="74922" y="61795"/>
                    <a:pt x="74887" y="61795"/>
                  </a:cubicBezTo>
                  <a:close/>
                  <a:moveTo>
                    <a:pt x="6411" y="61863"/>
                  </a:moveTo>
                  <a:cubicBezTo>
                    <a:pt x="6362" y="61863"/>
                    <a:pt x="6310" y="61880"/>
                    <a:pt x="6262" y="61916"/>
                  </a:cubicBezTo>
                  <a:cubicBezTo>
                    <a:pt x="6140" y="61947"/>
                    <a:pt x="6110" y="62099"/>
                    <a:pt x="6201" y="62220"/>
                  </a:cubicBezTo>
                  <a:cubicBezTo>
                    <a:pt x="6231" y="62281"/>
                    <a:pt x="6292" y="62342"/>
                    <a:pt x="6383" y="62342"/>
                  </a:cubicBezTo>
                  <a:cubicBezTo>
                    <a:pt x="6414" y="62342"/>
                    <a:pt x="6444" y="62342"/>
                    <a:pt x="6505" y="62281"/>
                  </a:cubicBezTo>
                  <a:cubicBezTo>
                    <a:pt x="6596" y="62251"/>
                    <a:pt x="6657" y="62099"/>
                    <a:pt x="6566" y="61977"/>
                  </a:cubicBezTo>
                  <a:cubicBezTo>
                    <a:pt x="6547" y="61904"/>
                    <a:pt x="6484" y="61863"/>
                    <a:pt x="6411" y="61863"/>
                  </a:cubicBezTo>
                  <a:close/>
                  <a:moveTo>
                    <a:pt x="73255" y="64253"/>
                  </a:moveTo>
                  <a:cubicBezTo>
                    <a:pt x="73193" y="64253"/>
                    <a:pt x="73135" y="64283"/>
                    <a:pt x="73102" y="64348"/>
                  </a:cubicBezTo>
                  <a:cubicBezTo>
                    <a:pt x="73011" y="64409"/>
                    <a:pt x="73011" y="64561"/>
                    <a:pt x="73132" y="64652"/>
                  </a:cubicBezTo>
                  <a:cubicBezTo>
                    <a:pt x="73163" y="64652"/>
                    <a:pt x="73224" y="64682"/>
                    <a:pt x="73254" y="64713"/>
                  </a:cubicBezTo>
                  <a:cubicBezTo>
                    <a:pt x="73315" y="64713"/>
                    <a:pt x="73406" y="64682"/>
                    <a:pt x="73436" y="64622"/>
                  </a:cubicBezTo>
                  <a:cubicBezTo>
                    <a:pt x="73497" y="64530"/>
                    <a:pt x="73497" y="64378"/>
                    <a:pt x="73406" y="64318"/>
                  </a:cubicBezTo>
                  <a:cubicBezTo>
                    <a:pt x="73364" y="64275"/>
                    <a:pt x="73308" y="64253"/>
                    <a:pt x="73255" y="64253"/>
                  </a:cubicBezTo>
                  <a:close/>
                  <a:moveTo>
                    <a:pt x="7983" y="64302"/>
                  </a:moveTo>
                  <a:cubicBezTo>
                    <a:pt x="7944" y="64302"/>
                    <a:pt x="7906" y="64315"/>
                    <a:pt x="7873" y="64348"/>
                  </a:cubicBezTo>
                  <a:cubicBezTo>
                    <a:pt x="7782" y="64409"/>
                    <a:pt x="7751" y="64530"/>
                    <a:pt x="7812" y="64652"/>
                  </a:cubicBezTo>
                  <a:cubicBezTo>
                    <a:pt x="7855" y="64695"/>
                    <a:pt x="7898" y="64738"/>
                    <a:pt x="7930" y="64738"/>
                  </a:cubicBezTo>
                  <a:cubicBezTo>
                    <a:pt x="7944" y="64738"/>
                    <a:pt x="7955" y="64731"/>
                    <a:pt x="7964" y="64713"/>
                  </a:cubicBezTo>
                  <a:cubicBezTo>
                    <a:pt x="8055" y="64713"/>
                    <a:pt x="8086" y="64713"/>
                    <a:pt x="8116" y="64682"/>
                  </a:cubicBezTo>
                  <a:cubicBezTo>
                    <a:pt x="8207" y="64622"/>
                    <a:pt x="8238" y="64500"/>
                    <a:pt x="8177" y="64378"/>
                  </a:cubicBezTo>
                  <a:cubicBezTo>
                    <a:pt x="8119" y="64340"/>
                    <a:pt x="8049" y="64302"/>
                    <a:pt x="7983" y="64302"/>
                  </a:cubicBezTo>
                  <a:close/>
                  <a:moveTo>
                    <a:pt x="71431" y="66532"/>
                  </a:moveTo>
                  <a:cubicBezTo>
                    <a:pt x="71370" y="66532"/>
                    <a:pt x="71311" y="66563"/>
                    <a:pt x="71278" y="66628"/>
                  </a:cubicBezTo>
                  <a:cubicBezTo>
                    <a:pt x="71187" y="66689"/>
                    <a:pt x="71187" y="66840"/>
                    <a:pt x="71309" y="66932"/>
                  </a:cubicBezTo>
                  <a:cubicBezTo>
                    <a:pt x="71339" y="66962"/>
                    <a:pt x="71400" y="66962"/>
                    <a:pt x="71430" y="66962"/>
                  </a:cubicBezTo>
                  <a:cubicBezTo>
                    <a:pt x="71491" y="66962"/>
                    <a:pt x="71582" y="66932"/>
                    <a:pt x="71613" y="66901"/>
                  </a:cubicBezTo>
                  <a:cubicBezTo>
                    <a:pt x="71673" y="66810"/>
                    <a:pt x="71673" y="66658"/>
                    <a:pt x="71582" y="66597"/>
                  </a:cubicBezTo>
                  <a:cubicBezTo>
                    <a:pt x="71540" y="66555"/>
                    <a:pt x="71484" y="66532"/>
                    <a:pt x="71431" y="66532"/>
                  </a:cubicBezTo>
                  <a:close/>
                  <a:moveTo>
                    <a:pt x="9832" y="66616"/>
                  </a:moveTo>
                  <a:cubicBezTo>
                    <a:pt x="9785" y="66616"/>
                    <a:pt x="9737" y="66631"/>
                    <a:pt x="9697" y="66658"/>
                  </a:cubicBezTo>
                  <a:cubicBezTo>
                    <a:pt x="9575" y="66749"/>
                    <a:pt x="9575" y="66840"/>
                    <a:pt x="9636" y="66962"/>
                  </a:cubicBezTo>
                  <a:cubicBezTo>
                    <a:pt x="9697" y="66992"/>
                    <a:pt x="9757" y="67053"/>
                    <a:pt x="9788" y="67053"/>
                  </a:cubicBezTo>
                  <a:cubicBezTo>
                    <a:pt x="9848" y="67053"/>
                    <a:pt x="9909" y="67053"/>
                    <a:pt x="9940" y="66992"/>
                  </a:cubicBezTo>
                  <a:cubicBezTo>
                    <a:pt x="10061" y="66932"/>
                    <a:pt x="10061" y="66810"/>
                    <a:pt x="10000" y="66689"/>
                  </a:cubicBezTo>
                  <a:cubicBezTo>
                    <a:pt x="9950" y="66638"/>
                    <a:pt x="9891" y="66616"/>
                    <a:pt x="9832" y="66616"/>
                  </a:cubicBezTo>
                  <a:close/>
                  <a:moveTo>
                    <a:pt x="69500" y="68687"/>
                  </a:moveTo>
                  <a:cubicBezTo>
                    <a:pt x="69439" y="68687"/>
                    <a:pt x="69378" y="68710"/>
                    <a:pt x="69333" y="68755"/>
                  </a:cubicBezTo>
                  <a:cubicBezTo>
                    <a:pt x="69242" y="68816"/>
                    <a:pt x="69242" y="68968"/>
                    <a:pt x="69333" y="69059"/>
                  </a:cubicBezTo>
                  <a:cubicBezTo>
                    <a:pt x="69363" y="69090"/>
                    <a:pt x="69454" y="69120"/>
                    <a:pt x="69515" y="69120"/>
                  </a:cubicBezTo>
                  <a:cubicBezTo>
                    <a:pt x="69576" y="69120"/>
                    <a:pt x="69637" y="69090"/>
                    <a:pt x="69667" y="69059"/>
                  </a:cubicBezTo>
                  <a:cubicBezTo>
                    <a:pt x="69758" y="68968"/>
                    <a:pt x="69758" y="68816"/>
                    <a:pt x="69667" y="68755"/>
                  </a:cubicBezTo>
                  <a:cubicBezTo>
                    <a:pt x="69622" y="68710"/>
                    <a:pt x="69561" y="68687"/>
                    <a:pt x="69500" y="68687"/>
                  </a:cubicBezTo>
                  <a:close/>
                  <a:moveTo>
                    <a:pt x="11775" y="68740"/>
                  </a:moveTo>
                  <a:cubicBezTo>
                    <a:pt x="11718" y="68740"/>
                    <a:pt x="11657" y="68755"/>
                    <a:pt x="11611" y="68786"/>
                  </a:cubicBezTo>
                  <a:cubicBezTo>
                    <a:pt x="11551" y="68907"/>
                    <a:pt x="11551" y="69059"/>
                    <a:pt x="11611" y="69120"/>
                  </a:cubicBezTo>
                  <a:cubicBezTo>
                    <a:pt x="11672" y="69181"/>
                    <a:pt x="11733" y="69181"/>
                    <a:pt x="11763" y="69211"/>
                  </a:cubicBezTo>
                  <a:cubicBezTo>
                    <a:pt x="11824" y="69211"/>
                    <a:pt x="11885" y="69181"/>
                    <a:pt x="11915" y="69120"/>
                  </a:cubicBezTo>
                  <a:cubicBezTo>
                    <a:pt x="12007" y="69029"/>
                    <a:pt x="12007" y="68877"/>
                    <a:pt x="11915" y="68786"/>
                  </a:cubicBezTo>
                  <a:cubicBezTo>
                    <a:pt x="11885" y="68755"/>
                    <a:pt x="11832" y="68740"/>
                    <a:pt x="11775" y="68740"/>
                  </a:cubicBezTo>
                  <a:close/>
                  <a:moveTo>
                    <a:pt x="67399" y="70716"/>
                  </a:moveTo>
                  <a:cubicBezTo>
                    <a:pt x="67342" y="70716"/>
                    <a:pt x="67281" y="70731"/>
                    <a:pt x="67236" y="70762"/>
                  </a:cubicBezTo>
                  <a:cubicBezTo>
                    <a:pt x="67144" y="70853"/>
                    <a:pt x="67144" y="70944"/>
                    <a:pt x="67205" y="71065"/>
                  </a:cubicBezTo>
                  <a:cubicBezTo>
                    <a:pt x="67236" y="71096"/>
                    <a:pt x="67327" y="71157"/>
                    <a:pt x="67388" y="71157"/>
                  </a:cubicBezTo>
                  <a:cubicBezTo>
                    <a:pt x="67448" y="71157"/>
                    <a:pt x="67509" y="71096"/>
                    <a:pt x="67540" y="71065"/>
                  </a:cubicBezTo>
                  <a:cubicBezTo>
                    <a:pt x="67631" y="71005"/>
                    <a:pt x="67631" y="70883"/>
                    <a:pt x="67540" y="70762"/>
                  </a:cubicBezTo>
                  <a:cubicBezTo>
                    <a:pt x="67509" y="70731"/>
                    <a:pt x="67456" y="70716"/>
                    <a:pt x="67399" y="70716"/>
                  </a:cubicBezTo>
                  <a:close/>
                  <a:moveTo>
                    <a:pt x="13903" y="70762"/>
                  </a:moveTo>
                  <a:cubicBezTo>
                    <a:pt x="13846" y="70762"/>
                    <a:pt x="13785" y="70792"/>
                    <a:pt x="13739" y="70853"/>
                  </a:cubicBezTo>
                  <a:cubicBezTo>
                    <a:pt x="13648" y="70914"/>
                    <a:pt x="13648" y="71065"/>
                    <a:pt x="13739" y="71157"/>
                  </a:cubicBezTo>
                  <a:cubicBezTo>
                    <a:pt x="13800" y="71187"/>
                    <a:pt x="13861" y="71187"/>
                    <a:pt x="13891" y="71217"/>
                  </a:cubicBezTo>
                  <a:cubicBezTo>
                    <a:pt x="13982" y="71217"/>
                    <a:pt x="14043" y="71187"/>
                    <a:pt x="14104" y="71157"/>
                  </a:cubicBezTo>
                  <a:cubicBezTo>
                    <a:pt x="14165" y="71065"/>
                    <a:pt x="14165" y="70914"/>
                    <a:pt x="14043" y="70853"/>
                  </a:cubicBezTo>
                  <a:cubicBezTo>
                    <a:pt x="14013" y="70792"/>
                    <a:pt x="13960" y="70762"/>
                    <a:pt x="13903" y="70762"/>
                  </a:cubicBezTo>
                  <a:close/>
                  <a:moveTo>
                    <a:pt x="65114" y="72543"/>
                  </a:moveTo>
                  <a:cubicBezTo>
                    <a:pt x="65065" y="72543"/>
                    <a:pt x="65011" y="72558"/>
                    <a:pt x="64956" y="72585"/>
                  </a:cubicBezTo>
                  <a:cubicBezTo>
                    <a:pt x="64865" y="72676"/>
                    <a:pt x="64865" y="72768"/>
                    <a:pt x="64925" y="72889"/>
                  </a:cubicBezTo>
                  <a:cubicBezTo>
                    <a:pt x="64994" y="72958"/>
                    <a:pt x="65028" y="72992"/>
                    <a:pt x="65054" y="72992"/>
                  </a:cubicBezTo>
                  <a:cubicBezTo>
                    <a:pt x="65062" y="72992"/>
                    <a:pt x="65070" y="72988"/>
                    <a:pt x="65077" y="72980"/>
                  </a:cubicBezTo>
                  <a:cubicBezTo>
                    <a:pt x="65138" y="72980"/>
                    <a:pt x="65199" y="72980"/>
                    <a:pt x="65229" y="72920"/>
                  </a:cubicBezTo>
                  <a:cubicBezTo>
                    <a:pt x="65351" y="72859"/>
                    <a:pt x="65351" y="72737"/>
                    <a:pt x="65260" y="72616"/>
                  </a:cubicBezTo>
                  <a:cubicBezTo>
                    <a:pt x="65226" y="72565"/>
                    <a:pt x="65174" y="72543"/>
                    <a:pt x="65114" y="72543"/>
                  </a:cubicBezTo>
                  <a:close/>
                  <a:moveTo>
                    <a:pt x="16164" y="72611"/>
                  </a:moveTo>
                  <a:cubicBezTo>
                    <a:pt x="16104" y="72611"/>
                    <a:pt x="16037" y="72642"/>
                    <a:pt x="15988" y="72707"/>
                  </a:cubicBezTo>
                  <a:cubicBezTo>
                    <a:pt x="15928" y="72768"/>
                    <a:pt x="15928" y="72920"/>
                    <a:pt x="16019" y="73011"/>
                  </a:cubicBezTo>
                  <a:cubicBezTo>
                    <a:pt x="16080" y="73041"/>
                    <a:pt x="16110" y="73041"/>
                    <a:pt x="16140" y="73041"/>
                  </a:cubicBezTo>
                  <a:cubicBezTo>
                    <a:pt x="16232" y="73041"/>
                    <a:pt x="16292" y="73041"/>
                    <a:pt x="16323" y="72980"/>
                  </a:cubicBezTo>
                  <a:cubicBezTo>
                    <a:pt x="16414" y="72889"/>
                    <a:pt x="16414" y="72737"/>
                    <a:pt x="16292" y="72676"/>
                  </a:cubicBezTo>
                  <a:cubicBezTo>
                    <a:pt x="16264" y="72634"/>
                    <a:pt x="16216" y="72611"/>
                    <a:pt x="16164" y="72611"/>
                  </a:cubicBezTo>
                  <a:close/>
                  <a:moveTo>
                    <a:pt x="62742" y="74227"/>
                  </a:moveTo>
                  <a:cubicBezTo>
                    <a:pt x="62700" y="74227"/>
                    <a:pt x="62656" y="74237"/>
                    <a:pt x="62615" y="74257"/>
                  </a:cubicBezTo>
                  <a:cubicBezTo>
                    <a:pt x="62494" y="74348"/>
                    <a:pt x="62463" y="74439"/>
                    <a:pt x="62524" y="74561"/>
                  </a:cubicBezTo>
                  <a:cubicBezTo>
                    <a:pt x="62615" y="74652"/>
                    <a:pt x="62676" y="74683"/>
                    <a:pt x="62737" y="74683"/>
                  </a:cubicBezTo>
                  <a:cubicBezTo>
                    <a:pt x="62767" y="74683"/>
                    <a:pt x="62798" y="74683"/>
                    <a:pt x="62828" y="74652"/>
                  </a:cubicBezTo>
                  <a:cubicBezTo>
                    <a:pt x="62950" y="74561"/>
                    <a:pt x="62980" y="74439"/>
                    <a:pt x="62919" y="74348"/>
                  </a:cubicBezTo>
                  <a:cubicBezTo>
                    <a:pt x="62899" y="74267"/>
                    <a:pt x="62825" y="74227"/>
                    <a:pt x="62742" y="74227"/>
                  </a:cubicBezTo>
                  <a:close/>
                  <a:moveTo>
                    <a:pt x="18557" y="74257"/>
                  </a:moveTo>
                  <a:cubicBezTo>
                    <a:pt x="18481" y="74257"/>
                    <a:pt x="18400" y="74298"/>
                    <a:pt x="18359" y="74379"/>
                  </a:cubicBezTo>
                  <a:cubicBezTo>
                    <a:pt x="18268" y="74439"/>
                    <a:pt x="18298" y="74591"/>
                    <a:pt x="18420" y="74683"/>
                  </a:cubicBezTo>
                  <a:cubicBezTo>
                    <a:pt x="18450" y="74713"/>
                    <a:pt x="18511" y="74713"/>
                    <a:pt x="18542" y="74713"/>
                  </a:cubicBezTo>
                  <a:cubicBezTo>
                    <a:pt x="18602" y="74713"/>
                    <a:pt x="18694" y="74683"/>
                    <a:pt x="18724" y="74591"/>
                  </a:cubicBezTo>
                  <a:cubicBezTo>
                    <a:pt x="18815" y="74531"/>
                    <a:pt x="18754" y="74379"/>
                    <a:pt x="18663" y="74287"/>
                  </a:cubicBezTo>
                  <a:cubicBezTo>
                    <a:pt x="18633" y="74267"/>
                    <a:pt x="18596" y="74257"/>
                    <a:pt x="18557" y="74257"/>
                  </a:cubicBezTo>
                  <a:close/>
                  <a:moveTo>
                    <a:pt x="60259" y="75746"/>
                  </a:moveTo>
                  <a:cubicBezTo>
                    <a:pt x="60221" y="75746"/>
                    <a:pt x="60184" y="75757"/>
                    <a:pt x="60153" y="75777"/>
                  </a:cubicBezTo>
                  <a:cubicBezTo>
                    <a:pt x="60032" y="75807"/>
                    <a:pt x="59971" y="75959"/>
                    <a:pt x="60062" y="76081"/>
                  </a:cubicBezTo>
                  <a:cubicBezTo>
                    <a:pt x="60093" y="76172"/>
                    <a:pt x="60184" y="76202"/>
                    <a:pt x="60245" y="76202"/>
                  </a:cubicBezTo>
                  <a:cubicBezTo>
                    <a:pt x="60275" y="76202"/>
                    <a:pt x="60336" y="76172"/>
                    <a:pt x="60366" y="76172"/>
                  </a:cubicBezTo>
                  <a:cubicBezTo>
                    <a:pt x="60488" y="76111"/>
                    <a:pt x="60518" y="75959"/>
                    <a:pt x="60457" y="75868"/>
                  </a:cubicBezTo>
                  <a:cubicBezTo>
                    <a:pt x="60417" y="75787"/>
                    <a:pt x="60336" y="75746"/>
                    <a:pt x="60259" y="75746"/>
                  </a:cubicBezTo>
                  <a:close/>
                  <a:moveTo>
                    <a:pt x="21043" y="75777"/>
                  </a:moveTo>
                  <a:cubicBezTo>
                    <a:pt x="20973" y="75777"/>
                    <a:pt x="20913" y="75817"/>
                    <a:pt x="20852" y="75898"/>
                  </a:cubicBezTo>
                  <a:cubicBezTo>
                    <a:pt x="20791" y="76020"/>
                    <a:pt x="20821" y="76111"/>
                    <a:pt x="20943" y="76202"/>
                  </a:cubicBezTo>
                  <a:cubicBezTo>
                    <a:pt x="20973" y="76233"/>
                    <a:pt x="21004" y="76233"/>
                    <a:pt x="21034" y="76233"/>
                  </a:cubicBezTo>
                  <a:cubicBezTo>
                    <a:pt x="21125" y="76233"/>
                    <a:pt x="21186" y="76202"/>
                    <a:pt x="21247" y="76111"/>
                  </a:cubicBezTo>
                  <a:cubicBezTo>
                    <a:pt x="21308" y="76020"/>
                    <a:pt x="21277" y="75898"/>
                    <a:pt x="21156" y="75807"/>
                  </a:cubicBezTo>
                  <a:cubicBezTo>
                    <a:pt x="21115" y="75787"/>
                    <a:pt x="21078" y="75777"/>
                    <a:pt x="21043" y="75777"/>
                  </a:cubicBezTo>
                  <a:close/>
                  <a:moveTo>
                    <a:pt x="57645" y="77059"/>
                  </a:moveTo>
                  <a:cubicBezTo>
                    <a:pt x="57610" y="77059"/>
                    <a:pt x="57573" y="77067"/>
                    <a:pt x="57539" y="77084"/>
                  </a:cubicBezTo>
                  <a:cubicBezTo>
                    <a:pt x="57448" y="77114"/>
                    <a:pt x="57418" y="77266"/>
                    <a:pt x="57448" y="77388"/>
                  </a:cubicBezTo>
                  <a:cubicBezTo>
                    <a:pt x="57479" y="77449"/>
                    <a:pt x="57539" y="77540"/>
                    <a:pt x="57631" y="77540"/>
                  </a:cubicBezTo>
                  <a:cubicBezTo>
                    <a:pt x="57661" y="77540"/>
                    <a:pt x="57691" y="77479"/>
                    <a:pt x="57752" y="77479"/>
                  </a:cubicBezTo>
                  <a:cubicBezTo>
                    <a:pt x="57843" y="77449"/>
                    <a:pt x="57904" y="77297"/>
                    <a:pt x="57843" y="77175"/>
                  </a:cubicBezTo>
                  <a:cubicBezTo>
                    <a:pt x="57821" y="77109"/>
                    <a:pt x="57736" y="77059"/>
                    <a:pt x="57645" y="77059"/>
                  </a:cubicBezTo>
                  <a:close/>
                  <a:moveTo>
                    <a:pt x="23650" y="77103"/>
                  </a:moveTo>
                  <a:cubicBezTo>
                    <a:pt x="23553" y="77103"/>
                    <a:pt x="23459" y="77143"/>
                    <a:pt x="23435" y="77236"/>
                  </a:cubicBezTo>
                  <a:cubicBezTo>
                    <a:pt x="23405" y="77327"/>
                    <a:pt x="23435" y="77479"/>
                    <a:pt x="23557" y="77540"/>
                  </a:cubicBezTo>
                  <a:cubicBezTo>
                    <a:pt x="23577" y="77540"/>
                    <a:pt x="23597" y="77553"/>
                    <a:pt x="23627" y="77553"/>
                  </a:cubicBezTo>
                  <a:cubicBezTo>
                    <a:pt x="23641" y="77553"/>
                    <a:pt x="23658" y="77550"/>
                    <a:pt x="23679" y="77540"/>
                  </a:cubicBezTo>
                  <a:cubicBezTo>
                    <a:pt x="23739" y="77540"/>
                    <a:pt x="23831" y="77479"/>
                    <a:pt x="23861" y="77418"/>
                  </a:cubicBezTo>
                  <a:cubicBezTo>
                    <a:pt x="23891" y="77297"/>
                    <a:pt x="23861" y="77145"/>
                    <a:pt x="23739" y="77114"/>
                  </a:cubicBezTo>
                  <a:cubicBezTo>
                    <a:pt x="23711" y="77107"/>
                    <a:pt x="23680" y="77103"/>
                    <a:pt x="23650" y="77103"/>
                  </a:cubicBezTo>
                  <a:close/>
                  <a:moveTo>
                    <a:pt x="54984" y="78198"/>
                  </a:moveTo>
                  <a:cubicBezTo>
                    <a:pt x="54954" y="78198"/>
                    <a:pt x="54924" y="78201"/>
                    <a:pt x="54895" y="78208"/>
                  </a:cubicBezTo>
                  <a:cubicBezTo>
                    <a:pt x="54743" y="78239"/>
                    <a:pt x="54713" y="78391"/>
                    <a:pt x="54743" y="78512"/>
                  </a:cubicBezTo>
                  <a:cubicBezTo>
                    <a:pt x="54768" y="78587"/>
                    <a:pt x="54855" y="78642"/>
                    <a:pt x="54952" y="78642"/>
                  </a:cubicBezTo>
                  <a:cubicBezTo>
                    <a:pt x="54973" y="78642"/>
                    <a:pt x="54995" y="78639"/>
                    <a:pt x="55016" y="78634"/>
                  </a:cubicBezTo>
                  <a:lnTo>
                    <a:pt x="55077" y="78634"/>
                  </a:lnTo>
                  <a:cubicBezTo>
                    <a:pt x="55199" y="78604"/>
                    <a:pt x="55229" y="78452"/>
                    <a:pt x="55199" y="78330"/>
                  </a:cubicBezTo>
                  <a:cubicBezTo>
                    <a:pt x="55176" y="78237"/>
                    <a:pt x="55081" y="78198"/>
                    <a:pt x="54984" y="78198"/>
                  </a:cubicBezTo>
                  <a:close/>
                  <a:moveTo>
                    <a:pt x="26380" y="78201"/>
                  </a:moveTo>
                  <a:cubicBezTo>
                    <a:pt x="26274" y="78201"/>
                    <a:pt x="26166" y="78260"/>
                    <a:pt x="26141" y="78360"/>
                  </a:cubicBezTo>
                  <a:cubicBezTo>
                    <a:pt x="26049" y="78482"/>
                    <a:pt x="26141" y="78634"/>
                    <a:pt x="26262" y="78664"/>
                  </a:cubicBezTo>
                  <a:lnTo>
                    <a:pt x="26323" y="78664"/>
                  </a:lnTo>
                  <a:cubicBezTo>
                    <a:pt x="26445" y="78664"/>
                    <a:pt x="26505" y="78604"/>
                    <a:pt x="26566" y="78512"/>
                  </a:cubicBezTo>
                  <a:cubicBezTo>
                    <a:pt x="26627" y="78391"/>
                    <a:pt x="26566" y="78239"/>
                    <a:pt x="26445" y="78208"/>
                  </a:cubicBezTo>
                  <a:cubicBezTo>
                    <a:pt x="26424" y="78203"/>
                    <a:pt x="26402" y="78201"/>
                    <a:pt x="26380" y="78201"/>
                  </a:cubicBezTo>
                  <a:close/>
                  <a:moveTo>
                    <a:pt x="52183" y="79113"/>
                  </a:moveTo>
                  <a:cubicBezTo>
                    <a:pt x="52163" y="79113"/>
                    <a:pt x="52145" y="79115"/>
                    <a:pt x="52129" y="79120"/>
                  </a:cubicBezTo>
                  <a:cubicBezTo>
                    <a:pt x="52007" y="79151"/>
                    <a:pt x="51947" y="79303"/>
                    <a:pt x="51977" y="79424"/>
                  </a:cubicBezTo>
                  <a:cubicBezTo>
                    <a:pt x="52007" y="79515"/>
                    <a:pt x="52129" y="79576"/>
                    <a:pt x="52190" y="79576"/>
                  </a:cubicBezTo>
                  <a:lnTo>
                    <a:pt x="52281" y="79576"/>
                  </a:lnTo>
                  <a:cubicBezTo>
                    <a:pt x="52372" y="79546"/>
                    <a:pt x="52463" y="79394"/>
                    <a:pt x="52433" y="79272"/>
                  </a:cubicBezTo>
                  <a:cubicBezTo>
                    <a:pt x="52408" y="79172"/>
                    <a:pt x="52278" y="79113"/>
                    <a:pt x="52183" y="79113"/>
                  </a:cubicBezTo>
                  <a:close/>
                  <a:moveTo>
                    <a:pt x="29121" y="79145"/>
                  </a:moveTo>
                  <a:cubicBezTo>
                    <a:pt x="28997" y="79145"/>
                    <a:pt x="28903" y="79224"/>
                    <a:pt x="28876" y="79303"/>
                  </a:cubicBezTo>
                  <a:cubicBezTo>
                    <a:pt x="28846" y="79455"/>
                    <a:pt x="28907" y="79576"/>
                    <a:pt x="29028" y="79607"/>
                  </a:cubicBezTo>
                  <a:cubicBezTo>
                    <a:pt x="29059" y="79607"/>
                    <a:pt x="29059" y="79607"/>
                    <a:pt x="29089" y="79576"/>
                  </a:cubicBezTo>
                  <a:cubicBezTo>
                    <a:pt x="29211" y="79576"/>
                    <a:pt x="29302" y="79546"/>
                    <a:pt x="29332" y="79424"/>
                  </a:cubicBezTo>
                  <a:cubicBezTo>
                    <a:pt x="29363" y="79303"/>
                    <a:pt x="29302" y="79212"/>
                    <a:pt x="29180" y="79151"/>
                  </a:cubicBezTo>
                  <a:cubicBezTo>
                    <a:pt x="29160" y="79147"/>
                    <a:pt x="29140" y="79145"/>
                    <a:pt x="29121" y="79145"/>
                  </a:cubicBezTo>
                  <a:close/>
                  <a:moveTo>
                    <a:pt x="31946" y="79880"/>
                  </a:moveTo>
                  <a:cubicBezTo>
                    <a:pt x="31825" y="79880"/>
                    <a:pt x="31733" y="79971"/>
                    <a:pt x="31673" y="80063"/>
                  </a:cubicBezTo>
                  <a:cubicBezTo>
                    <a:pt x="31673" y="80184"/>
                    <a:pt x="31764" y="80306"/>
                    <a:pt x="31885" y="80336"/>
                  </a:cubicBezTo>
                  <a:lnTo>
                    <a:pt x="31916" y="80336"/>
                  </a:lnTo>
                  <a:cubicBezTo>
                    <a:pt x="32037" y="80336"/>
                    <a:pt x="32098" y="80245"/>
                    <a:pt x="32129" y="80154"/>
                  </a:cubicBezTo>
                  <a:cubicBezTo>
                    <a:pt x="32129" y="80032"/>
                    <a:pt x="32068" y="79911"/>
                    <a:pt x="31946" y="79880"/>
                  </a:cubicBezTo>
                  <a:close/>
                  <a:moveTo>
                    <a:pt x="49410" y="79873"/>
                  </a:moveTo>
                  <a:cubicBezTo>
                    <a:pt x="49394" y="79873"/>
                    <a:pt x="49378" y="79875"/>
                    <a:pt x="49363" y="79880"/>
                  </a:cubicBezTo>
                  <a:cubicBezTo>
                    <a:pt x="49211" y="79911"/>
                    <a:pt x="49120" y="80032"/>
                    <a:pt x="49150" y="80154"/>
                  </a:cubicBezTo>
                  <a:cubicBezTo>
                    <a:pt x="49181" y="80275"/>
                    <a:pt x="49272" y="80336"/>
                    <a:pt x="49393" y="80336"/>
                  </a:cubicBezTo>
                  <a:lnTo>
                    <a:pt x="49424" y="80336"/>
                  </a:lnTo>
                  <a:cubicBezTo>
                    <a:pt x="49576" y="80306"/>
                    <a:pt x="49667" y="80184"/>
                    <a:pt x="49606" y="80063"/>
                  </a:cubicBezTo>
                  <a:cubicBezTo>
                    <a:pt x="49581" y="79936"/>
                    <a:pt x="49492" y="79873"/>
                    <a:pt x="49410" y="79873"/>
                  </a:cubicBezTo>
                  <a:close/>
                  <a:moveTo>
                    <a:pt x="46506" y="80367"/>
                  </a:moveTo>
                  <a:cubicBezTo>
                    <a:pt x="46384" y="80427"/>
                    <a:pt x="46323" y="80519"/>
                    <a:pt x="46323" y="80640"/>
                  </a:cubicBezTo>
                  <a:cubicBezTo>
                    <a:pt x="46323" y="80762"/>
                    <a:pt x="46415" y="80822"/>
                    <a:pt x="46536" y="80822"/>
                  </a:cubicBezTo>
                  <a:lnTo>
                    <a:pt x="46566" y="80822"/>
                  </a:lnTo>
                  <a:cubicBezTo>
                    <a:pt x="46688" y="80792"/>
                    <a:pt x="46779" y="80671"/>
                    <a:pt x="46779" y="80579"/>
                  </a:cubicBezTo>
                  <a:cubicBezTo>
                    <a:pt x="46718" y="80458"/>
                    <a:pt x="46627" y="80367"/>
                    <a:pt x="46506" y="80367"/>
                  </a:cubicBezTo>
                  <a:close/>
                  <a:moveTo>
                    <a:pt x="34787" y="80392"/>
                  </a:moveTo>
                  <a:cubicBezTo>
                    <a:pt x="34657" y="80392"/>
                    <a:pt x="34560" y="80501"/>
                    <a:pt x="34560" y="80610"/>
                  </a:cubicBezTo>
                  <a:cubicBezTo>
                    <a:pt x="34530" y="80731"/>
                    <a:pt x="34651" y="80853"/>
                    <a:pt x="34743" y="80853"/>
                  </a:cubicBezTo>
                  <a:cubicBezTo>
                    <a:pt x="34925" y="80853"/>
                    <a:pt x="34986" y="80792"/>
                    <a:pt x="35016" y="80671"/>
                  </a:cubicBezTo>
                  <a:cubicBezTo>
                    <a:pt x="35077" y="80549"/>
                    <a:pt x="34955" y="80397"/>
                    <a:pt x="34834" y="80397"/>
                  </a:cubicBezTo>
                  <a:cubicBezTo>
                    <a:pt x="34818" y="80394"/>
                    <a:pt x="34802" y="80392"/>
                    <a:pt x="34787" y="80392"/>
                  </a:cubicBezTo>
                  <a:close/>
                  <a:moveTo>
                    <a:pt x="37691" y="80731"/>
                  </a:moveTo>
                  <a:cubicBezTo>
                    <a:pt x="37569" y="80731"/>
                    <a:pt x="37448" y="80822"/>
                    <a:pt x="37448" y="80944"/>
                  </a:cubicBezTo>
                  <a:cubicBezTo>
                    <a:pt x="37448" y="81066"/>
                    <a:pt x="37569" y="81187"/>
                    <a:pt x="37691" y="81187"/>
                  </a:cubicBezTo>
                  <a:cubicBezTo>
                    <a:pt x="37782" y="81187"/>
                    <a:pt x="37904" y="81066"/>
                    <a:pt x="37904" y="80944"/>
                  </a:cubicBezTo>
                  <a:cubicBezTo>
                    <a:pt x="37904" y="80822"/>
                    <a:pt x="37782" y="80731"/>
                    <a:pt x="37691" y="80731"/>
                  </a:cubicBezTo>
                  <a:close/>
                  <a:moveTo>
                    <a:pt x="43618" y="80731"/>
                  </a:moveTo>
                  <a:cubicBezTo>
                    <a:pt x="43466" y="80731"/>
                    <a:pt x="43375" y="80822"/>
                    <a:pt x="43375" y="80944"/>
                  </a:cubicBezTo>
                  <a:cubicBezTo>
                    <a:pt x="43375" y="81066"/>
                    <a:pt x="43497" y="81187"/>
                    <a:pt x="43618" y="81187"/>
                  </a:cubicBezTo>
                  <a:cubicBezTo>
                    <a:pt x="43770" y="81187"/>
                    <a:pt x="43831" y="81066"/>
                    <a:pt x="43831" y="80944"/>
                  </a:cubicBezTo>
                  <a:cubicBezTo>
                    <a:pt x="43831" y="80792"/>
                    <a:pt x="43740" y="80731"/>
                    <a:pt x="43618" y="80731"/>
                  </a:cubicBezTo>
                  <a:close/>
                  <a:moveTo>
                    <a:pt x="40609" y="80822"/>
                  </a:moveTo>
                  <a:cubicBezTo>
                    <a:pt x="40487" y="80822"/>
                    <a:pt x="40396" y="80944"/>
                    <a:pt x="40396" y="81066"/>
                  </a:cubicBezTo>
                  <a:cubicBezTo>
                    <a:pt x="40396" y="81187"/>
                    <a:pt x="40487" y="81278"/>
                    <a:pt x="40609" y="81278"/>
                  </a:cubicBezTo>
                  <a:lnTo>
                    <a:pt x="40700" y="81278"/>
                  </a:lnTo>
                  <a:cubicBezTo>
                    <a:pt x="40791" y="81278"/>
                    <a:pt x="40913" y="81157"/>
                    <a:pt x="40913" y="81066"/>
                  </a:cubicBezTo>
                  <a:cubicBezTo>
                    <a:pt x="40913" y="80944"/>
                    <a:pt x="40791" y="80822"/>
                    <a:pt x="40700" y="808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0"/>
            <p:cNvSpPr/>
            <p:nvPr/>
          </p:nvSpPr>
          <p:spPr>
            <a:xfrm>
              <a:off x="4444875" y="3788350"/>
              <a:ext cx="1867850" cy="1867825"/>
            </a:xfrm>
            <a:custGeom>
              <a:avLst/>
              <a:gdLst/>
              <a:ahLst/>
              <a:cxnLst/>
              <a:rect l="l" t="t" r="r" b="b"/>
              <a:pathLst>
                <a:path w="74714" h="74713" extrusionOk="0">
                  <a:moveTo>
                    <a:pt x="37296" y="0"/>
                  </a:moveTo>
                  <a:cubicBezTo>
                    <a:pt x="37114" y="0"/>
                    <a:pt x="37023" y="122"/>
                    <a:pt x="37023" y="274"/>
                  </a:cubicBezTo>
                  <a:cubicBezTo>
                    <a:pt x="37023" y="426"/>
                    <a:pt x="37175" y="547"/>
                    <a:pt x="37296" y="547"/>
                  </a:cubicBezTo>
                  <a:cubicBezTo>
                    <a:pt x="37448" y="547"/>
                    <a:pt x="37539" y="426"/>
                    <a:pt x="37539" y="274"/>
                  </a:cubicBezTo>
                  <a:cubicBezTo>
                    <a:pt x="37539" y="122"/>
                    <a:pt x="37448" y="0"/>
                    <a:pt x="37296" y="0"/>
                  </a:cubicBezTo>
                  <a:close/>
                  <a:moveTo>
                    <a:pt x="40245" y="91"/>
                  </a:moveTo>
                  <a:cubicBezTo>
                    <a:pt x="40093" y="91"/>
                    <a:pt x="39941" y="183"/>
                    <a:pt x="39941" y="335"/>
                  </a:cubicBezTo>
                  <a:cubicBezTo>
                    <a:pt x="39941" y="487"/>
                    <a:pt x="40062" y="638"/>
                    <a:pt x="40214" y="638"/>
                  </a:cubicBezTo>
                  <a:cubicBezTo>
                    <a:pt x="40366" y="638"/>
                    <a:pt x="40488" y="547"/>
                    <a:pt x="40518" y="395"/>
                  </a:cubicBezTo>
                  <a:cubicBezTo>
                    <a:pt x="40518" y="243"/>
                    <a:pt x="40397" y="91"/>
                    <a:pt x="40245" y="91"/>
                  </a:cubicBezTo>
                  <a:close/>
                  <a:moveTo>
                    <a:pt x="34409" y="122"/>
                  </a:moveTo>
                  <a:cubicBezTo>
                    <a:pt x="34257" y="122"/>
                    <a:pt x="34135" y="274"/>
                    <a:pt x="34135" y="426"/>
                  </a:cubicBezTo>
                  <a:cubicBezTo>
                    <a:pt x="34135" y="578"/>
                    <a:pt x="34257" y="638"/>
                    <a:pt x="34409" y="669"/>
                  </a:cubicBezTo>
                  <a:lnTo>
                    <a:pt x="34439" y="669"/>
                  </a:lnTo>
                  <a:cubicBezTo>
                    <a:pt x="34591" y="669"/>
                    <a:pt x="34713" y="517"/>
                    <a:pt x="34713" y="365"/>
                  </a:cubicBezTo>
                  <a:cubicBezTo>
                    <a:pt x="34652" y="243"/>
                    <a:pt x="34561" y="122"/>
                    <a:pt x="34409" y="122"/>
                  </a:cubicBezTo>
                  <a:close/>
                  <a:moveTo>
                    <a:pt x="31508" y="451"/>
                  </a:moveTo>
                  <a:cubicBezTo>
                    <a:pt x="31492" y="451"/>
                    <a:pt x="31476" y="453"/>
                    <a:pt x="31460" y="456"/>
                  </a:cubicBezTo>
                  <a:cubicBezTo>
                    <a:pt x="31308" y="456"/>
                    <a:pt x="31217" y="608"/>
                    <a:pt x="31247" y="760"/>
                  </a:cubicBezTo>
                  <a:cubicBezTo>
                    <a:pt x="31278" y="912"/>
                    <a:pt x="31399" y="1003"/>
                    <a:pt x="31491" y="1003"/>
                  </a:cubicBezTo>
                  <a:lnTo>
                    <a:pt x="31551" y="1003"/>
                  </a:lnTo>
                  <a:cubicBezTo>
                    <a:pt x="31703" y="1003"/>
                    <a:pt x="31825" y="851"/>
                    <a:pt x="31764" y="699"/>
                  </a:cubicBezTo>
                  <a:cubicBezTo>
                    <a:pt x="31764" y="563"/>
                    <a:pt x="31642" y="451"/>
                    <a:pt x="31508" y="451"/>
                  </a:cubicBezTo>
                  <a:close/>
                  <a:moveTo>
                    <a:pt x="43085" y="451"/>
                  </a:moveTo>
                  <a:cubicBezTo>
                    <a:pt x="42955" y="451"/>
                    <a:pt x="42855" y="560"/>
                    <a:pt x="42828" y="669"/>
                  </a:cubicBezTo>
                  <a:cubicBezTo>
                    <a:pt x="42798" y="851"/>
                    <a:pt x="42919" y="942"/>
                    <a:pt x="43071" y="1003"/>
                  </a:cubicBezTo>
                  <a:lnTo>
                    <a:pt x="43102" y="1003"/>
                  </a:lnTo>
                  <a:cubicBezTo>
                    <a:pt x="43223" y="1003"/>
                    <a:pt x="43314" y="912"/>
                    <a:pt x="43375" y="760"/>
                  </a:cubicBezTo>
                  <a:cubicBezTo>
                    <a:pt x="43406" y="608"/>
                    <a:pt x="43284" y="487"/>
                    <a:pt x="43132" y="456"/>
                  </a:cubicBezTo>
                  <a:cubicBezTo>
                    <a:pt x="43116" y="453"/>
                    <a:pt x="43100" y="451"/>
                    <a:pt x="43085" y="451"/>
                  </a:cubicBezTo>
                  <a:close/>
                  <a:moveTo>
                    <a:pt x="28648" y="1026"/>
                  </a:moveTo>
                  <a:cubicBezTo>
                    <a:pt x="28623" y="1026"/>
                    <a:pt x="28598" y="1029"/>
                    <a:pt x="28573" y="1034"/>
                  </a:cubicBezTo>
                  <a:cubicBezTo>
                    <a:pt x="28421" y="1064"/>
                    <a:pt x="28360" y="1216"/>
                    <a:pt x="28390" y="1368"/>
                  </a:cubicBezTo>
                  <a:cubicBezTo>
                    <a:pt x="28421" y="1490"/>
                    <a:pt x="28542" y="1550"/>
                    <a:pt x="28664" y="1550"/>
                  </a:cubicBezTo>
                  <a:lnTo>
                    <a:pt x="28725" y="1550"/>
                  </a:lnTo>
                  <a:cubicBezTo>
                    <a:pt x="28877" y="1520"/>
                    <a:pt x="28968" y="1368"/>
                    <a:pt x="28937" y="1216"/>
                  </a:cubicBezTo>
                  <a:cubicBezTo>
                    <a:pt x="28887" y="1089"/>
                    <a:pt x="28773" y="1026"/>
                    <a:pt x="28648" y="1026"/>
                  </a:cubicBezTo>
                  <a:close/>
                  <a:moveTo>
                    <a:pt x="45975" y="1026"/>
                  </a:moveTo>
                  <a:cubicBezTo>
                    <a:pt x="45851" y="1026"/>
                    <a:pt x="45741" y="1089"/>
                    <a:pt x="45716" y="1216"/>
                  </a:cubicBezTo>
                  <a:cubicBezTo>
                    <a:pt x="45685" y="1368"/>
                    <a:pt x="45746" y="1520"/>
                    <a:pt x="45898" y="1550"/>
                  </a:cubicBezTo>
                  <a:cubicBezTo>
                    <a:pt x="45929" y="1550"/>
                    <a:pt x="45929" y="1550"/>
                    <a:pt x="45989" y="1611"/>
                  </a:cubicBezTo>
                  <a:cubicBezTo>
                    <a:pt x="46111" y="1611"/>
                    <a:pt x="46202" y="1490"/>
                    <a:pt x="46263" y="1368"/>
                  </a:cubicBezTo>
                  <a:cubicBezTo>
                    <a:pt x="46293" y="1216"/>
                    <a:pt x="46202" y="1064"/>
                    <a:pt x="46050" y="1034"/>
                  </a:cubicBezTo>
                  <a:cubicBezTo>
                    <a:pt x="46025" y="1029"/>
                    <a:pt x="45999" y="1026"/>
                    <a:pt x="45975" y="1026"/>
                  </a:cubicBezTo>
                  <a:close/>
                  <a:moveTo>
                    <a:pt x="48771" y="1786"/>
                  </a:moveTo>
                  <a:cubicBezTo>
                    <a:pt x="48646" y="1786"/>
                    <a:pt x="48532" y="1849"/>
                    <a:pt x="48482" y="1976"/>
                  </a:cubicBezTo>
                  <a:cubicBezTo>
                    <a:pt x="48451" y="2128"/>
                    <a:pt x="48543" y="2280"/>
                    <a:pt x="48695" y="2310"/>
                  </a:cubicBezTo>
                  <a:lnTo>
                    <a:pt x="48755" y="2310"/>
                  </a:lnTo>
                  <a:cubicBezTo>
                    <a:pt x="48877" y="2310"/>
                    <a:pt x="48968" y="2249"/>
                    <a:pt x="49029" y="2128"/>
                  </a:cubicBezTo>
                  <a:cubicBezTo>
                    <a:pt x="49059" y="1976"/>
                    <a:pt x="48968" y="1824"/>
                    <a:pt x="48847" y="1794"/>
                  </a:cubicBezTo>
                  <a:cubicBezTo>
                    <a:pt x="48821" y="1788"/>
                    <a:pt x="48796" y="1786"/>
                    <a:pt x="48771" y="1786"/>
                  </a:cubicBezTo>
                  <a:close/>
                  <a:moveTo>
                    <a:pt x="25852" y="1816"/>
                  </a:moveTo>
                  <a:cubicBezTo>
                    <a:pt x="25827" y="1816"/>
                    <a:pt x="25802" y="1819"/>
                    <a:pt x="25776" y="1824"/>
                  </a:cubicBezTo>
                  <a:cubicBezTo>
                    <a:pt x="25624" y="1854"/>
                    <a:pt x="25533" y="2006"/>
                    <a:pt x="25594" y="2158"/>
                  </a:cubicBezTo>
                  <a:cubicBezTo>
                    <a:pt x="25624" y="2280"/>
                    <a:pt x="25746" y="2371"/>
                    <a:pt x="25837" y="2371"/>
                  </a:cubicBezTo>
                  <a:lnTo>
                    <a:pt x="25928" y="2371"/>
                  </a:lnTo>
                  <a:cubicBezTo>
                    <a:pt x="26080" y="2310"/>
                    <a:pt x="26141" y="2158"/>
                    <a:pt x="26111" y="2006"/>
                  </a:cubicBezTo>
                  <a:cubicBezTo>
                    <a:pt x="26085" y="1880"/>
                    <a:pt x="25975" y="1816"/>
                    <a:pt x="25852" y="1816"/>
                  </a:cubicBezTo>
                  <a:close/>
                  <a:moveTo>
                    <a:pt x="51514" y="2804"/>
                  </a:moveTo>
                  <a:cubicBezTo>
                    <a:pt x="51418" y="2804"/>
                    <a:pt x="51323" y="2866"/>
                    <a:pt x="51278" y="2979"/>
                  </a:cubicBezTo>
                  <a:cubicBezTo>
                    <a:pt x="51217" y="3070"/>
                    <a:pt x="51278" y="3222"/>
                    <a:pt x="51430" y="3313"/>
                  </a:cubicBezTo>
                  <a:cubicBezTo>
                    <a:pt x="51430" y="3344"/>
                    <a:pt x="51461" y="3344"/>
                    <a:pt x="51491" y="3344"/>
                  </a:cubicBezTo>
                  <a:cubicBezTo>
                    <a:pt x="51613" y="3344"/>
                    <a:pt x="51734" y="3283"/>
                    <a:pt x="51764" y="3161"/>
                  </a:cubicBezTo>
                  <a:cubicBezTo>
                    <a:pt x="51795" y="3040"/>
                    <a:pt x="51764" y="2888"/>
                    <a:pt x="51613" y="2827"/>
                  </a:cubicBezTo>
                  <a:cubicBezTo>
                    <a:pt x="51581" y="2811"/>
                    <a:pt x="51548" y="2804"/>
                    <a:pt x="51514" y="2804"/>
                  </a:cubicBezTo>
                  <a:close/>
                  <a:moveTo>
                    <a:pt x="23164" y="2821"/>
                  </a:moveTo>
                  <a:cubicBezTo>
                    <a:pt x="23124" y="2821"/>
                    <a:pt x="23082" y="2832"/>
                    <a:pt x="23041" y="2857"/>
                  </a:cubicBezTo>
                  <a:cubicBezTo>
                    <a:pt x="22889" y="2888"/>
                    <a:pt x="22858" y="3040"/>
                    <a:pt x="22889" y="3192"/>
                  </a:cubicBezTo>
                  <a:cubicBezTo>
                    <a:pt x="22919" y="3313"/>
                    <a:pt x="23041" y="3374"/>
                    <a:pt x="23101" y="3374"/>
                  </a:cubicBezTo>
                  <a:cubicBezTo>
                    <a:pt x="23162" y="3374"/>
                    <a:pt x="23193" y="3344"/>
                    <a:pt x="23223" y="3344"/>
                  </a:cubicBezTo>
                  <a:cubicBezTo>
                    <a:pt x="23375" y="3313"/>
                    <a:pt x="23466" y="3161"/>
                    <a:pt x="23375" y="3009"/>
                  </a:cubicBezTo>
                  <a:cubicBezTo>
                    <a:pt x="23353" y="2899"/>
                    <a:pt x="23267" y="2821"/>
                    <a:pt x="23164" y="2821"/>
                  </a:cubicBezTo>
                  <a:close/>
                  <a:moveTo>
                    <a:pt x="54150" y="3992"/>
                  </a:moveTo>
                  <a:cubicBezTo>
                    <a:pt x="54060" y="3992"/>
                    <a:pt x="53980" y="4039"/>
                    <a:pt x="53923" y="4134"/>
                  </a:cubicBezTo>
                  <a:cubicBezTo>
                    <a:pt x="53862" y="4286"/>
                    <a:pt x="53892" y="4438"/>
                    <a:pt x="54044" y="4529"/>
                  </a:cubicBezTo>
                  <a:cubicBezTo>
                    <a:pt x="54075" y="4560"/>
                    <a:pt x="54105" y="4560"/>
                    <a:pt x="54196" y="4560"/>
                  </a:cubicBezTo>
                  <a:cubicBezTo>
                    <a:pt x="54257" y="4560"/>
                    <a:pt x="54379" y="4529"/>
                    <a:pt x="54409" y="4408"/>
                  </a:cubicBezTo>
                  <a:cubicBezTo>
                    <a:pt x="54500" y="4256"/>
                    <a:pt x="54470" y="4104"/>
                    <a:pt x="54318" y="4043"/>
                  </a:cubicBezTo>
                  <a:cubicBezTo>
                    <a:pt x="54261" y="4009"/>
                    <a:pt x="54204" y="3992"/>
                    <a:pt x="54150" y="3992"/>
                  </a:cubicBezTo>
                  <a:close/>
                  <a:moveTo>
                    <a:pt x="20494" y="4036"/>
                  </a:moveTo>
                  <a:cubicBezTo>
                    <a:pt x="20452" y="4036"/>
                    <a:pt x="20409" y="4047"/>
                    <a:pt x="20366" y="4073"/>
                  </a:cubicBezTo>
                  <a:cubicBezTo>
                    <a:pt x="20275" y="4134"/>
                    <a:pt x="20183" y="4347"/>
                    <a:pt x="20275" y="4438"/>
                  </a:cubicBezTo>
                  <a:cubicBezTo>
                    <a:pt x="20305" y="4529"/>
                    <a:pt x="20366" y="4590"/>
                    <a:pt x="20518" y="4590"/>
                  </a:cubicBezTo>
                  <a:cubicBezTo>
                    <a:pt x="20579" y="4590"/>
                    <a:pt x="20609" y="4590"/>
                    <a:pt x="20639" y="4560"/>
                  </a:cubicBezTo>
                  <a:cubicBezTo>
                    <a:pt x="20761" y="4499"/>
                    <a:pt x="20822" y="4347"/>
                    <a:pt x="20761" y="4195"/>
                  </a:cubicBezTo>
                  <a:cubicBezTo>
                    <a:pt x="20696" y="4108"/>
                    <a:pt x="20599" y="4036"/>
                    <a:pt x="20494" y="4036"/>
                  </a:cubicBezTo>
                  <a:close/>
                  <a:moveTo>
                    <a:pt x="56719" y="5414"/>
                  </a:moveTo>
                  <a:cubicBezTo>
                    <a:pt x="56624" y="5414"/>
                    <a:pt x="56516" y="5482"/>
                    <a:pt x="56476" y="5563"/>
                  </a:cubicBezTo>
                  <a:cubicBezTo>
                    <a:pt x="56354" y="5654"/>
                    <a:pt x="56445" y="5867"/>
                    <a:pt x="56537" y="5927"/>
                  </a:cubicBezTo>
                  <a:cubicBezTo>
                    <a:pt x="56567" y="5958"/>
                    <a:pt x="56658" y="5958"/>
                    <a:pt x="56689" y="5958"/>
                  </a:cubicBezTo>
                  <a:cubicBezTo>
                    <a:pt x="56780" y="5958"/>
                    <a:pt x="56901" y="5927"/>
                    <a:pt x="56932" y="5867"/>
                  </a:cubicBezTo>
                  <a:cubicBezTo>
                    <a:pt x="56993" y="5745"/>
                    <a:pt x="56962" y="5563"/>
                    <a:pt x="56841" y="5471"/>
                  </a:cubicBezTo>
                  <a:cubicBezTo>
                    <a:pt x="56810" y="5431"/>
                    <a:pt x="56766" y="5414"/>
                    <a:pt x="56719" y="5414"/>
                  </a:cubicBezTo>
                  <a:close/>
                  <a:moveTo>
                    <a:pt x="17918" y="5471"/>
                  </a:moveTo>
                  <a:cubicBezTo>
                    <a:pt x="17870" y="5471"/>
                    <a:pt x="17823" y="5482"/>
                    <a:pt x="17782" y="5502"/>
                  </a:cubicBezTo>
                  <a:cubicBezTo>
                    <a:pt x="17691" y="5593"/>
                    <a:pt x="17630" y="5775"/>
                    <a:pt x="17721" y="5897"/>
                  </a:cubicBezTo>
                  <a:cubicBezTo>
                    <a:pt x="17752" y="5958"/>
                    <a:pt x="17873" y="5988"/>
                    <a:pt x="17934" y="6019"/>
                  </a:cubicBezTo>
                  <a:cubicBezTo>
                    <a:pt x="17995" y="6019"/>
                    <a:pt x="18056" y="6019"/>
                    <a:pt x="18086" y="5958"/>
                  </a:cubicBezTo>
                  <a:cubicBezTo>
                    <a:pt x="18208" y="5897"/>
                    <a:pt x="18238" y="5715"/>
                    <a:pt x="18177" y="5593"/>
                  </a:cubicBezTo>
                  <a:cubicBezTo>
                    <a:pt x="18116" y="5512"/>
                    <a:pt x="18015" y="5471"/>
                    <a:pt x="17918" y="5471"/>
                  </a:cubicBezTo>
                  <a:close/>
                  <a:moveTo>
                    <a:pt x="59099" y="7068"/>
                  </a:moveTo>
                  <a:cubicBezTo>
                    <a:pt x="59004" y="7068"/>
                    <a:pt x="58906" y="7114"/>
                    <a:pt x="58847" y="7174"/>
                  </a:cubicBezTo>
                  <a:cubicBezTo>
                    <a:pt x="58786" y="7295"/>
                    <a:pt x="58816" y="7478"/>
                    <a:pt x="58938" y="7569"/>
                  </a:cubicBezTo>
                  <a:cubicBezTo>
                    <a:pt x="59029" y="7599"/>
                    <a:pt x="59059" y="7599"/>
                    <a:pt x="59090" y="7599"/>
                  </a:cubicBezTo>
                  <a:cubicBezTo>
                    <a:pt x="59181" y="7599"/>
                    <a:pt x="59272" y="7569"/>
                    <a:pt x="59333" y="7478"/>
                  </a:cubicBezTo>
                  <a:cubicBezTo>
                    <a:pt x="59394" y="7386"/>
                    <a:pt x="59363" y="7174"/>
                    <a:pt x="59242" y="7113"/>
                  </a:cubicBezTo>
                  <a:cubicBezTo>
                    <a:pt x="59199" y="7081"/>
                    <a:pt x="59150" y="7068"/>
                    <a:pt x="59099" y="7068"/>
                  </a:cubicBezTo>
                  <a:close/>
                  <a:moveTo>
                    <a:pt x="15556" y="7105"/>
                  </a:moveTo>
                  <a:cubicBezTo>
                    <a:pt x="15500" y="7105"/>
                    <a:pt x="15447" y="7120"/>
                    <a:pt x="15411" y="7143"/>
                  </a:cubicBezTo>
                  <a:cubicBezTo>
                    <a:pt x="15259" y="7234"/>
                    <a:pt x="15259" y="7417"/>
                    <a:pt x="15320" y="7538"/>
                  </a:cubicBezTo>
                  <a:cubicBezTo>
                    <a:pt x="15350" y="7599"/>
                    <a:pt x="15442" y="7629"/>
                    <a:pt x="15563" y="7629"/>
                  </a:cubicBezTo>
                  <a:cubicBezTo>
                    <a:pt x="15594" y="7629"/>
                    <a:pt x="15654" y="7629"/>
                    <a:pt x="15715" y="7599"/>
                  </a:cubicBezTo>
                  <a:cubicBezTo>
                    <a:pt x="15867" y="7538"/>
                    <a:pt x="15867" y="7326"/>
                    <a:pt x="15776" y="7234"/>
                  </a:cubicBezTo>
                  <a:cubicBezTo>
                    <a:pt x="15739" y="7141"/>
                    <a:pt x="15644" y="7105"/>
                    <a:pt x="15556" y="7105"/>
                  </a:cubicBezTo>
                  <a:close/>
                  <a:moveTo>
                    <a:pt x="61384" y="8872"/>
                  </a:moveTo>
                  <a:cubicBezTo>
                    <a:pt x="61311" y="8872"/>
                    <a:pt x="61236" y="8902"/>
                    <a:pt x="61187" y="8967"/>
                  </a:cubicBezTo>
                  <a:cubicBezTo>
                    <a:pt x="61096" y="9088"/>
                    <a:pt x="61096" y="9240"/>
                    <a:pt x="61218" y="9362"/>
                  </a:cubicBezTo>
                  <a:cubicBezTo>
                    <a:pt x="61248" y="9392"/>
                    <a:pt x="61339" y="9392"/>
                    <a:pt x="61370" y="9423"/>
                  </a:cubicBezTo>
                  <a:cubicBezTo>
                    <a:pt x="61491" y="9423"/>
                    <a:pt x="61552" y="9392"/>
                    <a:pt x="61613" y="9301"/>
                  </a:cubicBezTo>
                  <a:cubicBezTo>
                    <a:pt x="61673" y="9180"/>
                    <a:pt x="61673" y="9058"/>
                    <a:pt x="61552" y="8937"/>
                  </a:cubicBezTo>
                  <a:cubicBezTo>
                    <a:pt x="61510" y="8894"/>
                    <a:pt x="61448" y="8872"/>
                    <a:pt x="61384" y="8872"/>
                  </a:cubicBezTo>
                  <a:close/>
                  <a:moveTo>
                    <a:pt x="13236" y="8899"/>
                  </a:moveTo>
                  <a:cubicBezTo>
                    <a:pt x="13178" y="8899"/>
                    <a:pt x="13119" y="8918"/>
                    <a:pt x="13071" y="8967"/>
                  </a:cubicBezTo>
                  <a:cubicBezTo>
                    <a:pt x="12980" y="9058"/>
                    <a:pt x="12919" y="9240"/>
                    <a:pt x="13040" y="9362"/>
                  </a:cubicBezTo>
                  <a:cubicBezTo>
                    <a:pt x="13071" y="9423"/>
                    <a:pt x="13162" y="9453"/>
                    <a:pt x="13223" y="9453"/>
                  </a:cubicBezTo>
                  <a:cubicBezTo>
                    <a:pt x="13314" y="9453"/>
                    <a:pt x="13375" y="9423"/>
                    <a:pt x="13436" y="9392"/>
                  </a:cubicBezTo>
                  <a:cubicBezTo>
                    <a:pt x="13527" y="9301"/>
                    <a:pt x="13587" y="9119"/>
                    <a:pt x="13466" y="8997"/>
                  </a:cubicBezTo>
                  <a:cubicBezTo>
                    <a:pt x="13411" y="8943"/>
                    <a:pt x="13324" y="8899"/>
                    <a:pt x="13236" y="8899"/>
                  </a:cubicBezTo>
                  <a:close/>
                  <a:moveTo>
                    <a:pt x="63543" y="10821"/>
                  </a:moveTo>
                  <a:cubicBezTo>
                    <a:pt x="63474" y="10821"/>
                    <a:pt x="63406" y="10851"/>
                    <a:pt x="63345" y="10912"/>
                  </a:cubicBezTo>
                  <a:cubicBezTo>
                    <a:pt x="63224" y="11034"/>
                    <a:pt x="63224" y="11186"/>
                    <a:pt x="63345" y="11277"/>
                  </a:cubicBezTo>
                  <a:cubicBezTo>
                    <a:pt x="63406" y="11368"/>
                    <a:pt x="63467" y="11368"/>
                    <a:pt x="63528" y="11368"/>
                  </a:cubicBezTo>
                  <a:cubicBezTo>
                    <a:pt x="63619" y="11368"/>
                    <a:pt x="63680" y="11338"/>
                    <a:pt x="63740" y="11277"/>
                  </a:cubicBezTo>
                  <a:cubicBezTo>
                    <a:pt x="63832" y="11186"/>
                    <a:pt x="63832" y="11034"/>
                    <a:pt x="63740" y="10912"/>
                  </a:cubicBezTo>
                  <a:cubicBezTo>
                    <a:pt x="63680" y="10851"/>
                    <a:pt x="63611" y="10821"/>
                    <a:pt x="63543" y="10821"/>
                  </a:cubicBezTo>
                  <a:close/>
                  <a:moveTo>
                    <a:pt x="11110" y="10905"/>
                  </a:moveTo>
                  <a:cubicBezTo>
                    <a:pt x="11042" y="10905"/>
                    <a:pt x="10973" y="10927"/>
                    <a:pt x="10913" y="10973"/>
                  </a:cubicBezTo>
                  <a:cubicBezTo>
                    <a:pt x="10791" y="11095"/>
                    <a:pt x="10791" y="11247"/>
                    <a:pt x="10913" y="11368"/>
                  </a:cubicBezTo>
                  <a:cubicBezTo>
                    <a:pt x="11004" y="11399"/>
                    <a:pt x="11034" y="11429"/>
                    <a:pt x="11095" y="11429"/>
                  </a:cubicBezTo>
                  <a:cubicBezTo>
                    <a:pt x="11186" y="11429"/>
                    <a:pt x="11247" y="11399"/>
                    <a:pt x="11308" y="11368"/>
                  </a:cubicBezTo>
                  <a:cubicBezTo>
                    <a:pt x="11399" y="11247"/>
                    <a:pt x="11399" y="11095"/>
                    <a:pt x="11308" y="10973"/>
                  </a:cubicBezTo>
                  <a:cubicBezTo>
                    <a:pt x="11247" y="10927"/>
                    <a:pt x="11179" y="10905"/>
                    <a:pt x="11110" y="10905"/>
                  </a:cubicBezTo>
                  <a:close/>
                  <a:moveTo>
                    <a:pt x="65534" y="12963"/>
                  </a:moveTo>
                  <a:cubicBezTo>
                    <a:pt x="65470" y="12963"/>
                    <a:pt x="65405" y="12987"/>
                    <a:pt x="65351" y="13040"/>
                  </a:cubicBezTo>
                  <a:cubicBezTo>
                    <a:pt x="65230" y="13101"/>
                    <a:pt x="65199" y="13313"/>
                    <a:pt x="65321" y="13405"/>
                  </a:cubicBezTo>
                  <a:cubicBezTo>
                    <a:pt x="65351" y="13496"/>
                    <a:pt x="65443" y="13526"/>
                    <a:pt x="65503" y="13526"/>
                  </a:cubicBezTo>
                  <a:cubicBezTo>
                    <a:pt x="65595" y="13526"/>
                    <a:pt x="65655" y="13496"/>
                    <a:pt x="65686" y="13465"/>
                  </a:cubicBezTo>
                  <a:cubicBezTo>
                    <a:pt x="65807" y="13374"/>
                    <a:pt x="65838" y="13192"/>
                    <a:pt x="65747" y="13070"/>
                  </a:cubicBezTo>
                  <a:cubicBezTo>
                    <a:pt x="65695" y="13002"/>
                    <a:pt x="65615" y="12963"/>
                    <a:pt x="65534" y="12963"/>
                  </a:cubicBezTo>
                  <a:close/>
                  <a:moveTo>
                    <a:pt x="9155" y="13028"/>
                  </a:moveTo>
                  <a:cubicBezTo>
                    <a:pt x="9080" y="13028"/>
                    <a:pt x="9004" y="13051"/>
                    <a:pt x="8937" y="13101"/>
                  </a:cubicBezTo>
                  <a:cubicBezTo>
                    <a:pt x="8876" y="13222"/>
                    <a:pt x="8876" y="13374"/>
                    <a:pt x="8967" y="13496"/>
                  </a:cubicBezTo>
                  <a:cubicBezTo>
                    <a:pt x="9028" y="13526"/>
                    <a:pt x="9089" y="13557"/>
                    <a:pt x="9180" y="13557"/>
                  </a:cubicBezTo>
                  <a:cubicBezTo>
                    <a:pt x="9241" y="13557"/>
                    <a:pt x="9332" y="13526"/>
                    <a:pt x="9362" y="13465"/>
                  </a:cubicBezTo>
                  <a:cubicBezTo>
                    <a:pt x="9423" y="13344"/>
                    <a:pt x="9423" y="13192"/>
                    <a:pt x="9332" y="13070"/>
                  </a:cubicBezTo>
                  <a:cubicBezTo>
                    <a:pt x="9277" y="13043"/>
                    <a:pt x="9217" y="13028"/>
                    <a:pt x="9155" y="13028"/>
                  </a:cubicBezTo>
                  <a:close/>
                  <a:moveTo>
                    <a:pt x="67356" y="15257"/>
                  </a:moveTo>
                  <a:cubicBezTo>
                    <a:pt x="67293" y="15257"/>
                    <a:pt x="67228" y="15280"/>
                    <a:pt x="67175" y="15320"/>
                  </a:cubicBezTo>
                  <a:cubicBezTo>
                    <a:pt x="67023" y="15380"/>
                    <a:pt x="67023" y="15593"/>
                    <a:pt x="67114" y="15684"/>
                  </a:cubicBezTo>
                  <a:cubicBezTo>
                    <a:pt x="67145" y="15776"/>
                    <a:pt x="67266" y="15806"/>
                    <a:pt x="67327" y="15806"/>
                  </a:cubicBezTo>
                  <a:cubicBezTo>
                    <a:pt x="67388" y="15806"/>
                    <a:pt x="67449" y="15806"/>
                    <a:pt x="67479" y="15776"/>
                  </a:cubicBezTo>
                  <a:cubicBezTo>
                    <a:pt x="67631" y="15684"/>
                    <a:pt x="67631" y="15502"/>
                    <a:pt x="67570" y="15380"/>
                  </a:cubicBezTo>
                  <a:cubicBezTo>
                    <a:pt x="67519" y="15295"/>
                    <a:pt x="67439" y="15257"/>
                    <a:pt x="67356" y="15257"/>
                  </a:cubicBezTo>
                  <a:close/>
                  <a:moveTo>
                    <a:pt x="7372" y="15320"/>
                  </a:moveTo>
                  <a:cubicBezTo>
                    <a:pt x="7275" y="15320"/>
                    <a:pt x="7174" y="15360"/>
                    <a:pt x="7113" y="15441"/>
                  </a:cubicBezTo>
                  <a:cubicBezTo>
                    <a:pt x="7052" y="15532"/>
                    <a:pt x="7083" y="15745"/>
                    <a:pt x="7204" y="15806"/>
                  </a:cubicBezTo>
                  <a:cubicBezTo>
                    <a:pt x="7235" y="15836"/>
                    <a:pt x="7265" y="15836"/>
                    <a:pt x="7356" y="15836"/>
                  </a:cubicBezTo>
                  <a:cubicBezTo>
                    <a:pt x="7417" y="15836"/>
                    <a:pt x="7539" y="15806"/>
                    <a:pt x="7569" y="15745"/>
                  </a:cubicBezTo>
                  <a:cubicBezTo>
                    <a:pt x="7660" y="15624"/>
                    <a:pt x="7600" y="15441"/>
                    <a:pt x="7508" y="15350"/>
                  </a:cubicBezTo>
                  <a:cubicBezTo>
                    <a:pt x="7468" y="15330"/>
                    <a:pt x="7421" y="15320"/>
                    <a:pt x="7372" y="15320"/>
                  </a:cubicBezTo>
                  <a:close/>
                  <a:moveTo>
                    <a:pt x="68947" y="17668"/>
                  </a:moveTo>
                  <a:cubicBezTo>
                    <a:pt x="68891" y="17668"/>
                    <a:pt x="68834" y="17685"/>
                    <a:pt x="68786" y="17721"/>
                  </a:cubicBezTo>
                  <a:cubicBezTo>
                    <a:pt x="68665" y="17782"/>
                    <a:pt x="68634" y="17964"/>
                    <a:pt x="68695" y="18086"/>
                  </a:cubicBezTo>
                  <a:cubicBezTo>
                    <a:pt x="68786" y="18177"/>
                    <a:pt x="68847" y="18207"/>
                    <a:pt x="68938" y="18207"/>
                  </a:cubicBezTo>
                  <a:cubicBezTo>
                    <a:pt x="68968" y="18207"/>
                    <a:pt x="69060" y="18207"/>
                    <a:pt x="69090" y="18177"/>
                  </a:cubicBezTo>
                  <a:cubicBezTo>
                    <a:pt x="69212" y="18086"/>
                    <a:pt x="69242" y="17903"/>
                    <a:pt x="69151" y="17782"/>
                  </a:cubicBezTo>
                  <a:cubicBezTo>
                    <a:pt x="69114" y="17708"/>
                    <a:pt x="69033" y="17668"/>
                    <a:pt x="68947" y="17668"/>
                  </a:cubicBezTo>
                  <a:close/>
                  <a:moveTo>
                    <a:pt x="5762" y="17751"/>
                  </a:moveTo>
                  <a:cubicBezTo>
                    <a:pt x="5668" y="17751"/>
                    <a:pt x="5573" y="17792"/>
                    <a:pt x="5533" y="17873"/>
                  </a:cubicBezTo>
                  <a:cubicBezTo>
                    <a:pt x="5411" y="17964"/>
                    <a:pt x="5472" y="18177"/>
                    <a:pt x="5593" y="18238"/>
                  </a:cubicBezTo>
                  <a:cubicBezTo>
                    <a:pt x="5624" y="18268"/>
                    <a:pt x="5685" y="18268"/>
                    <a:pt x="5745" y="18268"/>
                  </a:cubicBezTo>
                  <a:cubicBezTo>
                    <a:pt x="5837" y="18268"/>
                    <a:pt x="5928" y="18238"/>
                    <a:pt x="5989" y="18177"/>
                  </a:cubicBezTo>
                  <a:cubicBezTo>
                    <a:pt x="6049" y="18055"/>
                    <a:pt x="6019" y="17873"/>
                    <a:pt x="5897" y="17782"/>
                  </a:cubicBezTo>
                  <a:cubicBezTo>
                    <a:pt x="5857" y="17761"/>
                    <a:pt x="5810" y="17751"/>
                    <a:pt x="5762" y="17751"/>
                  </a:cubicBezTo>
                  <a:close/>
                  <a:moveTo>
                    <a:pt x="70366" y="20189"/>
                  </a:moveTo>
                  <a:cubicBezTo>
                    <a:pt x="70327" y="20189"/>
                    <a:pt x="70286" y="20197"/>
                    <a:pt x="70245" y="20213"/>
                  </a:cubicBezTo>
                  <a:cubicBezTo>
                    <a:pt x="70154" y="20304"/>
                    <a:pt x="70063" y="20456"/>
                    <a:pt x="70154" y="20608"/>
                  </a:cubicBezTo>
                  <a:cubicBezTo>
                    <a:pt x="70184" y="20669"/>
                    <a:pt x="70306" y="20760"/>
                    <a:pt x="70427" y="20760"/>
                  </a:cubicBezTo>
                  <a:cubicBezTo>
                    <a:pt x="70458" y="20760"/>
                    <a:pt x="70488" y="20760"/>
                    <a:pt x="70519" y="20700"/>
                  </a:cubicBezTo>
                  <a:cubicBezTo>
                    <a:pt x="70640" y="20639"/>
                    <a:pt x="70731" y="20487"/>
                    <a:pt x="70640" y="20335"/>
                  </a:cubicBezTo>
                  <a:cubicBezTo>
                    <a:pt x="70573" y="20246"/>
                    <a:pt x="70474" y="20189"/>
                    <a:pt x="70366" y="20189"/>
                  </a:cubicBezTo>
                  <a:close/>
                  <a:moveTo>
                    <a:pt x="4277" y="20267"/>
                  </a:moveTo>
                  <a:cubicBezTo>
                    <a:pt x="4175" y="20267"/>
                    <a:pt x="4086" y="20331"/>
                    <a:pt x="4043" y="20396"/>
                  </a:cubicBezTo>
                  <a:cubicBezTo>
                    <a:pt x="3952" y="20548"/>
                    <a:pt x="4013" y="20700"/>
                    <a:pt x="4165" y="20791"/>
                  </a:cubicBezTo>
                  <a:cubicBezTo>
                    <a:pt x="4226" y="20821"/>
                    <a:pt x="4256" y="20821"/>
                    <a:pt x="4317" y="20821"/>
                  </a:cubicBezTo>
                  <a:cubicBezTo>
                    <a:pt x="4378" y="20821"/>
                    <a:pt x="4499" y="20760"/>
                    <a:pt x="4530" y="20669"/>
                  </a:cubicBezTo>
                  <a:cubicBezTo>
                    <a:pt x="4621" y="20517"/>
                    <a:pt x="4560" y="20365"/>
                    <a:pt x="4408" y="20304"/>
                  </a:cubicBezTo>
                  <a:cubicBezTo>
                    <a:pt x="4363" y="20278"/>
                    <a:pt x="4319" y="20267"/>
                    <a:pt x="4277" y="20267"/>
                  </a:cubicBezTo>
                  <a:close/>
                  <a:moveTo>
                    <a:pt x="71645" y="22852"/>
                  </a:moveTo>
                  <a:cubicBezTo>
                    <a:pt x="71605" y="22852"/>
                    <a:pt x="71564" y="22863"/>
                    <a:pt x="71522" y="22888"/>
                  </a:cubicBezTo>
                  <a:cubicBezTo>
                    <a:pt x="71370" y="22919"/>
                    <a:pt x="71279" y="23070"/>
                    <a:pt x="71370" y="23222"/>
                  </a:cubicBezTo>
                  <a:cubicBezTo>
                    <a:pt x="71400" y="23344"/>
                    <a:pt x="71522" y="23374"/>
                    <a:pt x="71582" y="23405"/>
                  </a:cubicBezTo>
                  <a:cubicBezTo>
                    <a:pt x="71643" y="23405"/>
                    <a:pt x="71674" y="23374"/>
                    <a:pt x="71704" y="23374"/>
                  </a:cubicBezTo>
                  <a:cubicBezTo>
                    <a:pt x="71856" y="23344"/>
                    <a:pt x="71947" y="23192"/>
                    <a:pt x="71856" y="23040"/>
                  </a:cubicBezTo>
                  <a:cubicBezTo>
                    <a:pt x="71834" y="22930"/>
                    <a:pt x="71748" y="22852"/>
                    <a:pt x="71645" y="22852"/>
                  </a:cubicBezTo>
                  <a:close/>
                  <a:moveTo>
                    <a:pt x="3064" y="22926"/>
                  </a:moveTo>
                  <a:cubicBezTo>
                    <a:pt x="2968" y="22926"/>
                    <a:pt x="2873" y="22988"/>
                    <a:pt x="2827" y="23101"/>
                  </a:cubicBezTo>
                  <a:cubicBezTo>
                    <a:pt x="2736" y="23222"/>
                    <a:pt x="2827" y="23374"/>
                    <a:pt x="2979" y="23435"/>
                  </a:cubicBezTo>
                  <a:lnTo>
                    <a:pt x="3040" y="23435"/>
                  </a:lnTo>
                  <a:cubicBezTo>
                    <a:pt x="3162" y="23435"/>
                    <a:pt x="3283" y="23405"/>
                    <a:pt x="3314" y="23283"/>
                  </a:cubicBezTo>
                  <a:cubicBezTo>
                    <a:pt x="3344" y="23192"/>
                    <a:pt x="3314" y="23040"/>
                    <a:pt x="3162" y="22949"/>
                  </a:cubicBezTo>
                  <a:cubicBezTo>
                    <a:pt x="3130" y="22933"/>
                    <a:pt x="3097" y="22926"/>
                    <a:pt x="3064" y="22926"/>
                  </a:cubicBezTo>
                  <a:close/>
                  <a:moveTo>
                    <a:pt x="72583" y="25557"/>
                  </a:moveTo>
                  <a:cubicBezTo>
                    <a:pt x="72564" y="25557"/>
                    <a:pt x="72544" y="25559"/>
                    <a:pt x="72525" y="25563"/>
                  </a:cubicBezTo>
                  <a:cubicBezTo>
                    <a:pt x="72403" y="25624"/>
                    <a:pt x="72312" y="25776"/>
                    <a:pt x="72342" y="25928"/>
                  </a:cubicBezTo>
                  <a:cubicBezTo>
                    <a:pt x="72403" y="26019"/>
                    <a:pt x="72494" y="26110"/>
                    <a:pt x="72616" y="26110"/>
                  </a:cubicBezTo>
                  <a:lnTo>
                    <a:pt x="72677" y="26110"/>
                  </a:lnTo>
                  <a:cubicBezTo>
                    <a:pt x="72829" y="26080"/>
                    <a:pt x="72920" y="25928"/>
                    <a:pt x="72890" y="25776"/>
                  </a:cubicBezTo>
                  <a:cubicBezTo>
                    <a:pt x="72837" y="25643"/>
                    <a:pt x="72714" y="25557"/>
                    <a:pt x="72583" y="25557"/>
                  </a:cubicBezTo>
                  <a:close/>
                  <a:moveTo>
                    <a:pt x="2053" y="25647"/>
                  </a:moveTo>
                  <a:cubicBezTo>
                    <a:pt x="1929" y="25647"/>
                    <a:pt x="1819" y="25710"/>
                    <a:pt x="1794" y="25836"/>
                  </a:cubicBezTo>
                  <a:cubicBezTo>
                    <a:pt x="1764" y="25988"/>
                    <a:pt x="1824" y="26140"/>
                    <a:pt x="1976" y="26171"/>
                  </a:cubicBezTo>
                  <a:lnTo>
                    <a:pt x="2068" y="26171"/>
                  </a:lnTo>
                  <a:cubicBezTo>
                    <a:pt x="2189" y="26171"/>
                    <a:pt x="2280" y="26110"/>
                    <a:pt x="2341" y="25988"/>
                  </a:cubicBezTo>
                  <a:cubicBezTo>
                    <a:pt x="2371" y="25836"/>
                    <a:pt x="2280" y="25685"/>
                    <a:pt x="2128" y="25654"/>
                  </a:cubicBezTo>
                  <a:cubicBezTo>
                    <a:pt x="2103" y="25649"/>
                    <a:pt x="2078" y="25647"/>
                    <a:pt x="2053" y="25647"/>
                  </a:cubicBezTo>
                  <a:close/>
                  <a:moveTo>
                    <a:pt x="73442" y="28340"/>
                  </a:moveTo>
                  <a:cubicBezTo>
                    <a:pt x="73410" y="28340"/>
                    <a:pt x="73378" y="28346"/>
                    <a:pt x="73345" y="28359"/>
                  </a:cubicBezTo>
                  <a:cubicBezTo>
                    <a:pt x="73193" y="28390"/>
                    <a:pt x="73102" y="28542"/>
                    <a:pt x="73163" y="28694"/>
                  </a:cubicBezTo>
                  <a:cubicBezTo>
                    <a:pt x="73188" y="28820"/>
                    <a:pt x="73256" y="28884"/>
                    <a:pt x="73348" y="28884"/>
                  </a:cubicBezTo>
                  <a:cubicBezTo>
                    <a:pt x="73367" y="28884"/>
                    <a:pt x="73386" y="28881"/>
                    <a:pt x="73406" y="28876"/>
                  </a:cubicBezTo>
                  <a:lnTo>
                    <a:pt x="73497" y="28876"/>
                  </a:lnTo>
                  <a:cubicBezTo>
                    <a:pt x="73589" y="28846"/>
                    <a:pt x="73710" y="28694"/>
                    <a:pt x="73680" y="28542"/>
                  </a:cubicBezTo>
                  <a:cubicBezTo>
                    <a:pt x="73656" y="28422"/>
                    <a:pt x="73557" y="28340"/>
                    <a:pt x="73442" y="28340"/>
                  </a:cubicBezTo>
                  <a:close/>
                  <a:moveTo>
                    <a:pt x="1310" y="28445"/>
                  </a:moveTo>
                  <a:cubicBezTo>
                    <a:pt x="1179" y="28445"/>
                    <a:pt x="1061" y="28531"/>
                    <a:pt x="1034" y="28663"/>
                  </a:cubicBezTo>
                  <a:cubicBezTo>
                    <a:pt x="1004" y="28815"/>
                    <a:pt x="1064" y="28937"/>
                    <a:pt x="1216" y="28998"/>
                  </a:cubicBezTo>
                  <a:lnTo>
                    <a:pt x="1308" y="28998"/>
                  </a:lnTo>
                  <a:cubicBezTo>
                    <a:pt x="1429" y="28998"/>
                    <a:pt x="1520" y="28906"/>
                    <a:pt x="1581" y="28815"/>
                  </a:cubicBezTo>
                  <a:cubicBezTo>
                    <a:pt x="1612" y="28663"/>
                    <a:pt x="1520" y="28511"/>
                    <a:pt x="1368" y="28451"/>
                  </a:cubicBezTo>
                  <a:cubicBezTo>
                    <a:pt x="1349" y="28447"/>
                    <a:pt x="1329" y="28445"/>
                    <a:pt x="1310" y="28445"/>
                  </a:cubicBezTo>
                  <a:close/>
                  <a:moveTo>
                    <a:pt x="74035" y="31231"/>
                  </a:moveTo>
                  <a:cubicBezTo>
                    <a:pt x="74008" y="31231"/>
                    <a:pt x="73981" y="31236"/>
                    <a:pt x="73953" y="31247"/>
                  </a:cubicBezTo>
                  <a:cubicBezTo>
                    <a:pt x="73801" y="31247"/>
                    <a:pt x="73680" y="31399"/>
                    <a:pt x="73710" y="31551"/>
                  </a:cubicBezTo>
                  <a:cubicBezTo>
                    <a:pt x="73710" y="31642"/>
                    <a:pt x="73832" y="31764"/>
                    <a:pt x="73984" y="31764"/>
                  </a:cubicBezTo>
                  <a:lnTo>
                    <a:pt x="74014" y="31764"/>
                  </a:lnTo>
                  <a:cubicBezTo>
                    <a:pt x="74166" y="31764"/>
                    <a:pt x="74288" y="31612"/>
                    <a:pt x="74257" y="31460"/>
                  </a:cubicBezTo>
                  <a:cubicBezTo>
                    <a:pt x="74257" y="31335"/>
                    <a:pt x="74155" y="31231"/>
                    <a:pt x="74035" y="31231"/>
                  </a:cubicBezTo>
                  <a:close/>
                  <a:moveTo>
                    <a:pt x="715" y="31303"/>
                  </a:moveTo>
                  <a:cubicBezTo>
                    <a:pt x="590" y="31303"/>
                    <a:pt x="511" y="31415"/>
                    <a:pt x="457" y="31551"/>
                  </a:cubicBezTo>
                  <a:cubicBezTo>
                    <a:pt x="426" y="31703"/>
                    <a:pt x="548" y="31794"/>
                    <a:pt x="700" y="31855"/>
                  </a:cubicBezTo>
                  <a:lnTo>
                    <a:pt x="730" y="31855"/>
                  </a:lnTo>
                  <a:cubicBezTo>
                    <a:pt x="852" y="31855"/>
                    <a:pt x="973" y="31764"/>
                    <a:pt x="1004" y="31612"/>
                  </a:cubicBezTo>
                  <a:cubicBezTo>
                    <a:pt x="1034" y="31460"/>
                    <a:pt x="912" y="31338"/>
                    <a:pt x="761" y="31308"/>
                  </a:cubicBezTo>
                  <a:cubicBezTo>
                    <a:pt x="745" y="31305"/>
                    <a:pt x="729" y="31303"/>
                    <a:pt x="715" y="31303"/>
                  </a:cubicBezTo>
                  <a:close/>
                  <a:moveTo>
                    <a:pt x="74318" y="34074"/>
                  </a:moveTo>
                  <a:cubicBezTo>
                    <a:pt x="74166" y="34074"/>
                    <a:pt x="74045" y="34226"/>
                    <a:pt x="74045" y="34378"/>
                  </a:cubicBezTo>
                  <a:cubicBezTo>
                    <a:pt x="74045" y="34530"/>
                    <a:pt x="74166" y="34651"/>
                    <a:pt x="74318" y="34651"/>
                  </a:cubicBezTo>
                  <a:lnTo>
                    <a:pt x="74349" y="34651"/>
                  </a:lnTo>
                  <a:cubicBezTo>
                    <a:pt x="74531" y="34651"/>
                    <a:pt x="74622" y="34499"/>
                    <a:pt x="74622" y="34347"/>
                  </a:cubicBezTo>
                  <a:cubicBezTo>
                    <a:pt x="74592" y="34195"/>
                    <a:pt x="74470" y="34074"/>
                    <a:pt x="74318" y="34074"/>
                  </a:cubicBezTo>
                  <a:close/>
                  <a:moveTo>
                    <a:pt x="396" y="34165"/>
                  </a:moveTo>
                  <a:cubicBezTo>
                    <a:pt x="244" y="34165"/>
                    <a:pt x="92" y="34286"/>
                    <a:pt x="92" y="34438"/>
                  </a:cubicBezTo>
                  <a:cubicBezTo>
                    <a:pt x="92" y="34590"/>
                    <a:pt x="213" y="34742"/>
                    <a:pt x="365" y="34742"/>
                  </a:cubicBezTo>
                  <a:cubicBezTo>
                    <a:pt x="548" y="34742"/>
                    <a:pt x="669" y="34651"/>
                    <a:pt x="669" y="34469"/>
                  </a:cubicBezTo>
                  <a:cubicBezTo>
                    <a:pt x="669" y="34317"/>
                    <a:pt x="548" y="34165"/>
                    <a:pt x="396" y="34165"/>
                  </a:cubicBezTo>
                  <a:close/>
                  <a:moveTo>
                    <a:pt x="74440" y="37022"/>
                  </a:moveTo>
                  <a:cubicBezTo>
                    <a:pt x="74288" y="37022"/>
                    <a:pt x="74166" y="37113"/>
                    <a:pt x="74166" y="37265"/>
                  </a:cubicBezTo>
                  <a:cubicBezTo>
                    <a:pt x="74166" y="37404"/>
                    <a:pt x="74267" y="37543"/>
                    <a:pt x="74401" y="37543"/>
                  </a:cubicBezTo>
                  <a:cubicBezTo>
                    <a:pt x="74413" y="37543"/>
                    <a:pt x="74426" y="37541"/>
                    <a:pt x="74440" y="37539"/>
                  </a:cubicBezTo>
                  <a:cubicBezTo>
                    <a:pt x="74592" y="37539"/>
                    <a:pt x="74713" y="37417"/>
                    <a:pt x="74713" y="37265"/>
                  </a:cubicBezTo>
                  <a:cubicBezTo>
                    <a:pt x="74713" y="37113"/>
                    <a:pt x="74592" y="37022"/>
                    <a:pt x="74440" y="37022"/>
                  </a:cubicBezTo>
                  <a:close/>
                  <a:moveTo>
                    <a:pt x="274" y="37113"/>
                  </a:moveTo>
                  <a:cubicBezTo>
                    <a:pt x="122" y="37113"/>
                    <a:pt x="1" y="37235"/>
                    <a:pt x="1" y="37387"/>
                  </a:cubicBezTo>
                  <a:cubicBezTo>
                    <a:pt x="1" y="37539"/>
                    <a:pt x="122" y="37660"/>
                    <a:pt x="274" y="37660"/>
                  </a:cubicBezTo>
                  <a:cubicBezTo>
                    <a:pt x="426" y="37660"/>
                    <a:pt x="548" y="37539"/>
                    <a:pt x="548" y="37387"/>
                  </a:cubicBezTo>
                  <a:cubicBezTo>
                    <a:pt x="548" y="37235"/>
                    <a:pt x="426" y="37113"/>
                    <a:pt x="274" y="37113"/>
                  </a:cubicBezTo>
                  <a:close/>
                  <a:moveTo>
                    <a:pt x="74349" y="39910"/>
                  </a:moveTo>
                  <a:cubicBezTo>
                    <a:pt x="74197" y="39910"/>
                    <a:pt x="74045" y="40001"/>
                    <a:pt x="74045" y="40153"/>
                  </a:cubicBezTo>
                  <a:cubicBezTo>
                    <a:pt x="74045" y="40305"/>
                    <a:pt x="74166" y="40457"/>
                    <a:pt x="74318" y="40457"/>
                  </a:cubicBezTo>
                  <a:cubicBezTo>
                    <a:pt x="74470" y="40457"/>
                    <a:pt x="74592" y="40366"/>
                    <a:pt x="74622" y="40214"/>
                  </a:cubicBezTo>
                  <a:cubicBezTo>
                    <a:pt x="74622" y="40062"/>
                    <a:pt x="74500" y="39910"/>
                    <a:pt x="74349" y="39910"/>
                  </a:cubicBezTo>
                  <a:close/>
                  <a:moveTo>
                    <a:pt x="396" y="40001"/>
                  </a:moveTo>
                  <a:cubicBezTo>
                    <a:pt x="244" y="40062"/>
                    <a:pt x="122" y="40153"/>
                    <a:pt x="122" y="40305"/>
                  </a:cubicBezTo>
                  <a:cubicBezTo>
                    <a:pt x="122" y="40457"/>
                    <a:pt x="244" y="40578"/>
                    <a:pt x="396" y="40578"/>
                  </a:cubicBezTo>
                  <a:lnTo>
                    <a:pt x="426" y="40578"/>
                  </a:lnTo>
                  <a:cubicBezTo>
                    <a:pt x="578" y="40548"/>
                    <a:pt x="700" y="40426"/>
                    <a:pt x="700" y="40274"/>
                  </a:cubicBezTo>
                  <a:cubicBezTo>
                    <a:pt x="669" y="40122"/>
                    <a:pt x="548" y="40001"/>
                    <a:pt x="396" y="40001"/>
                  </a:cubicBezTo>
                  <a:close/>
                  <a:moveTo>
                    <a:pt x="73958" y="42822"/>
                  </a:moveTo>
                  <a:cubicBezTo>
                    <a:pt x="73839" y="42822"/>
                    <a:pt x="73763" y="42908"/>
                    <a:pt x="73710" y="43040"/>
                  </a:cubicBezTo>
                  <a:cubicBezTo>
                    <a:pt x="73680" y="43192"/>
                    <a:pt x="73801" y="43314"/>
                    <a:pt x="73953" y="43344"/>
                  </a:cubicBezTo>
                  <a:lnTo>
                    <a:pt x="73984" y="43344"/>
                  </a:lnTo>
                  <a:cubicBezTo>
                    <a:pt x="74105" y="43344"/>
                    <a:pt x="74197" y="43284"/>
                    <a:pt x="74257" y="43132"/>
                  </a:cubicBezTo>
                  <a:cubicBezTo>
                    <a:pt x="74288" y="42980"/>
                    <a:pt x="74166" y="42858"/>
                    <a:pt x="74014" y="42828"/>
                  </a:cubicBezTo>
                  <a:cubicBezTo>
                    <a:pt x="73995" y="42824"/>
                    <a:pt x="73976" y="42822"/>
                    <a:pt x="73958" y="42822"/>
                  </a:cubicBezTo>
                  <a:close/>
                  <a:moveTo>
                    <a:pt x="781" y="42933"/>
                  </a:moveTo>
                  <a:cubicBezTo>
                    <a:pt x="754" y="42933"/>
                    <a:pt x="727" y="42938"/>
                    <a:pt x="700" y="42949"/>
                  </a:cubicBezTo>
                  <a:cubicBezTo>
                    <a:pt x="548" y="42949"/>
                    <a:pt x="426" y="43101"/>
                    <a:pt x="457" y="43253"/>
                  </a:cubicBezTo>
                  <a:cubicBezTo>
                    <a:pt x="457" y="43344"/>
                    <a:pt x="578" y="43466"/>
                    <a:pt x="730" y="43466"/>
                  </a:cubicBezTo>
                  <a:lnTo>
                    <a:pt x="761" y="43466"/>
                  </a:lnTo>
                  <a:cubicBezTo>
                    <a:pt x="912" y="43466"/>
                    <a:pt x="1034" y="43314"/>
                    <a:pt x="1004" y="43162"/>
                  </a:cubicBezTo>
                  <a:cubicBezTo>
                    <a:pt x="1004" y="43037"/>
                    <a:pt x="902" y="42933"/>
                    <a:pt x="781" y="42933"/>
                  </a:cubicBezTo>
                  <a:close/>
                  <a:moveTo>
                    <a:pt x="73432" y="45666"/>
                  </a:moveTo>
                  <a:cubicBezTo>
                    <a:pt x="73316" y="45666"/>
                    <a:pt x="73217" y="45748"/>
                    <a:pt x="73193" y="45867"/>
                  </a:cubicBezTo>
                  <a:cubicBezTo>
                    <a:pt x="73163" y="46019"/>
                    <a:pt x="73224" y="46171"/>
                    <a:pt x="73376" y="46202"/>
                  </a:cubicBezTo>
                  <a:cubicBezTo>
                    <a:pt x="73406" y="46202"/>
                    <a:pt x="73406" y="46202"/>
                    <a:pt x="73437" y="46232"/>
                  </a:cubicBezTo>
                  <a:cubicBezTo>
                    <a:pt x="73558" y="46232"/>
                    <a:pt x="73680" y="46141"/>
                    <a:pt x="73710" y="46019"/>
                  </a:cubicBezTo>
                  <a:cubicBezTo>
                    <a:pt x="73771" y="45867"/>
                    <a:pt x="73680" y="45715"/>
                    <a:pt x="73528" y="45685"/>
                  </a:cubicBezTo>
                  <a:cubicBezTo>
                    <a:pt x="73495" y="45672"/>
                    <a:pt x="73463" y="45666"/>
                    <a:pt x="73432" y="45666"/>
                  </a:cubicBezTo>
                  <a:close/>
                  <a:moveTo>
                    <a:pt x="1292" y="45738"/>
                  </a:moveTo>
                  <a:cubicBezTo>
                    <a:pt x="1267" y="45738"/>
                    <a:pt x="1242" y="45741"/>
                    <a:pt x="1216" y="45746"/>
                  </a:cubicBezTo>
                  <a:cubicBezTo>
                    <a:pt x="1125" y="45776"/>
                    <a:pt x="1004" y="45928"/>
                    <a:pt x="1034" y="46080"/>
                  </a:cubicBezTo>
                  <a:cubicBezTo>
                    <a:pt x="1061" y="46212"/>
                    <a:pt x="1133" y="46299"/>
                    <a:pt x="1252" y="46299"/>
                  </a:cubicBezTo>
                  <a:cubicBezTo>
                    <a:pt x="1269" y="46299"/>
                    <a:pt x="1288" y="46297"/>
                    <a:pt x="1308" y="46293"/>
                  </a:cubicBezTo>
                  <a:lnTo>
                    <a:pt x="1368" y="46293"/>
                  </a:lnTo>
                  <a:cubicBezTo>
                    <a:pt x="1520" y="46232"/>
                    <a:pt x="1612" y="46080"/>
                    <a:pt x="1581" y="45928"/>
                  </a:cubicBezTo>
                  <a:cubicBezTo>
                    <a:pt x="1531" y="45801"/>
                    <a:pt x="1417" y="45738"/>
                    <a:pt x="1292" y="45738"/>
                  </a:cubicBezTo>
                  <a:close/>
                  <a:moveTo>
                    <a:pt x="72662" y="48474"/>
                  </a:moveTo>
                  <a:cubicBezTo>
                    <a:pt x="72538" y="48474"/>
                    <a:pt x="72429" y="48537"/>
                    <a:pt x="72403" y="48664"/>
                  </a:cubicBezTo>
                  <a:cubicBezTo>
                    <a:pt x="72342" y="48816"/>
                    <a:pt x="72434" y="48968"/>
                    <a:pt x="72586" y="49028"/>
                  </a:cubicBezTo>
                  <a:lnTo>
                    <a:pt x="72646" y="49028"/>
                  </a:lnTo>
                  <a:cubicBezTo>
                    <a:pt x="72768" y="49028"/>
                    <a:pt x="72890" y="48937"/>
                    <a:pt x="72920" y="48816"/>
                  </a:cubicBezTo>
                  <a:cubicBezTo>
                    <a:pt x="72950" y="48664"/>
                    <a:pt x="72890" y="48512"/>
                    <a:pt x="72738" y="48481"/>
                  </a:cubicBezTo>
                  <a:cubicBezTo>
                    <a:pt x="72712" y="48476"/>
                    <a:pt x="72687" y="48474"/>
                    <a:pt x="72662" y="48474"/>
                  </a:cubicBezTo>
                  <a:close/>
                  <a:moveTo>
                    <a:pt x="2113" y="48595"/>
                  </a:moveTo>
                  <a:cubicBezTo>
                    <a:pt x="2088" y="48595"/>
                    <a:pt x="2062" y="48598"/>
                    <a:pt x="2037" y="48603"/>
                  </a:cubicBezTo>
                  <a:cubicBezTo>
                    <a:pt x="1885" y="48633"/>
                    <a:pt x="1794" y="48785"/>
                    <a:pt x="1824" y="48937"/>
                  </a:cubicBezTo>
                  <a:cubicBezTo>
                    <a:pt x="1885" y="49059"/>
                    <a:pt x="1976" y="49089"/>
                    <a:pt x="2098" y="49120"/>
                  </a:cubicBezTo>
                  <a:lnTo>
                    <a:pt x="2189" y="49120"/>
                  </a:lnTo>
                  <a:cubicBezTo>
                    <a:pt x="2311" y="49089"/>
                    <a:pt x="2402" y="48937"/>
                    <a:pt x="2371" y="48785"/>
                  </a:cubicBezTo>
                  <a:cubicBezTo>
                    <a:pt x="2346" y="48659"/>
                    <a:pt x="2236" y="48595"/>
                    <a:pt x="2113" y="48595"/>
                  </a:cubicBezTo>
                  <a:close/>
                  <a:moveTo>
                    <a:pt x="71654" y="51224"/>
                  </a:moveTo>
                  <a:cubicBezTo>
                    <a:pt x="71569" y="51224"/>
                    <a:pt x="71468" y="51287"/>
                    <a:pt x="71400" y="51399"/>
                  </a:cubicBezTo>
                  <a:cubicBezTo>
                    <a:pt x="71370" y="51521"/>
                    <a:pt x="71400" y="51703"/>
                    <a:pt x="71552" y="51764"/>
                  </a:cubicBezTo>
                  <a:lnTo>
                    <a:pt x="71643" y="51764"/>
                  </a:lnTo>
                  <a:cubicBezTo>
                    <a:pt x="71734" y="51764"/>
                    <a:pt x="71856" y="51703"/>
                    <a:pt x="71886" y="51612"/>
                  </a:cubicBezTo>
                  <a:cubicBezTo>
                    <a:pt x="71978" y="51490"/>
                    <a:pt x="71886" y="51308"/>
                    <a:pt x="71734" y="51247"/>
                  </a:cubicBezTo>
                  <a:cubicBezTo>
                    <a:pt x="71711" y="51232"/>
                    <a:pt x="71683" y="51224"/>
                    <a:pt x="71654" y="51224"/>
                  </a:cubicBezTo>
                  <a:close/>
                  <a:moveTo>
                    <a:pt x="3080" y="51328"/>
                  </a:moveTo>
                  <a:cubicBezTo>
                    <a:pt x="3048" y="51328"/>
                    <a:pt x="3014" y="51332"/>
                    <a:pt x="2979" y="51338"/>
                  </a:cubicBezTo>
                  <a:cubicBezTo>
                    <a:pt x="2827" y="51369"/>
                    <a:pt x="2736" y="51521"/>
                    <a:pt x="2827" y="51673"/>
                  </a:cubicBezTo>
                  <a:cubicBezTo>
                    <a:pt x="2888" y="51794"/>
                    <a:pt x="2979" y="51825"/>
                    <a:pt x="3040" y="51855"/>
                  </a:cubicBezTo>
                  <a:cubicBezTo>
                    <a:pt x="3101" y="51855"/>
                    <a:pt x="3131" y="51825"/>
                    <a:pt x="3162" y="51825"/>
                  </a:cubicBezTo>
                  <a:cubicBezTo>
                    <a:pt x="3314" y="51794"/>
                    <a:pt x="3375" y="51642"/>
                    <a:pt x="3314" y="51490"/>
                  </a:cubicBezTo>
                  <a:cubicBezTo>
                    <a:pt x="3290" y="51373"/>
                    <a:pt x="3194" y="51328"/>
                    <a:pt x="3080" y="51328"/>
                  </a:cubicBezTo>
                  <a:close/>
                  <a:moveTo>
                    <a:pt x="70412" y="53840"/>
                  </a:moveTo>
                  <a:cubicBezTo>
                    <a:pt x="70322" y="53840"/>
                    <a:pt x="70241" y="53888"/>
                    <a:pt x="70184" y="53983"/>
                  </a:cubicBezTo>
                  <a:cubicBezTo>
                    <a:pt x="70124" y="54135"/>
                    <a:pt x="70154" y="54287"/>
                    <a:pt x="70306" y="54378"/>
                  </a:cubicBezTo>
                  <a:cubicBezTo>
                    <a:pt x="70336" y="54408"/>
                    <a:pt x="70427" y="54408"/>
                    <a:pt x="70458" y="54408"/>
                  </a:cubicBezTo>
                  <a:cubicBezTo>
                    <a:pt x="70519" y="54408"/>
                    <a:pt x="70640" y="54378"/>
                    <a:pt x="70671" y="54256"/>
                  </a:cubicBezTo>
                  <a:cubicBezTo>
                    <a:pt x="70762" y="54104"/>
                    <a:pt x="70731" y="53952"/>
                    <a:pt x="70579" y="53892"/>
                  </a:cubicBezTo>
                  <a:cubicBezTo>
                    <a:pt x="70522" y="53857"/>
                    <a:pt x="70465" y="53840"/>
                    <a:pt x="70412" y="53840"/>
                  </a:cubicBezTo>
                  <a:close/>
                  <a:moveTo>
                    <a:pt x="4316" y="53929"/>
                  </a:moveTo>
                  <a:cubicBezTo>
                    <a:pt x="4277" y="53929"/>
                    <a:pt x="4236" y="53936"/>
                    <a:pt x="4195" y="53952"/>
                  </a:cubicBezTo>
                  <a:cubicBezTo>
                    <a:pt x="4074" y="54044"/>
                    <a:pt x="4013" y="54226"/>
                    <a:pt x="4074" y="54348"/>
                  </a:cubicBezTo>
                  <a:cubicBezTo>
                    <a:pt x="4104" y="54408"/>
                    <a:pt x="4226" y="54500"/>
                    <a:pt x="4347" y="54500"/>
                  </a:cubicBezTo>
                  <a:cubicBezTo>
                    <a:pt x="4378" y="54500"/>
                    <a:pt x="4408" y="54500"/>
                    <a:pt x="4469" y="54439"/>
                  </a:cubicBezTo>
                  <a:cubicBezTo>
                    <a:pt x="4560" y="54378"/>
                    <a:pt x="4651" y="54226"/>
                    <a:pt x="4560" y="54074"/>
                  </a:cubicBezTo>
                  <a:cubicBezTo>
                    <a:pt x="4515" y="53985"/>
                    <a:pt x="4422" y="53929"/>
                    <a:pt x="4316" y="53929"/>
                  </a:cubicBezTo>
                  <a:close/>
                  <a:moveTo>
                    <a:pt x="69008" y="56409"/>
                  </a:moveTo>
                  <a:cubicBezTo>
                    <a:pt x="68919" y="56409"/>
                    <a:pt x="68824" y="56461"/>
                    <a:pt x="68786" y="56536"/>
                  </a:cubicBezTo>
                  <a:cubicBezTo>
                    <a:pt x="68695" y="56658"/>
                    <a:pt x="68756" y="56840"/>
                    <a:pt x="68847" y="56931"/>
                  </a:cubicBezTo>
                  <a:cubicBezTo>
                    <a:pt x="68938" y="56931"/>
                    <a:pt x="68968" y="56962"/>
                    <a:pt x="68999" y="56962"/>
                  </a:cubicBezTo>
                  <a:cubicBezTo>
                    <a:pt x="69090" y="56962"/>
                    <a:pt x="69212" y="56931"/>
                    <a:pt x="69242" y="56840"/>
                  </a:cubicBezTo>
                  <a:cubicBezTo>
                    <a:pt x="69303" y="56718"/>
                    <a:pt x="69272" y="56536"/>
                    <a:pt x="69151" y="56475"/>
                  </a:cubicBezTo>
                  <a:cubicBezTo>
                    <a:pt x="69116" y="56429"/>
                    <a:pt x="69063" y="56409"/>
                    <a:pt x="69008" y="56409"/>
                  </a:cubicBezTo>
                  <a:close/>
                  <a:moveTo>
                    <a:pt x="5736" y="56461"/>
                  </a:moveTo>
                  <a:cubicBezTo>
                    <a:pt x="5686" y="56461"/>
                    <a:pt x="5636" y="56474"/>
                    <a:pt x="5593" y="56506"/>
                  </a:cubicBezTo>
                  <a:cubicBezTo>
                    <a:pt x="5472" y="56566"/>
                    <a:pt x="5441" y="56779"/>
                    <a:pt x="5533" y="56870"/>
                  </a:cubicBezTo>
                  <a:cubicBezTo>
                    <a:pt x="5558" y="56945"/>
                    <a:pt x="5603" y="57000"/>
                    <a:pt x="5686" y="57000"/>
                  </a:cubicBezTo>
                  <a:cubicBezTo>
                    <a:pt x="5704" y="57000"/>
                    <a:pt x="5724" y="56997"/>
                    <a:pt x="5745" y="56992"/>
                  </a:cubicBezTo>
                  <a:cubicBezTo>
                    <a:pt x="5776" y="56992"/>
                    <a:pt x="5867" y="56992"/>
                    <a:pt x="5897" y="56962"/>
                  </a:cubicBezTo>
                  <a:cubicBezTo>
                    <a:pt x="6019" y="56870"/>
                    <a:pt x="6049" y="56688"/>
                    <a:pt x="5989" y="56566"/>
                  </a:cubicBezTo>
                  <a:cubicBezTo>
                    <a:pt x="5929" y="56507"/>
                    <a:pt x="5831" y="56461"/>
                    <a:pt x="5736" y="56461"/>
                  </a:cubicBezTo>
                  <a:close/>
                  <a:moveTo>
                    <a:pt x="67434" y="58816"/>
                  </a:moveTo>
                  <a:cubicBezTo>
                    <a:pt x="67337" y="58816"/>
                    <a:pt x="67236" y="58856"/>
                    <a:pt x="67175" y="58937"/>
                  </a:cubicBezTo>
                  <a:cubicBezTo>
                    <a:pt x="67114" y="59059"/>
                    <a:pt x="67145" y="59241"/>
                    <a:pt x="67266" y="59302"/>
                  </a:cubicBezTo>
                  <a:cubicBezTo>
                    <a:pt x="67289" y="59347"/>
                    <a:pt x="67311" y="59375"/>
                    <a:pt x="67357" y="59375"/>
                  </a:cubicBezTo>
                  <a:cubicBezTo>
                    <a:pt x="67374" y="59375"/>
                    <a:pt x="67394" y="59371"/>
                    <a:pt x="67418" y="59363"/>
                  </a:cubicBezTo>
                  <a:cubicBezTo>
                    <a:pt x="67479" y="59363"/>
                    <a:pt x="67601" y="59302"/>
                    <a:pt x="67631" y="59241"/>
                  </a:cubicBezTo>
                  <a:cubicBezTo>
                    <a:pt x="67722" y="59120"/>
                    <a:pt x="67661" y="58937"/>
                    <a:pt x="67570" y="58846"/>
                  </a:cubicBezTo>
                  <a:cubicBezTo>
                    <a:pt x="67530" y="58826"/>
                    <a:pt x="67482" y="58816"/>
                    <a:pt x="67434" y="58816"/>
                  </a:cubicBezTo>
                  <a:close/>
                  <a:moveTo>
                    <a:pt x="7414" y="58875"/>
                  </a:moveTo>
                  <a:cubicBezTo>
                    <a:pt x="7353" y="58875"/>
                    <a:pt x="7288" y="58898"/>
                    <a:pt x="7235" y="58937"/>
                  </a:cubicBezTo>
                  <a:cubicBezTo>
                    <a:pt x="7083" y="58998"/>
                    <a:pt x="7083" y="59211"/>
                    <a:pt x="7144" y="59302"/>
                  </a:cubicBezTo>
                  <a:cubicBezTo>
                    <a:pt x="7204" y="59393"/>
                    <a:pt x="7265" y="59424"/>
                    <a:pt x="7387" y="59424"/>
                  </a:cubicBezTo>
                  <a:cubicBezTo>
                    <a:pt x="7417" y="59424"/>
                    <a:pt x="7508" y="59424"/>
                    <a:pt x="7539" y="59393"/>
                  </a:cubicBezTo>
                  <a:cubicBezTo>
                    <a:pt x="7691" y="59302"/>
                    <a:pt x="7691" y="59120"/>
                    <a:pt x="7600" y="58998"/>
                  </a:cubicBezTo>
                  <a:cubicBezTo>
                    <a:pt x="7565" y="58913"/>
                    <a:pt x="7492" y="58875"/>
                    <a:pt x="7414" y="58875"/>
                  </a:cubicBezTo>
                  <a:close/>
                  <a:moveTo>
                    <a:pt x="65597" y="61122"/>
                  </a:moveTo>
                  <a:cubicBezTo>
                    <a:pt x="65527" y="61122"/>
                    <a:pt x="65461" y="61152"/>
                    <a:pt x="65412" y="61217"/>
                  </a:cubicBezTo>
                  <a:cubicBezTo>
                    <a:pt x="65321" y="61339"/>
                    <a:pt x="65321" y="61491"/>
                    <a:pt x="65443" y="61582"/>
                  </a:cubicBezTo>
                  <a:cubicBezTo>
                    <a:pt x="65473" y="61643"/>
                    <a:pt x="65564" y="61673"/>
                    <a:pt x="65595" y="61673"/>
                  </a:cubicBezTo>
                  <a:cubicBezTo>
                    <a:pt x="65716" y="61673"/>
                    <a:pt x="65777" y="61612"/>
                    <a:pt x="65807" y="61551"/>
                  </a:cubicBezTo>
                  <a:cubicBezTo>
                    <a:pt x="65899" y="61430"/>
                    <a:pt x="65899" y="61278"/>
                    <a:pt x="65777" y="61187"/>
                  </a:cubicBezTo>
                  <a:cubicBezTo>
                    <a:pt x="65720" y="61144"/>
                    <a:pt x="65658" y="61122"/>
                    <a:pt x="65597" y="61122"/>
                  </a:cubicBezTo>
                  <a:close/>
                  <a:moveTo>
                    <a:pt x="9133" y="61179"/>
                  </a:moveTo>
                  <a:cubicBezTo>
                    <a:pt x="9074" y="61179"/>
                    <a:pt x="9016" y="61199"/>
                    <a:pt x="8967" y="61247"/>
                  </a:cubicBezTo>
                  <a:cubicBezTo>
                    <a:pt x="8876" y="61339"/>
                    <a:pt x="8815" y="61521"/>
                    <a:pt x="8937" y="61643"/>
                  </a:cubicBezTo>
                  <a:cubicBezTo>
                    <a:pt x="9028" y="61703"/>
                    <a:pt x="9089" y="61703"/>
                    <a:pt x="9119" y="61734"/>
                  </a:cubicBezTo>
                  <a:cubicBezTo>
                    <a:pt x="9211" y="61734"/>
                    <a:pt x="9271" y="61703"/>
                    <a:pt x="9332" y="61673"/>
                  </a:cubicBezTo>
                  <a:cubicBezTo>
                    <a:pt x="9423" y="61582"/>
                    <a:pt x="9484" y="61399"/>
                    <a:pt x="9362" y="61278"/>
                  </a:cubicBezTo>
                  <a:cubicBezTo>
                    <a:pt x="9308" y="61223"/>
                    <a:pt x="9220" y="61179"/>
                    <a:pt x="9133" y="61179"/>
                  </a:cubicBezTo>
                  <a:close/>
                  <a:moveTo>
                    <a:pt x="63604" y="63254"/>
                  </a:moveTo>
                  <a:cubicBezTo>
                    <a:pt x="63535" y="63254"/>
                    <a:pt x="63467" y="63284"/>
                    <a:pt x="63406" y="63345"/>
                  </a:cubicBezTo>
                  <a:cubicBezTo>
                    <a:pt x="63315" y="63466"/>
                    <a:pt x="63315" y="63618"/>
                    <a:pt x="63406" y="63709"/>
                  </a:cubicBezTo>
                  <a:cubicBezTo>
                    <a:pt x="63497" y="63801"/>
                    <a:pt x="63588" y="63801"/>
                    <a:pt x="63619" y="63801"/>
                  </a:cubicBezTo>
                  <a:cubicBezTo>
                    <a:pt x="63680" y="63801"/>
                    <a:pt x="63771" y="63770"/>
                    <a:pt x="63801" y="63709"/>
                  </a:cubicBezTo>
                  <a:cubicBezTo>
                    <a:pt x="63923" y="63618"/>
                    <a:pt x="63923" y="63466"/>
                    <a:pt x="63801" y="63345"/>
                  </a:cubicBezTo>
                  <a:cubicBezTo>
                    <a:pt x="63740" y="63284"/>
                    <a:pt x="63672" y="63254"/>
                    <a:pt x="63604" y="63254"/>
                  </a:cubicBezTo>
                  <a:close/>
                  <a:moveTo>
                    <a:pt x="11141" y="63337"/>
                  </a:moveTo>
                  <a:cubicBezTo>
                    <a:pt x="11072" y="63337"/>
                    <a:pt x="11004" y="63360"/>
                    <a:pt x="10943" y="63406"/>
                  </a:cubicBezTo>
                  <a:cubicBezTo>
                    <a:pt x="10852" y="63527"/>
                    <a:pt x="10852" y="63679"/>
                    <a:pt x="10943" y="63801"/>
                  </a:cubicBezTo>
                  <a:cubicBezTo>
                    <a:pt x="11004" y="63831"/>
                    <a:pt x="11065" y="63861"/>
                    <a:pt x="11156" y="63861"/>
                  </a:cubicBezTo>
                  <a:cubicBezTo>
                    <a:pt x="11217" y="63861"/>
                    <a:pt x="11308" y="63831"/>
                    <a:pt x="11338" y="63801"/>
                  </a:cubicBezTo>
                  <a:cubicBezTo>
                    <a:pt x="11460" y="63679"/>
                    <a:pt x="11460" y="63527"/>
                    <a:pt x="11338" y="63406"/>
                  </a:cubicBezTo>
                  <a:cubicBezTo>
                    <a:pt x="11277" y="63360"/>
                    <a:pt x="11209" y="63337"/>
                    <a:pt x="11141" y="63337"/>
                  </a:cubicBezTo>
                  <a:close/>
                  <a:moveTo>
                    <a:pt x="61519" y="65243"/>
                  </a:moveTo>
                  <a:cubicBezTo>
                    <a:pt x="61457" y="65243"/>
                    <a:pt x="61392" y="65267"/>
                    <a:pt x="61339" y="65320"/>
                  </a:cubicBezTo>
                  <a:cubicBezTo>
                    <a:pt x="61218" y="65381"/>
                    <a:pt x="61187" y="65594"/>
                    <a:pt x="61309" y="65685"/>
                  </a:cubicBezTo>
                  <a:cubicBezTo>
                    <a:pt x="61339" y="65776"/>
                    <a:pt x="61400" y="65776"/>
                    <a:pt x="61491" y="65807"/>
                  </a:cubicBezTo>
                  <a:cubicBezTo>
                    <a:pt x="61552" y="65807"/>
                    <a:pt x="61643" y="65776"/>
                    <a:pt x="61673" y="65746"/>
                  </a:cubicBezTo>
                  <a:cubicBezTo>
                    <a:pt x="61795" y="65655"/>
                    <a:pt x="61825" y="65472"/>
                    <a:pt x="61704" y="65351"/>
                  </a:cubicBezTo>
                  <a:cubicBezTo>
                    <a:pt x="61670" y="65283"/>
                    <a:pt x="61597" y="65243"/>
                    <a:pt x="61519" y="65243"/>
                  </a:cubicBezTo>
                  <a:close/>
                  <a:moveTo>
                    <a:pt x="13259" y="65308"/>
                  </a:moveTo>
                  <a:cubicBezTo>
                    <a:pt x="13183" y="65308"/>
                    <a:pt x="13107" y="65331"/>
                    <a:pt x="13040" y="65381"/>
                  </a:cubicBezTo>
                  <a:cubicBezTo>
                    <a:pt x="12980" y="65503"/>
                    <a:pt x="12980" y="65655"/>
                    <a:pt x="13071" y="65776"/>
                  </a:cubicBezTo>
                  <a:cubicBezTo>
                    <a:pt x="13162" y="65807"/>
                    <a:pt x="13192" y="65837"/>
                    <a:pt x="13284" y="65837"/>
                  </a:cubicBezTo>
                  <a:cubicBezTo>
                    <a:pt x="13344" y="65837"/>
                    <a:pt x="13436" y="65807"/>
                    <a:pt x="13466" y="65746"/>
                  </a:cubicBezTo>
                  <a:cubicBezTo>
                    <a:pt x="13527" y="65624"/>
                    <a:pt x="13527" y="65472"/>
                    <a:pt x="13436" y="65351"/>
                  </a:cubicBezTo>
                  <a:cubicBezTo>
                    <a:pt x="13381" y="65324"/>
                    <a:pt x="13320" y="65308"/>
                    <a:pt x="13259" y="65308"/>
                  </a:cubicBezTo>
                  <a:close/>
                  <a:moveTo>
                    <a:pt x="59238" y="67052"/>
                  </a:moveTo>
                  <a:cubicBezTo>
                    <a:pt x="59177" y="67052"/>
                    <a:pt x="59113" y="67074"/>
                    <a:pt x="59059" y="67114"/>
                  </a:cubicBezTo>
                  <a:cubicBezTo>
                    <a:pt x="58907" y="67175"/>
                    <a:pt x="58907" y="67357"/>
                    <a:pt x="58968" y="67479"/>
                  </a:cubicBezTo>
                  <a:cubicBezTo>
                    <a:pt x="59059" y="67570"/>
                    <a:pt x="59120" y="67600"/>
                    <a:pt x="59211" y="67600"/>
                  </a:cubicBezTo>
                  <a:cubicBezTo>
                    <a:pt x="59242" y="67600"/>
                    <a:pt x="59333" y="67600"/>
                    <a:pt x="59363" y="67570"/>
                  </a:cubicBezTo>
                  <a:cubicBezTo>
                    <a:pt x="59515" y="67479"/>
                    <a:pt x="59515" y="67296"/>
                    <a:pt x="59424" y="67175"/>
                  </a:cubicBezTo>
                  <a:cubicBezTo>
                    <a:pt x="59390" y="67089"/>
                    <a:pt x="59317" y="67052"/>
                    <a:pt x="59238" y="67052"/>
                  </a:cubicBezTo>
                  <a:close/>
                  <a:moveTo>
                    <a:pt x="15572" y="67099"/>
                  </a:moveTo>
                  <a:cubicBezTo>
                    <a:pt x="15478" y="67099"/>
                    <a:pt x="15379" y="67146"/>
                    <a:pt x="15320" y="67205"/>
                  </a:cubicBezTo>
                  <a:cubicBezTo>
                    <a:pt x="15259" y="67327"/>
                    <a:pt x="15290" y="67509"/>
                    <a:pt x="15411" y="67600"/>
                  </a:cubicBezTo>
                  <a:cubicBezTo>
                    <a:pt x="15442" y="67631"/>
                    <a:pt x="15502" y="67631"/>
                    <a:pt x="15533" y="67631"/>
                  </a:cubicBezTo>
                  <a:cubicBezTo>
                    <a:pt x="15624" y="67631"/>
                    <a:pt x="15746" y="67600"/>
                    <a:pt x="15776" y="67509"/>
                  </a:cubicBezTo>
                  <a:cubicBezTo>
                    <a:pt x="15867" y="67418"/>
                    <a:pt x="15806" y="67205"/>
                    <a:pt x="15715" y="67144"/>
                  </a:cubicBezTo>
                  <a:cubicBezTo>
                    <a:pt x="15673" y="67112"/>
                    <a:pt x="15623" y="67099"/>
                    <a:pt x="15572" y="67099"/>
                  </a:cubicBezTo>
                  <a:close/>
                  <a:moveTo>
                    <a:pt x="56794" y="68664"/>
                  </a:moveTo>
                  <a:cubicBezTo>
                    <a:pt x="56746" y="68664"/>
                    <a:pt x="56699" y="68674"/>
                    <a:pt x="56658" y="68694"/>
                  </a:cubicBezTo>
                  <a:cubicBezTo>
                    <a:pt x="56537" y="68786"/>
                    <a:pt x="56506" y="68968"/>
                    <a:pt x="56567" y="69089"/>
                  </a:cubicBezTo>
                  <a:cubicBezTo>
                    <a:pt x="56614" y="69136"/>
                    <a:pt x="56660" y="69201"/>
                    <a:pt x="56735" y="69201"/>
                  </a:cubicBezTo>
                  <a:cubicBezTo>
                    <a:pt x="56757" y="69201"/>
                    <a:pt x="56782" y="69195"/>
                    <a:pt x="56810" y="69181"/>
                  </a:cubicBezTo>
                  <a:cubicBezTo>
                    <a:pt x="56841" y="69181"/>
                    <a:pt x="56932" y="69181"/>
                    <a:pt x="56962" y="69150"/>
                  </a:cubicBezTo>
                  <a:cubicBezTo>
                    <a:pt x="57084" y="69089"/>
                    <a:pt x="57114" y="68877"/>
                    <a:pt x="57053" y="68786"/>
                  </a:cubicBezTo>
                  <a:cubicBezTo>
                    <a:pt x="56993" y="68704"/>
                    <a:pt x="56891" y="68664"/>
                    <a:pt x="56794" y="68664"/>
                  </a:cubicBezTo>
                  <a:close/>
                  <a:moveTo>
                    <a:pt x="17984" y="68733"/>
                  </a:moveTo>
                  <a:cubicBezTo>
                    <a:pt x="17896" y="68733"/>
                    <a:pt x="17807" y="68773"/>
                    <a:pt x="17752" y="68846"/>
                  </a:cubicBezTo>
                  <a:cubicBezTo>
                    <a:pt x="17691" y="68968"/>
                    <a:pt x="17721" y="69150"/>
                    <a:pt x="17843" y="69241"/>
                  </a:cubicBezTo>
                  <a:cubicBezTo>
                    <a:pt x="17873" y="69241"/>
                    <a:pt x="17934" y="69272"/>
                    <a:pt x="17995" y="69272"/>
                  </a:cubicBezTo>
                  <a:cubicBezTo>
                    <a:pt x="18056" y="69272"/>
                    <a:pt x="18177" y="69241"/>
                    <a:pt x="18208" y="69150"/>
                  </a:cubicBezTo>
                  <a:cubicBezTo>
                    <a:pt x="18299" y="69029"/>
                    <a:pt x="18238" y="68846"/>
                    <a:pt x="18147" y="68786"/>
                  </a:cubicBezTo>
                  <a:cubicBezTo>
                    <a:pt x="18099" y="68750"/>
                    <a:pt x="18041" y="68733"/>
                    <a:pt x="17984" y="68733"/>
                  </a:cubicBezTo>
                  <a:close/>
                  <a:moveTo>
                    <a:pt x="54226" y="70069"/>
                  </a:moveTo>
                  <a:cubicBezTo>
                    <a:pt x="54186" y="70069"/>
                    <a:pt x="54146" y="70076"/>
                    <a:pt x="54105" y="70093"/>
                  </a:cubicBezTo>
                  <a:cubicBezTo>
                    <a:pt x="54014" y="70184"/>
                    <a:pt x="53923" y="70336"/>
                    <a:pt x="54014" y="70488"/>
                  </a:cubicBezTo>
                  <a:cubicBezTo>
                    <a:pt x="54075" y="70609"/>
                    <a:pt x="54166" y="70640"/>
                    <a:pt x="54257" y="70640"/>
                  </a:cubicBezTo>
                  <a:cubicBezTo>
                    <a:pt x="54287" y="70640"/>
                    <a:pt x="54348" y="70609"/>
                    <a:pt x="54379" y="70609"/>
                  </a:cubicBezTo>
                  <a:cubicBezTo>
                    <a:pt x="54500" y="70518"/>
                    <a:pt x="54561" y="70336"/>
                    <a:pt x="54500" y="70214"/>
                  </a:cubicBezTo>
                  <a:cubicBezTo>
                    <a:pt x="54433" y="70125"/>
                    <a:pt x="54334" y="70069"/>
                    <a:pt x="54226" y="70069"/>
                  </a:cubicBezTo>
                  <a:close/>
                  <a:moveTo>
                    <a:pt x="20504" y="70102"/>
                  </a:moveTo>
                  <a:cubicBezTo>
                    <a:pt x="20417" y="70102"/>
                    <a:pt x="20343" y="70150"/>
                    <a:pt x="20305" y="70245"/>
                  </a:cubicBezTo>
                  <a:cubicBezTo>
                    <a:pt x="20214" y="70397"/>
                    <a:pt x="20275" y="70548"/>
                    <a:pt x="20427" y="70640"/>
                  </a:cubicBezTo>
                  <a:cubicBezTo>
                    <a:pt x="20457" y="70670"/>
                    <a:pt x="20487" y="70670"/>
                    <a:pt x="20579" y="70670"/>
                  </a:cubicBezTo>
                  <a:cubicBezTo>
                    <a:pt x="20639" y="70670"/>
                    <a:pt x="20761" y="70640"/>
                    <a:pt x="20791" y="70518"/>
                  </a:cubicBezTo>
                  <a:cubicBezTo>
                    <a:pt x="20882" y="70366"/>
                    <a:pt x="20791" y="70214"/>
                    <a:pt x="20670" y="70153"/>
                  </a:cubicBezTo>
                  <a:cubicBezTo>
                    <a:pt x="20613" y="70119"/>
                    <a:pt x="20556" y="70102"/>
                    <a:pt x="20504" y="70102"/>
                  </a:cubicBezTo>
                  <a:close/>
                  <a:moveTo>
                    <a:pt x="23167" y="71363"/>
                  </a:moveTo>
                  <a:cubicBezTo>
                    <a:pt x="23083" y="71363"/>
                    <a:pt x="22985" y="71441"/>
                    <a:pt x="22919" y="71552"/>
                  </a:cubicBezTo>
                  <a:cubicBezTo>
                    <a:pt x="22889" y="71673"/>
                    <a:pt x="22919" y="71825"/>
                    <a:pt x="23071" y="71886"/>
                  </a:cubicBezTo>
                  <a:lnTo>
                    <a:pt x="23162" y="71886"/>
                  </a:lnTo>
                  <a:cubicBezTo>
                    <a:pt x="23253" y="71886"/>
                    <a:pt x="23375" y="71856"/>
                    <a:pt x="23405" y="71734"/>
                  </a:cubicBezTo>
                  <a:cubicBezTo>
                    <a:pt x="23466" y="71612"/>
                    <a:pt x="23405" y="71460"/>
                    <a:pt x="23253" y="71400"/>
                  </a:cubicBezTo>
                  <a:cubicBezTo>
                    <a:pt x="23228" y="71374"/>
                    <a:pt x="23199" y="71363"/>
                    <a:pt x="23167" y="71363"/>
                  </a:cubicBezTo>
                  <a:close/>
                  <a:moveTo>
                    <a:pt x="51645" y="71333"/>
                  </a:moveTo>
                  <a:cubicBezTo>
                    <a:pt x="51605" y="71333"/>
                    <a:pt x="51563" y="71344"/>
                    <a:pt x="51521" y="71369"/>
                  </a:cubicBezTo>
                  <a:cubicBezTo>
                    <a:pt x="51369" y="71400"/>
                    <a:pt x="51309" y="71552"/>
                    <a:pt x="51369" y="71704"/>
                  </a:cubicBezTo>
                  <a:cubicBezTo>
                    <a:pt x="51430" y="71825"/>
                    <a:pt x="51521" y="71886"/>
                    <a:pt x="51613" y="71886"/>
                  </a:cubicBezTo>
                  <a:cubicBezTo>
                    <a:pt x="51643" y="71886"/>
                    <a:pt x="51673" y="71856"/>
                    <a:pt x="51734" y="71856"/>
                  </a:cubicBezTo>
                  <a:cubicBezTo>
                    <a:pt x="51886" y="71825"/>
                    <a:pt x="51947" y="71673"/>
                    <a:pt x="51886" y="71521"/>
                  </a:cubicBezTo>
                  <a:cubicBezTo>
                    <a:pt x="51842" y="71411"/>
                    <a:pt x="51750" y="71333"/>
                    <a:pt x="51645" y="71333"/>
                  </a:cubicBezTo>
                  <a:close/>
                  <a:moveTo>
                    <a:pt x="48909" y="72334"/>
                  </a:moveTo>
                  <a:cubicBezTo>
                    <a:pt x="48888" y="72334"/>
                    <a:pt x="48867" y="72337"/>
                    <a:pt x="48847" y="72342"/>
                  </a:cubicBezTo>
                  <a:cubicBezTo>
                    <a:pt x="48695" y="72372"/>
                    <a:pt x="48603" y="72524"/>
                    <a:pt x="48634" y="72676"/>
                  </a:cubicBezTo>
                  <a:cubicBezTo>
                    <a:pt x="48695" y="72798"/>
                    <a:pt x="48786" y="72889"/>
                    <a:pt x="48907" y="72889"/>
                  </a:cubicBezTo>
                  <a:lnTo>
                    <a:pt x="48968" y="72889"/>
                  </a:lnTo>
                  <a:cubicBezTo>
                    <a:pt x="49120" y="72828"/>
                    <a:pt x="49211" y="72676"/>
                    <a:pt x="49181" y="72524"/>
                  </a:cubicBezTo>
                  <a:cubicBezTo>
                    <a:pt x="49130" y="72398"/>
                    <a:pt x="49016" y="72334"/>
                    <a:pt x="48909" y="72334"/>
                  </a:cubicBezTo>
                  <a:close/>
                  <a:moveTo>
                    <a:pt x="25900" y="72366"/>
                  </a:moveTo>
                  <a:cubicBezTo>
                    <a:pt x="25769" y="72366"/>
                    <a:pt x="25651" y="72453"/>
                    <a:pt x="25624" y="72585"/>
                  </a:cubicBezTo>
                  <a:cubicBezTo>
                    <a:pt x="25594" y="72737"/>
                    <a:pt x="25655" y="72889"/>
                    <a:pt x="25807" y="72919"/>
                  </a:cubicBezTo>
                  <a:lnTo>
                    <a:pt x="25898" y="72919"/>
                  </a:lnTo>
                  <a:cubicBezTo>
                    <a:pt x="25989" y="72919"/>
                    <a:pt x="26111" y="72828"/>
                    <a:pt x="26141" y="72737"/>
                  </a:cubicBezTo>
                  <a:cubicBezTo>
                    <a:pt x="26202" y="72585"/>
                    <a:pt x="26111" y="72433"/>
                    <a:pt x="25959" y="72372"/>
                  </a:cubicBezTo>
                  <a:cubicBezTo>
                    <a:pt x="25939" y="72368"/>
                    <a:pt x="25919" y="72366"/>
                    <a:pt x="25900" y="72366"/>
                  </a:cubicBezTo>
                  <a:close/>
                  <a:moveTo>
                    <a:pt x="46078" y="73126"/>
                  </a:moveTo>
                  <a:cubicBezTo>
                    <a:pt x="46059" y="73126"/>
                    <a:pt x="46039" y="73128"/>
                    <a:pt x="46020" y="73132"/>
                  </a:cubicBezTo>
                  <a:cubicBezTo>
                    <a:pt x="45868" y="73193"/>
                    <a:pt x="45807" y="73345"/>
                    <a:pt x="45837" y="73497"/>
                  </a:cubicBezTo>
                  <a:cubicBezTo>
                    <a:pt x="45868" y="73588"/>
                    <a:pt x="45989" y="73679"/>
                    <a:pt x="46081" y="73679"/>
                  </a:cubicBezTo>
                  <a:lnTo>
                    <a:pt x="46172" y="73679"/>
                  </a:lnTo>
                  <a:cubicBezTo>
                    <a:pt x="46324" y="73649"/>
                    <a:pt x="46415" y="73497"/>
                    <a:pt x="46354" y="73345"/>
                  </a:cubicBezTo>
                  <a:cubicBezTo>
                    <a:pt x="46328" y="73213"/>
                    <a:pt x="46209" y="73126"/>
                    <a:pt x="46078" y="73126"/>
                  </a:cubicBezTo>
                  <a:close/>
                  <a:moveTo>
                    <a:pt x="28727" y="73126"/>
                  </a:moveTo>
                  <a:cubicBezTo>
                    <a:pt x="28596" y="73126"/>
                    <a:pt x="28474" y="73213"/>
                    <a:pt x="28421" y="73345"/>
                  </a:cubicBezTo>
                  <a:cubicBezTo>
                    <a:pt x="28390" y="73497"/>
                    <a:pt x="28481" y="73649"/>
                    <a:pt x="28633" y="73679"/>
                  </a:cubicBezTo>
                  <a:cubicBezTo>
                    <a:pt x="28649" y="73694"/>
                    <a:pt x="28664" y="73702"/>
                    <a:pt x="28675" y="73702"/>
                  </a:cubicBezTo>
                  <a:cubicBezTo>
                    <a:pt x="28687" y="73702"/>
                    <a:pt x="28694" y="73694"/>
                    <a:pt x="28694" y="73679"/>
                  </a:cubicBezTo>
                  <a:cubicBezTo>
                    <a:pt x="28816" y="73679"/>
                    <a:pt x="28937" y="73588"/>
                    <a:pt x="28968" y="73497"/>
                  </a:cubicBezTo>
                  <a:cubicBezTo>
                    <a:pt x="28998" y="73345"/>
                    <a:pt x="28937" y="73193"/>
                    <a:pt x="28785" y="73132"/>
                  </a:cubicBezTo>
                  <a:cubicBezTo>
                    <a:pt x="28766" y="73128"/>
                    <a:pt x="28746" y="73126"/>
                    <a:pt x="28727" y="73126"/>
                  </a:cubicBezTo>
                  <a:close/>
                  <a:moveTo>
                    <a:pt x="43281" y="73704"/>
                  </a:moveTo>
                  <a:cubicBezTo>
                    <a:pt x="43262" y="73704"/>
                    <a:pt x="43243" y="73706"/>
                    <a:pt x="43223" y="73710"/>
                  </a:cubicBezTo>
                  <a:cubicBezTo>
                    <a:pt x="43071" y="73710"/>
                    <a:pt x="42950" y="73862"/>
                    <a:pt x="42980" y="74014"/>
                  </a:cubicBezTo>
                  <a:cubicBezTo>
                    <a:pt x="42980" y="74166"/>
                    <a:pt x="43132" y="74257"/>
                    <a:pt x="43254" y="74257"/>
                  </a:cubicBezTo>
                  <a:lnTo>
                    <a:pt x="43284" y="74257"/>
                  </a:lnTo>
                  <a:cubicBezTo>
                    <a:pt x="43436" y="74257"/>
                    <a:pt x="43558" y="74105"/>
                    <a:pt x="43527" y="73953"/>
                  </a:cubicBezTo>
                  <a:cubicBezTo>
                    <a:pt x="43527" y="73794"/>
                    <a:pt x="43411" y="73704"/>
                    <a:pt x="43281" y="73704"/>
                  </a:cubicBezTo>
                  <a:close/>
                  <a:moveTo>
                    <a:pt x="31535" y="73705"/>
                  </a:moveTo>
                  <a:cubicBezTo>
                    <a:pt x="31405" y="73705"/>
                    <a:pt x="31305" y="73817"/>
                    <a:pt x="31278" y="73953"/>
                  </a:cubicBezTo>
                  <a:cubicBezTo>
                    <a:pt x="31247" y="74105"/>
                    <a:pt x="31369" y="74196"/>
                    <a:pt x="31491" y="74257"/>
                  </a:cubicBezTo>
                  <a:cubicBezTo>
                    <a:pt x="31531" y="74257"/>
                    <a:pt x="31545" y="74270"/>
                    <a:pt x="31549" y="74270"/>
                  </a:cubicBezTo>
                  <a:cubicBezTo>
                    <a:pt x="31551" y="74270"/>
                    <a:pt x="31551" y="74267"/>
                    <a:pt x="31551" y="74257"/>
                  </a:cubicBezTo>
                  <a:cubicBezTo>
                    <a:pt x="31643" y="74257"/>
                    <a:pt x="31764" y="74166"/>
                    <a:pt x="31795" y="74014"/>
                  </a:cubicBezTo>
                  <a:cubicBezTo>
                    <a:pt x="31855" y="73862"/>
                    <a:pt x="31734" y="73740"/>
                    <a:pt x="31582" y="73710"/>
                  </a:cubicBezTo>
                  <a:cubicBezTo>
                    <a:pt x="31566" y="73706"/>
                    <a:pt x="31550" y="73705"/>
                    <a:pt x="31535" y="73705"/>
                  </a:cubicBezTo>
                  <a:close/>
                  <a:moveTo>
                    <a:pt x="34469" y="74014"/>
                  </a:moveTo>
                  <a:cubicBezTo>
                    <a:pt x="34317" y="74014"/>
                    <a:pt x="34165" y="74135"/>
                    <a:pt x="34165" y="74287"/>
                  </a:cubicBezTo>
                  <a:cubicBezTo>
                    <a:pt x="34165" y="74439"/>
                    <a:pt x="34287" y="74591"/>
                    <a:pt x="34439" y="74591"/>
                  </a:cubicBezTo>
                  <a:cubicBezTo>
                    <a:pt x="34591" y="74591"/>
                    <a:pt x="34713" y="74500"/>
                    <a:pt x="34743" y="74318"/>
                  </a:cubicBezTo>
                  <a:cubicBezTo>
                    <a:pt x="34743" y="74166"/>
                    <a:pt x="34621" y="74014"/>
                    <a:pt x="34469" y="74014"/>
                  </a:cubicBezTo>
                  <a:close/>
                  <a:moveTo>
                    <a:pt x="40366" y="74044"/>
                  </a:moveTo>
                  <a:cubicBezTo>
                    <a:pt x="40214" y="74044"/>
                    <a:pt x="40093" y="74196"/>
                    <a:pt x="40093" y="74348"/>
                  </a:cubicBezTo>
                  <a:cubicBezTo>
                    <a:pt x="40093" y="74470"/>
                    <a:pt x="40214" y="74591"/>
                    <a:pt x="40366" y="74622"/>
                  </a:cubicBezTo>
                  <a:lnTo>
                    <a:pt x="40397" y="74622"/>
                  </a:lnTo>
                  <a:cubicBezTo>
                    <a:pt x="40548" y="74591"/>
                    <a:pt x="40670" y="74470"/>
                    <a:pt x="40670" y="74318"/>
                  </a:cubicBezTo>
                  <a:cubicBezTo>
                    <a:pt x="40670" y="74166"/>
                    <a:pt x="40518" y="74044"/>
                    <a:pt x="40366" y="74044"/>
                  </a:cubicBezTo>
                  <a:close/>
                  <a:moveTo>
                    <a:pt x="37357" y="74166"/>
                  </a:moveTo>
                  <a:cubicBezTo>
                    <a:pt x="37205" y="74166"/>
                    <a:pt x="37083" y="74287"/>
                    <a:pt x="37083" y="74439"/>
                  </a:cubicBezTo>
                  <a:cubicBezTo>
                    <a:pt x="37083" y="74591"/>
                    <a:pt x="37205" y="74713"/>
                    <a:pt x="37357" y="74713"/>
                  </a:cubicBezTo>
                  <a:lnTo>
                    <a:pt x="37448" y="74713"/>
                  </a:lnTo>
                  <a:cubicBezTo>
                    <a:pt x="37600" y="74713"/>
                    <a:pt x="37691" y="74591"/>
                    <a:pt x="37691" y="74439"/>
                  </a:cubicBezTo>
                  <a:cubicBezTo>
                    <a:pt x="37691" y="74287"/>
                    <a:pt x="37570" y="74166"/>
                    <a:pt x="37448" y="7416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0"/>
            <p:cNvSpPr/>
            <p:nvPr/>
          </p:nvSpPr>
          <p:spPr>
            <a:xfrm>
              <a:off x="4526950" y="3871175"/>
              <a:ext cx="1703700" cy="1702925"/>
            </a:xfrm>
            <a:custGeom>
              <a:avLst/>
              <a:gdLst/>
              <a:ahLst/>
              <a:cxnLst/>
              <a:rect l="l" t="t" r="r" b="b"/>
              <a:pathLst>
                <a:path w="68148" h="68117" extrusionOk="0">
                  <a:moveTo>
                    <a:pt x="32554" y="0"/>
                  </a:moveTo>
                  <a:cubicBezTo>
                    <a:pt x="32372" y="0"/>
                    <a:pt x="32250" y="152"/>
                    <a:pt x="32250" y="335"/>
                  </a:cubicBezTo>
                  <a:cubicBezTo>
                    <a:pt x="32281" y="487"/>
                    <a:pt x="32402" y="639"/>
                    <a:pt x="32585" y="639"/>
                  </a:cubicBezTo>
                  <a:cubicBezTo>
                    <a:pt x="32767" y="639"/>
                    <a:pt x="32889" y="487"/>
                    <a:pt x="32889" y="304"/>
                  </a:cubicBezTo>
                  <a:cubicBezTo>
                    <a:pt x="32889" y="122"/>
                    <a:pt x="32737" y="0"/>
                    <a:pt x="32554" y="0"/>
                  </a:cubicBezTo>
                  <a:close/>
                  <a:moveTo>
                    <a:pt x="35533" y="0"/>
                  </a:moveTo>
                  <a:cubicBezTo>
                    <a:pt x="35320" y="0"/>
                    <a:pt x="35168" y="122"/>
                    <a:pt x="35168" y="304"/>
                  </a:cubicBezTo>
                  <a:cubicBezTo>
                    <a:pt x="35168" y="487"/>
                    <a:pt x="35290" y="639"/>
                    <a:pt x="35472" y="639"/>
                  </a:cubicBezTo>
                  <a:cubicBezTo>
                    <a:pt x="35685" y="639"/>
                    <a:pt x="35806" y="517"/>
                    <a:pt x="35806" y="335"/>
                  </a:cubicBezTo>
                  <a:cubicBezTo>
                    <a:pt x="35806" y="152"/>
                    <a:pt x="35715" y="0"/>
                    <a:pt x="35533" y="0"/>
                  </a:cubicBezTo>
                  <a:close/>
                  <a:moveTo>
                    <a:pt x="29718" y="260"/>
                  </a:moveTo>
                  <a:cubicBezTo>
                    <a:pt x="29692" y="260"/>
                    <a:pt x="29664" y="264"/>
                    <a:pt x="29636" y="274"/>
                  </a:cubicBezTo>
                  <a:cubicBezTo>
                    <a:pt x="29484" y="274"/>
                    <a:pt x="29332" y="395"/>
                    <a:pt x="29363" y="608"/>
                  </a:cubicBezTo>
                  <a:cubicBezTo>
                    <a:pt x="29390" y="744"/>
                    <a:pt x="29490" y="856"/>
                    <a:pt x="29620" y="856"/>
                  </a:cubicBezTo>
                  <a:cubicBezTo>
                    <a:pt x="29635" y="856"/>
                    <a:pt x="29651" y="855"/>
                    <a:pt x="29667" y="851"/>
                  </a:cubicBezTo>
                  <a:lnTo>
                    <a:pt x="29697" y="851"/>
                  </a:lnTo>
                  <a:cubicBezTo>
                    <a:pt x="29849" y="851"/>
                    <a:pt x="30001" y="730"/>
                    <a:pt x="29971" y="517"/>
                  </a:cubicBezTo>
                  <a:cubicBezTo>
                    <a:pt x="29971" y="389"/>
                    <a:pt x="29862" y="260"/>
                    <a:pt x="29718" y="260"/>
                  </a:cubicBezTo>
                  <a:close/>
                  <a:moveTo>
                    <a:pt x="38310" y="258"/>
                  </a:moveTo>
                  <a:cubicBezTo>
                    <a:pt x="38188" y="258"/>
                    <a:pt x="38081" y="367"/>
                    <a:pt x="38056" y="517"/>
                  </a:cubicBezTo>
                  <a:cubicBezTo>
                    <a:pt x="38025" y="669"/>
                    <a:pt x="38147" y="821"/>
                    <a:pt x="38329" y="882"/>
                  </a:cubicBezTo>
                  <a:lnTo>
                    <a:pt x="38360" y="882"/>
                  </a:lnTo>
                  <a:cubicBezTo>
                    <a:pt x="38512" y="882"/>
                    <a:pt x="38633" y="760"/>
                    <a:pt x="38664" y="608"/>
                  </a:cubicBezTo>
                  <a:cubicBezTo>
                    <a:pt x="38694" y="456"/>
                    <a:pt x="38603" y="304"/>
                    <a:pt x="38390" y="274"/>
                  </a:cubicBezTo>
                  <a:cubicBezTo>
                    <a:pt x="38363" y="263"/>
                    <a:pt x="38336" y="258"/>
                    <a:pt x="38310" y="258"/>
                  </a:cubicBezTo>
                  <a:close/>
                  <a:moveTo>
                    <a:pt x="26818" y="754"/>
                  </a:moveTo>
                  <a:cubicBezTo>
                    <a:pt x="26795" y="754"/>
                    <a:pt x="26772" y="756"/>
                    <a:pt x="26749" y="760"/>
                  </a:cubicBezTo>
                  <a:cubicBezTo>
                    <a:pt x="26597" y="791"/>
                    <a:pt x="26475" y="943"/>
                    <a:pt x="26505" y="1125"/>
                  </a:cubicBezTo>
                  <a:cubicBezTo>
                    <a:pt x="26560" y="1261"/>
                    <a:pt x="26639" y="1373"/>
                    <a:pt x="26764" y="1373"/>
                  </a:cubicBezTo>
                  <a:cubicBezTo>
                    <a:pt x="26778" y="1373"/>
                    <a:pt x="26794" y="1371"/>
                    <a:pt x="26809" y="1368"/>
                  </a:cubicBezTo>
                  <a:lnTo>
                    <a:pt x="26901" y="1368"/>
                  </a:lnTo>
                  <a:cubicBezTo>
                    <a:pt x="27053" y="1338"/>
                    <a:pt x="27174" y="1186"/>
                    <a:pt x="27113" y="973"/>
                  </a:cubicBezTo>
                  <a:cubicBezTo>
                    <a:pt x="27087" y="841"/>
                    <a:pt x="26968" y="754"/>
                    <a:pt x="26818" y="754"/>
                  </a:cubicBezTo>
                  <a:close/>
                  <a:moveTo>
                    <a:pt x="41229" y="729"/>
                  </a:moveTo>
                  <a:cubicBezTo>
                    <a:pt x="41108" y="729"/>
                    <a:pt x="40990" y="833"/>
                    <a:pt x="40943" y="973"/>
                  </a:cubicBezTo>
                  <a:cubicBezTo>
                    <a:pt x="40913" y="1155"/>
                    <a:pt x="41004" y="1307"/>
                    <a:pt x="41187" y="1368"/>
                  </a:cubicBezTo>
                  <a:cubicBezTo>
                    <a:pt x="41187" y="1368"/>
                    <a:pt x="41217" y="1368"/>
                    <a:pt x="41247" y="1399"/>
                  </a:cubicBezTo>
                  <a:cubicBezTo>
                    <a:pt x="41399" y="1399"/>
                    <a:pt x="41521" y="1277"/>
                    <a:pt x="41551" y="1125"/>
                  </a:cubicBezTo>
                  <a:cubicBezTo>
                    <a:pt x="41642" y="943"/>
                    <a:pt x="41521" y="791"/>
                    <a:pt x="41339" y="760"/>
                  </a:cubicBezTo>
                  <a:cubicBezTo>
                    <a:pt x="41303" y="739"/>
                    <a:pt x="41266" y="729"/>
                    <a:pt x="41229" y="729"/>
                  </a:cubicBezTo>
                  <a:close/>
                  <a:moveTo>
                    <a:pt x="44078" y="1424"/>
                  </a:moveTo>
                  <a:cubicBezTo>
                    <a:pt x="43916" y="1424"/>
                    <a:pt x="43767" y="1536"/>
                    <a:pt x="43740" y="1672"/>
                  </a:cubicBezTo>
                  <a:cubicBezTo>
                    <a:pt x="43679" y="1854"/>
                    <a:pt x="43801" y="2037"/>
                    <a:pt x="43953" y="2098"/>
                  </a:cubicBezTo>
                  <a:lnTo>
                    <a:pt x="44074" y="2098"/>
                  </a:lnTo>
                  <a:cubicBezTo>
                    <a:pt x="44226" y="2098"/>
                    <a:pt x="44348" y="2006"/>
                    <a:pt x="44378" y="1854"/>
                  </a:cubicBezTo>
                  <a:cubicBezTo>
                    <a:pt x="44408" y="1672"/>
                    <a:pt x="44287" y="1490"/>
                    <a:pt x="44135" y="1429"/>
                  </a:cubicBezTo>
                  <a:cubicBezTo>
                    <a:pt x="44116" y="1426"/>
                    <a:pt x="44097" y="1424"/>
                    <a:pt x="44078" y="1424"/>
                  </a:cubicBezTo>
                  <a:close/>
                  <a:moveTo>
                    <a:pt x="24025" y="1471"/>
                  </a:moveTo>
                  <a:cubicBezTo>
                    <a:pt x="23990" y="1471"/>
                    <a:pt x="23954" y="1477"/>
                    <a:pt x="23922" y="1490"/>
                  </a:cubicBezTo>
                  <a:cubicBezTo>
                    <a:pt x="23739" y="1550"/>
                    <a:pt x="23648" y="1733"/>
                    <a:pt x="23709" y="1885"/>
                  </a:cubicBezTo>
                  <a:cubicBezTo>
                    <a:pt x="23735" y="2017"/>
                    <a:pt x="23854" y="2103"/>
                    <a:pt x="23965" y="2103"/>
                  </a:cubicBezTo>
                  <a:cubicBezTo>
                    <a:pt x="23981" y="2103"/>
                    <a:pt x="23997" y="2102"/>
                    <a:pt x="24013" y="2098"/>
                  </a:cubicBezTo>
                  <a:lnTo>
                    <a:pt x="24135" y="2098"/>
                  </a:lnTo>
                  <a:cubicBezTo>
                    <a:pt x="24317" y="2006"/>
                    <a:pt x="24378" y="1824"/>
                    <a:pt x="24347" y="1672"/>
                  </a:cubicBezTo>
                  <a:cubicBezTo>
                    <a:pt x="24300" y="1553"/>
                    <a:pt x="24158" y="1471"/>
                    <a:pt x="24025" y="1471"/>
                  </a:cubicBezTo>
                  <a:close/>
                  <a:moveTo>
                    <a:pt x="46793" y="2455"/>
                  </a:moveTo>
                  <a:cubicBezTo>
                    <a:pt x="46660" y="2455"/>
                    <a:pt x="46521" y="2518"/>
                    <a:pt x="46445" y="2645"/>
                  </a:cubicBezTo>
                  <a:cubicBezTo>
                    <a:pt x="46415" y="2797"/>
                    <a:pt x="46506" y="3009"/>
                    <a:pt x="46658" y="3070"/>
                  </a:cubicBezTo>
                  <a:lnTo>
                    <a:pt x="46779" y="3070"/>
                  </a:lnTo>
                  <a:cubicBezTo>
                    <a:pt x="46871" y="3070"/>
                    <a:pt x="47023" y="3009"/>
                    <a:pt x="47083" y="2888"/>
                  </a:cubicBezTo>
                  <a:cubicBezTo>
                    <a:pt x="47114" y="2736"/>
                    <a:pt x="47023" y="2523"/>
                    <a:pt x="46871" y="2462"/>
                  </a:cubicBezTo>
                  <a:cubicBezTo>
                    <a:pt x="46845" y="2457"/>
                    <a:pt x="46819" y="2455"/>
                    <a:pt x="46793" y="2455"/>
                  </a:cubicBezTo>
                  <a:close/>
                  <a:moveTo>
                    <a:pt x="21308" y="2470"/>
                  </a:moveTo>
                  <a:cubicBezTo>
                    <a:pt x="21266" y="2470"/>
                    <a:pt x="21224" y="2478"/>
                    <a:pt x="21186" y="2493"/>
                  </a:cubicBezTo>
                  <a:cubicBezTo>
                    <a:pt x="21004" y="2584"/>
                    <a:pt x="20943" y="2766"/>
                    <a:pt x="21004" y="2918"/>
                  </a:cubicBezTo>
                  <a:cubicBezTo>
                    <a:pt x="21034" y="3040"/>
                    <a:pt x="21156" y="3101"/>
                    <a:pt x="21308" y="3161"/>
                  </a:cubicBezTo>
                  <a:cubicBezTo>
                    <a:pt x="21338" y="3161"/>
                    <a:pt x="21399" y="3101"/>
                    <a:pt x="21429" y="3101"/>
                  </a:cubicBezTo>
                  <a:cubicBezTo>
                    <a:pt x="21612" y="3040"/>
                    <a:pt x="21703" y="2827"/>
                    <a:pt x="21612" y="2675"/>
                  </a:cubicBezTo>
                  <a:cubicBezTo>
                    <a:pt x="21566" y="2538"/>
                    <a:pt x="21435" y="2470"/>
                    <a:pt x="21308" y="2470"/>
                  </a:cubicBezTo>
                  <a:close/>
                  <a:moveTo>
                    <a:pt x="49415" y="3642"/>
                  </a:moveTo>
                  <a:cubicBezTo>
                    <a:pt x="49300" y="3642"/>
                    <a:pt x="49186" y="3720"/>
                    <a:pt x="49120" y="3830"/>
                  </a:cubicBezTo>
                  <a:cubicBezTo>
                    <a:pt x="49059" y="3982"/>
                    <a:pt x="49120" y="4165"/>
                    <a:pt x="49272" y="4256"/>
                  </a:cubicBezTo>
                  <a:cubicBezTo>
                    <a:pt x="49363" y="4286"/>
                    <a:pt x="49393" y="4286"/>
                    <a:pt x="49393" y="4286"/>
                  </a:cubicBezTo>
                  <a:cubicBezTo>
                    <a:pt x="49515" y="4286"/>
                    <a:pt x="49606" y="4225"/>
                    <a:pt x="49697" y="4104"/>
                  </a:cubicBezTo>
                  <a:cubicBezTo>
                    <a:pt x="49758" y="3952"/>
                    <a:pt x="49697" y="3769"/>
                    <a:pt x="49545" y="3678"/>
                  </a:cubicBezTo>
                  <a:cubicBezTo>
                    <a:pt x="49504" y="3653"/>
                    <a:pt x="49459" y="3642"/>
                    <a:pt x="49415" y="3642"/>
                  </a:cubicBezTo>
                  <a:close/>
                  <a:moveTo>
                    <a:pt x="18664" y="3685"/>
                  </a:moveTo>
                  <a:cubicBezTo>
                    <a:pt x="18622" y="3685"/>
                    <a:pt x="18581" y="3693"/>
                    <a:pt x="18542" y="3709"/>
                  </a:cubicBezTo>
                  <a:cubicBezTo>
                    <a:pt x="18390" y="3800"/>
                    <a:pt x="18299" y="3982"/>
                    <a:pt x="18390" y="4134"/>
                  </a:cubicBezTo>
                  <a:cubicBezTo>
                    <a:pt x="18420" y="4256"/>
                    <a:pt x="18542" y="4316"/>
                    <a:pt x="18663" y="4316"/>
                  </a:cubicBezTo>
                  <a:cubicBezTo>
                    <a:pt x="18694" y="4316"/>
                    <a:pt x="18755" y="4316"/>
                    <a:pt x="18815" y="4286"/>
                  </a:cubicBezTo>
                  <a:cubicBezTo>
                    <a:pt x="18967" y="4195"/>
                    <a:pt x="19028" y="4013"/>
                    <a:pt x="18967" y="3861"/>
                  </a:cubicBezTo>
                  <a:cubicBezTo>
                    <a:pt x="18900" y="3748"/>
                    <a:pt x="18782" y="3685"/>
                    <a:pt x="18664" y="3685"/>
                  </a:cubicBezTo>
                  <a:close/>
                  <a:moveTo>
                    <a:pt x="51972" y="5047"/>
                  </a:moveTo>
                  <a:cubicBezTo>
                    <a:pt x="51854" y="5047"/>
                    <a:pt x="51735" y="5094"/>
                    <a:pt x="51673" y="5198"/>
                  </a:cubicBezTo>
                  <a:cubicBezTo>
                    <a:pt x="51582" y="5350"/>
                    <a:pt x="51643" y="5593"/>
                    <a:pt x="51764" y="5654"/>
                  </a:cubicBezTo>
                  <a:cubicBezTo>
                    <a:pt x="51827" y="5675"/>
                    <a:pt x="51861" y="5710"/>
                    <a:pt x="51906" y="5710"/>
                  </a:cubicBezTo>
                  <a:cubicBezTo>
                    <a:pt x="51926" y="5710"/>
                    <a:pt x="51949" y="5703"/>
                    <a:pt x="51977" y="5684"/>
                  </a:cubicBezTo>
                  <a:cubicBezTo>
                    <a:pt x="52099" y="5684"/>
                    <a:pt x="52159" y="5654"/>
                    <a:pt x="52251" y="5532"/>
                  </a:cubicBezTo>
                  <a:cubicBezTo>
                    <a:pt x="52311" y="5380"/>
                    <a:pt x="52281" y="5168"/>
                    <a:pt x="52129" y="5076"/>
                  </a:cubicBezTo>
                  <a:cubicBezTo>
                    <a:pt x="52081" y="5057"/>
                    <a:pt x="52027" y="5047"/>
                    <a:pt x="51972" y="5047"/>
                  </a:cubicBezTo>
                  <a:close/>
                  <a:moveTo>
                    <a:pt x="16142" y="5111"/>
                  </a:moveTo>
                  <a:cubicBezTo>
                    <a:pt x="16090" y="5111"/>
                    <a:pt x="16038" y="5128"/>
                    <a:pt x="15988" y="5168"/>
                  </a:cubicBezTo>
                  <a:cubicBezTo>
                    <a:pt x="15837" y="5289"/>
                    <a:pt x="15776" y="5472"/>
                    <a:pt x="15867" y="5624"/>
                  </a:cubicBezTo>
                  <a:cubicBezTo>
                    <a:pt x="15928" y="5684"/>
                    <a:pt x="16019" y="5775"/>
                    <a:pt x="16140" y="5775"/>
                  </a:cubicBezTo>
                  <a:cubicBezTo>
                    <a:pt x="16232" y="5775"/>
                    <a:pt x="16292" y="5775"/>
                    <a:pt x="16323" y="5745"/>
                  </a:cubicBezTo>
                  <a:cubicBezTo>
                    <a:pt x="16475" y="5624"/>
                    <a:pt x="16566" y="5441"/>
                    <a:pt x="16444" y="5289"/>
                  </a:cubicBezTo>
                  <a:cubicBezTo>
                    <a:pt x="16362" y="5186"/>
                    <a:pt x="16252" y="5111"/>
                    <a:pt x="16142" y="5111"/>
                  </a:cubicBezTo>
                  <a:close/>
                  <a:moveTo>
                    <a:pt x="54367" y="6710"/>
                  </a:moveTo>
                  <a:cubicBezTo>
                    <a:pt x="54262" y="6710"/>
                    <a:pt x="54161" y="6746"/>
                    <a:pt x="54105" y="6839"/>
                  </a:cubicBezTo>
                  <a:cubicBezTo>
                    <a:pt x="53983" y="6991"/>
                    <a:pt x="54014" y="7174"/>
                    <a:pt x="54165" y="7295"/>
                  </a:cubicBezTo>
                  <a:cubicBezTo>
                    <a:pt x="54201" y="7331"/>
                    <a:pt x="54237" y="7346"/>
                    <a:pt x="54278" y="7346"/>
                  </a:cubicBezTo>
                  <a:cubicBezTo>
                    <a:pt x="54308" y="7346"/>
                    <a:pt x="54340" y="7338"/>
                    <a:pt x="54378" y="7326"/>
                  </a:cubicBezTo>
                  <a:cubicBezTo>
                    <a:pt x="54469" y="7326"/>
                    <a:pt x="54561" y="7295"/>
                    <a:pt x="54621" y="7204"/>
                  </a:cubicBezTo>
                  <a:cubicBezTo>
                    <a:pt x="54713" y="7052"/>
                    <a:pt x="54713" y="6870"/>
                    <a:pt x="54561" y="6748"/>
                  </a:cubicBezTo>
                  <a:cubicBezTo>
                    <a:pt x="54502" y="6725"/>
                    <a:pt x="54434" y="6710"/>
                    <a:pt x="54367" y="6710"/>
                  </a:cubicBezTo>
                  <a:close/>
                  <a:moveTo>
                    <a:pt x="13756" y="6764"/>
                  </a:moveTo>
                  <a:cubicBezTo>
                    <a:pt x="13689" y="6764"/>
                    <a:pt x="13620" y="6789"/>
                    <a:pt x="13557" y="6839"/>
                  </a:cubicBezTo>
                  <a:cubicBezTo>
                    <a:pt x="13405" y="6961"/>
                    <a:pt x="13374" y="7143"/>
                    <a:pt x="13496" y="7295"/>
                  </a:cubicBezTo>
                  <a:cubicBezTo>
                    <a:pt x="13557" y="7356"/>
                    <a:pt x="13648" y="7417"/>
                    <a:pt x="13739" y="7447"/>
                  </a:cubicBezTo>
                  <a:cubicBezTo>
                    <a:pt x="13830" y="7447"/>
                    <a:pt x="13861" y="7417"/>
                    <a:pt x="13952" y="7356"/>
                  </a:cubicBezTo>
                  <a:cubicBezTo>
                    <a:pt x="14104" y="7265"/>
                    <a:pt x="14134" y="7052"/>
                    <a:pt x="14013" y="6900"/>
                  </a:cubicBezTo>
                  <a:cubicBezTo>
                    <a:pt x="13942" y="6812"/>
                    <a:pt x="13850" y="6764"/>
                    <a:pt x="13756" y="6764"/>
                  </a:cubicBezTo>
                  <a:close/>
                  <a:moveTo>
                    <a:pt x="56575" y="8555"/>
                  </a:moveTo>
                  <a:cubicBezTo>
                    <a:pt x="56479" y="8555"/>
                    <a:pt x="56392" y="8595"/>
                    <a:pt x="56324" y="8663"/>
                  </a:cubicBezTo>
                  <a:cubicBezTo>
                    <a:pt x="56232" y="8815"/>
                    <a:pt x="56263" y="8997"/>
                    <a:pt x="56384" y="9119"/>
                  </a:cubicBezTo>
                  <a:cubicBezTo>
                    <a:pt x="56427" y="9162"/>
                    <a:pt x="56486" y="9205"/>
                    <a:pt x="56537" y="9205"/>
                  </a:cubicBezTo>
                  <a:cubicBezTo>
                    <a:pt x="56559" y="9205"/>
                    <a:pt x="56579" y="9198"/>
                    <a:pt x="56597" y="9180"/>
                  </a:cubicBezTo>
                  <a:cubicBezTo>
                    <a:pt x="56688" y="9180"/>
                    <a:pt x="56749" y="9149"/>
                    <a:pt x="56840" y="9089"/>
                  </a:cubicBezTo>
                  <a:cubicBezTo>
                    <a:pt x="56962" y="8937"/>
                    <a:pt x="56901" y="8724"/>
                    <a:pt x="56810" y="8633"/>
                  </a:cubicBezTo>
                  <a:cubicBezTo>
                    <a:pt x="56730" y="8579"/>
                    <a:pt x="56650" y="8555"/>
                    <a:pt x="56575" y="8555"/>
                  </a:cubicBezTo>
                  <a:close/>
                  <a:moveTo>
                    <a:pt x="11532" y="8606"/>
                  </a:moveTo>
                  <a:cubicBezTo>
                    <a:pt x="11449" y="8606"/>
                    <a:pt x="11365" y="8636"/>
                    <a:pt x="11308" y="8693"/>
                  </a:cubicBezTo>
                  <a:cubicBezTo>
                    <a:pt x="11156" y="8815"/>
                    <a:pt x="11156" y="9028"/>
                    <a:pt x="11277" y="9149"/>
                  </a:cubicBezTo>
                  <a:cubicBezTo>
                    <a:pt x="11308" y="9241"/>
                    <a:pt x="11399" y="9271"/>
                    <a:pt x="11490" y="9271"/>
                  </a:cubicBezTo>
                  <a:cubicBezTo>
                    <a:pt x="11581" y="9271"/>
                    <a:pt x="11672" y="9241"/>
                    <a:pt x="11733" y="9180"/>
                  </a:cubicBezTo>
                  <a:cubicBezTo>
                    <a:pt x="11885" y="9089"/>
                    <a:pt x="11885" y="8845"/>
                    <a:pt x="11763" y="8724"/>
                  </a:cubicBezTo>
                  <a:cubicBezTo>
                    <a:pt x="11715" y="8644"/>
                    <a:pt x="11625" y="8606"/>
                    <a:pt x="11532" y="8606"/>
                  </a:cubicBezTo>
                  <a:close/>
                  <a:moveTo>
                    <a:pt x="58649" y="10578"/>
                  </a:moveTo>
                  <a:cubicBezTo>
                    <a:pt x="58565" y="10578"/>
                    <a:pt x="58482" y="10608"/>
                    <a:pt x="58421" y="10669"/>
                  </a:cubicBezTo>
                  <a:cubicBezTo>
                    <a:pt x="58330" y="10791"/>
                    <a:pt x="58330" y="11004"/>
                    <a:pt x="58421" y="11125"/>
                  </a:cubicBezTo>
                  <a:cubicBezTo>
                    <a:pt x="58489" y="11194"/>
                    <a:pt x="58541" y="11228"/>
                    <a:pt x="58600" y="11228"/>
                  </a:cubicBezTo>
                  <a:cubicBezTo>
                    <a:pt x="58620" y="11228"/>
                    <a:pt x="58641" y="11224"/>
                    <a:pt x="58664" y="11216"/>
                  </a:cubicBezTo>
                  <a:cubicBezTo>
                    <a:pt x="58725" y="11216"/>
                    <a:pt x="58816" y="11216"/>
                    <a:pt x="58877" y="11125"/>
                  </a:cubicBezTo>
                  <a:cubicBezTo>
                    <a:pt x="58998" y="11004"/>
                    <a:pt x="58998" y="10791"/>
                    <a:pt x="58877" y="10669"/>
                  </a:cubicBezTo>
                  <a:cubicBezTo>
                    <a:pt x="58816" y="10608"/>
                    <a:pt x="58732" y="10578"/>
                    <a:pt x="58649" y="10578"/>
                  </a:cubicBezTo>
                  <a:close/>
                  <a:moveTo>
                    <a:pt x="9410" y="10657"/>
                  </a:moveTo>
                  <a:cubicBezTo>
                    <a:pt x="9325" y="10657"/>
                    <a:pt x="9244" y="10696"/>
                    <a:pt x="9180" y="10760"/>
                  </a:cubicBezTo>
                  <a:cubicBezTo>
                    <a:pt x="9028" y="10852"/>
                    <a:pt x="9089" y="11095"/>
                    <a:pt x="9180" y="11216"/>
                  </a:cubicBezTo>
                  <a:cubicBezTo>
                    <a:pt x="9271" y="11277"/>
                    <a:pt x="9332" y="11277"/>
                    <a:pt x="9423" y="11307"/>
                  </a:cubicBezTo>
                  <a:cubicBezTo>
                    <a:pt x="9484" y="11307"/>
                    <a:pt x="9575" y="11277"/>
                    <a:pt x="9636" y="11216"/>
                  </a:cubicBezTo>
                  <a:cubicBezTo>
                    <a:pt x="9788" y="11064"/>
                    <a:pt x="9757" y="10852"/>
                    <a:pt x="9636" y="10760"/>
                  </a:cubicBezTo>
                  <a:cubicBezTo>
                    <a:pt x="9564" y="10689"/>
                    <a:pt x="9485" y="10657"/>
                    <a:pt x="9410" y="10657"/>
                  </a:cubicBezTo>
                  <a:close/>
                  <a:moveTo>
                    <a:pt x="60576" y="12811"/>
                  </a:moveTo>
                  <a:cubicBezTo>
                    <a:pt x="60505" y="12811"/>
                    <a:pt x="60433" y="12835"/>
                    <a:pt x="60366" y="12888"/>
                  </a:cubicBezTo>
                  <a:cubicBezTo>
                    <a:pt x="60245" y="12979"/>
                    <a:pt x="60214" y="13192"/>
                    <a:pt x="60336" y="13344"/>
                  </a:cubicBezTo>
                  <a:cubicBezTo>
                    <a:pt x="60366" y="13405"/>
                    <a:pt x="60488" y="13435"/>
                    <a:pt x="60609" y="13435"/>
                  </a:cubicBezTo>
                  <a:cubicBezTo>
                    <a:pt x="60670" y="13435"/>
                    <a:pt x="60701" y="13405"/>
                    <a:pt x="60792" y="13374"/>
                  </a:cubicBezTo>
                  <a:cubicBezTo>
                    <a:pt x="60913" y="13253"/>
                    <a:pt x="60944" y="13070"/>
                    <a:pt x="60822" y="12918"/>
                  </a:cubicBezTo>
                  <a:cubicBezTo>
                    <a:pt x="60754" y="12850"/>
                    <a:pt x="60666" y="12811"/>
                    <a:pt x="60576" y="12811"/>
                  </a:cubicBezTo>
                  <a:close/>
                  <a:moveTo>
                    <a:pt x="7525" y="12861"/>
                  </a:moveTo>
                  <a:cubicBezTo>
                    <a:pt x="7441" y="12861"/>
                    <a:pt x="7360" y="12899"/>
                    <a:pt x="7295" y="12979"/>
                  </a:cubicBezTo>
                  <a:cubicBezTo>
                    <a:pt x="7174" y="13131"/>
                    <a:pt x="7174" y="13344"/>
                    <a:pt x="7326" y="13435"/>
                  </a:cubicBezTo>
                  <a:cubicBezTo>
                    <a:pt x="7417" y="13496"/>
                    <a:pt x="7478" y="13496"/>
                    <a:pt x="7508" y="13526"/>
                  </a:cubicBezTo>
                  <a:cubicBezTo>
                    <a:pt x="7630" y="13526"/>
                    <a:pt x="7721" y="13466"/>
                    <a:pt x="7782" y="13405"/>
                  </a:cubicBezTo>
                  <a:cubicBezTo>
                    <a:pt x="7903" y="13253"/>
                    <a:pt x="7903" y="13070"/>
                    <a:pt x="7751" y="12949"/>
                  </a:cubicBezTo>
                  <a:cubicBezTo>
                    <a:pt x="7680" y="12891"/>
                    <a:pt x="7601" y="12861"/>
                    <a:pt x="7525" y="12861"/>
                  </a:cubicBezTo>
                  <a:close/>
                  <a:moveTo>
                    <a:pt x="62277" y="15123"/>
                  </a:moveTo>
                  <a:cubicBezTo>
                    <a:pt x="62206" y="15123"/>
                    <a:pt x="62132" y="15147"/>
                    <a:pt x="62068" y="15198"/>
                  </a:cubicBezTo>
                  <a:cubicBezTo>
                    <a:pt x="61916" y="15320"/>
                    <a:pt x="61886" y="15502"/>
                    <a:pt x="62008" y="15654"/>
                  </a:cubicBezTo>
                  <a:cubicBezTo>
                    <a:pt x="62060" y="15707"/>
                    <a:pt x="62135" y="15782"/>
                    <a:pt x="62233" y="15782"/>
                  </a:cubicBezTo>
                  <a:cubicBezTo>
                    <a:pt x="62248" y="15782"/>
                    <a:pt x="62265" y="15780"/>
                    <a:pt x="62281" y="15776"/>
                  </a:cubicBezTo>
                  <a:cubicBezTo>
                    <a:pt x="62342" y="15776"/>
                    <a:pt x="62433" y="15776"/>
                    <a:pt x="62464" y="15715"/>
                  </a:cubicBezTo>
                  <a:cubicBezTo>
                    <a:pt x="62585" y="15624"/>
                    <a:pt x="62646" y="15411"/>
                    <a:pt x="62524" y="15259"/>
                  </a:cubicBezTo>
                  <a:cubicBezTo>
                    <a:pt x="62471" y="15170"/>
                    <a:pt x="62377" y="15123"/>
                    <a:pt x="62277" y="15123"/>
                  </a:cubicBezTo>
                  <a:close/>
                  <a:moveTo>
                    <a:pt x="5862" y="15208"/>
                  </a:moveTo>
                  <a:cubicBezTo>
                    <a:pt x="5755" y="15208"/>
                    <a:pt x="5650" y="15255"/>
                    <a:pt x="5593" y="15350"/>
                  </a:cubicBezTo>
                  <a:cubicBezTo>
                    <a:pt x="5472" y="15502"/>
                    <a:pt x="5502" y="15684"/>
                    <a:pt x="5654" y="15806"/>
                  </a:cubicBezTo>
                  <a:cubicBezTo>
                    <a:pt x="5745" y="15836"/>
                    <a:pt x="5776" y="15836"/>
                    <a:pt x="5836" y="15867"/>
                  </a:cubicBezTo>
                  <a:cubicBezTo>
                    <a:pt x="5958" y="15867"/>
                    <a:pt x="6049" y="15836"/>
                    <a:pt x="6110" y="15715"/>
                  </a:cubicBezTo>
                  <a:cubicBezTo>
                    <a:pt x="6231" y="15563"/>
                    <a:pt x="6171" y="15381"/>
                    <a:pt x="6049" y="15259"/>
                  </a:cubicBezTo>
                  <a:cubicBezTo>
                    <a:pt x="5992" y="15225"/>
                    <a:pt x="5927" y="15208"/>
                    <a:pt x="5862" y="15208"/>
                  </a:cubicBezTo>
                  <a:close/>
                  <a:moveTo>
                    <a:pt x="63738" y="17661"/>
                  </a:moveTo>
                  <a:cubicBezTo>
                    <a:pt x="63687" y="17661"/>
                    <a:pt x="63636" y="17671"/>
                    <a:pt x="63588" y="17691"/>
                  </a:cubicBezTo>
                  <a:cubicBezTo>
                    <a:pt x="63436" y="17782"/>
                    <a:pt x="63406" y="17964"/>
                    <a:pt x="63497" y="18116"/>
                  </a:cubicBezTo>
                  <a:cubicBezTo>
                    <a:pt x="63558" y="18238"/>
                    <a:pt x="63649" y="18268"/>
                    <a:pt x="63740" y="18268"/>
                  </a:cubicBezTo>
                  <a:cubicBezTo>
                    <a:pt x="63801" y="18268"/>
                    <a:pt x="63862" y="18268"/>
                    <a:pt x="63892" y="18238"/>
                  </a:cubicBezTo>
                  <a:cubicBezTo>
                    <a:pt x="64044" y="18147"/>
                    <a:pt x="64105" y="17964"/>
                    <a:pt x="64014" y="17812"/>
                  </a:cubicBezTo>
                  <a:cubicBezTo>
                    <a:pt x="63951" y="17708"/>
                    <a:pt x="63846" y="17661"/>
                    <a:pt x="63738" y="17661"/>
                  </a:cubicBezTo>
                  <a:close/>
                  <a:moveTo>
                    <a:pt x="4317" y="17725"/>
                  </a:moveTo>
                  <a:cubicBezTo>
                    <a:pt x="4211" y="17725"/>
                    <a:pt x="4115" y="17800"/>
                    <a:pt x="4073" y="17903"/>
                  </a:cubicBezTo>
                  <a:cubicBezTo>
                    <a:pt x="3952" y="18055"/>
                    <a:pt x="4013" y="18238"/>
                    <a:pt x="4165" y="18298"/>
                  </a:cubicBezTo>
                  <a:cubicBezTo>
                    <a:pt x="4256" y="18359"/>
                    <a:pt x="4286" y="18359"/>
                    <a:pt x="4317" y="18359"/>
                  </a:cubicBezTo>
                  <a:cubicBezTo>
                    <a:pt x="4438" y="18359"/>
                    <a:pt x="4529" y="18298"/>
                    <a:pt x="4590" y="18207"/>
                  </a:cubicBezTo>
                  <a:cubicBezTo>
                    <a:pt x="4712" y="18025"/>
                    <a:pt x="4620" y="17843"/>
                    <a:pt x="4469" y="17782"/>
                  </a:cubicBezTo>
                  <a:cubicBezTo>
                    <a:pt x="4419" y="17742"/>
                    <a:pt x="4367" y="17725"/>
                    <a:pt x="4317" y="17725"/>
                  </a:cubicBezTo>
                  <a:close/>
                  <a:moveTo>
                    <a:pt x="65017" y="20251"/>
                  </a:moveTo>
                  <a:cubicBezTo>
                    <a:pt x="64976" y="20251"/>
                    <a:pt x="64934" y="20259"/>
                    <a:pt x="64895" y="20274"/>
                  </a:cubicBezTo>
                  <a:cubicBezTo>
                    <a:pt x="64743" y="20365"/>
                    <a:pt x="64652" y="20548"/>
                    <a:pt x="64743" y="20700"/>
                  </a:cubicBezTo>
                  <a:cubicBezTo>
                    <a:pt x="64804" y="20821"/>
                    <a:pt x="64926" y="20882"/>
                    <a:pt x="65047" y="20882"/>
                  </a:cubicBezTo>
                  <a:cubicBezTo>
                    <a:pt x="65078" y="20882"/>
                    <a:pt x="65108" y="20852"/>
                    <a:pt x="65169" y="20852"/>
                  </a:cubicBezTo>
                  <a:cubicBezTo>
                    <a:pt x="65321" y="20761"/>
                    <a:pt x="65382" y="20578"/>
                    <a:pt x="65321" y="20426"/>
                  </a:cubicBezTo>
                  <a:cubicBezTo>
                    <a:pt x="65253" y="20313"/>
                    <a:pt x="65135" y="20251"/>
                    <a:pt x="65017" y="20251"/>
                  </a:cubicBezTo>
                  <a:close/>
                  <a:moveTo>
                    <a:pt x="3092" y="20329"/>
                  </a:moveTo>
                  <a:cubicBezTo>
                    <a:pt x="2977" y="20329"/>
                    <a:pt x="2863" y="20407"/>
                    <a:pt x="2797" y="20517"/>
                  </a:cubicBezTo>
                  <a:cubicBezTo>
                    <a:pt x="2736" y="20669"/>
                    <a:pt x="2797" y="20852"/>
                    <a:pt x="2949" y="20943"/>
                  </a:cubicBezTo>
                  <a:cubicBezTo>
                    <a:pt x="3010" y="20973"/>
                    <a:pt x="3040" y="20973"/>
                    <a:pt x="3070" y="20973"/>
                  </a:cubicBezTo>
                  <a:cubicBezTo>
                    <a:pt x="3192" y="20973"/>
                    <a:pt x="3344" y="20882"/>
                    <a:pt x="3374" y="20791"/>
                  </a:cubicBezTo>
                  <a:cubicBezTo>
                    <a:pt x="3465" y="20639"/>
                    <a:pt x="3374" y="20426"/>
                    <a:pt x="3222" y="20365"/>
                  </a:cubicBezTo>
                  <a:cubicBezTo>
                    <a:pt x="3180" y="20340"/>
                    <a:pt x="3136" y="20329"/>
                    <a:pt x="3092" y="20329"/>
                  </a:cubicBezTo>
                  <a:close/>
                  <a:moveTo>
                    <a:pt x="66037" y="22972"/>
                  </a:moveTo>
                  <a:cubicBezTo>
                    <a:pt x="66011" y="22972"/>
                    <a:pt x="65984" y="22974"/>
                    <a:pt x="65959" y="22979"/>
                  </a:cubicBezTo>
                  <a:cubicBezTo>
                    <a:pt x="65807" y="23071"/>
                    <a:pt x="65716" y="23253"/>
                    <a:pt x="65777" y="23405"/>
                  </a:cubicBezTo>
                  <a:cubicBezTo>
                    <a:pt x="65837" y="23527"/>
                    <a:pt x="65959" y="23587"/>
                    <a:pt x="66081" y="23587"/>
                  </a:cubicBezTo>
                  <a:lnTo>
                    <a:pt x="66172" y="23587"/>
                  </a:lnTo>
                  <a:cubicBezTo>
                    <a:pt x="66324" y="23496"/>
                    <a:pt x="66445" y="23314"/>
                    <a:pt x="66385" y="23162"/>
                  </a:cubicBezTo>
                  <a:cubicBezTo>
                    <a:pt x="66309" y="23035"/>
                    <a:pt x="66169" y="22972"/>
                    <a:pt x="66037" y="22972"/>
                  </a:cubicBezTo>
                  <a:close/>
                  <a:moveTo>
                    <a:pt x="2030" y="23039"/>
                  </a:moveTo>
                  <a:cubicBezTo>
                    <a:pt x="1896" y="23039"/>
                    <a:pt x="1779" y="23137"/>
                    <a:pt x="1733" y="23253"/>
                  </a:cubicBezTo>
                  <a:cubicBezTo>
                    <a:pt x="1672" y="23435"/>
                    <a:pt x="1794" y="23587"/>
                    <a:pt x="1946" y="23679"/>
                  </a:cubicBezTo>
                  <a:cubicBezTo>
                    <a:pt x="1976" y="23679"/>
                    <a:pt x="2006" y="23679"/>
                    <a:pt x="2037" y="23709"/>
                  </a:cubicBezTo>
                  <a:cubicBezTo>
                    <a:pt x="2158" y="23709"/>
                    <a:pt x="2310" y="23618"/>
                    <a:pt x="2341" y="23466"/>
                  </a:cubicBezTo>
                  <a:cubicBezTo>
                    <a:pt x="2432" y="23283"/>
                    <a:pt x="2310" y="23131"/>
                    <a:pt x="2158" y="23071"/>
                  </a:cubicBezTo>
                  <a:cubicBezTo>
                    <a:pt x="2115" y="23049"/>
                    <a:pt x="2071" y="23039"/>
                    <a:pt x="2030" y="23039"/>
                  </a:cubicBezTo>
                  <a:close/>
                  <a:moveTo>
                    <a:pt x="66844" y="25741"/>
                  </a:moveTo>
                  <a:cubicBezTo>
                    <a:pt x="66823" y="25741"/>
                    <a:pt x="66802" y="25742"/>
                    <a:pt x="66780" y="25745"/>
                  </a:cubicBezTo>
                  <a:cubicBezTo>
                    <a:pt x="66628" y="25806"/>
                    <a:pt x="66537" y="25958"/>
                    <a:pt x="66567" y="26141"/>
                  </a:cubicBezTo>
                  <a:cubicBezTo>
                    <a:pt x="66592" y="26265"/>
                    <a:pt x="66698" y="26369"/>
                    <a:pt x="66803" y="26369"/>
                  </a:cubicBezTo>
                  <a:cubicBezTo>
                    <a:pt x="66826" y="26369"/>
                    <a:pt x="66849" y="26364"/>
                    <a:pt x="66871" y="26353"/>
                  </a:cubicBezTo>
                  <a:lnTo>
                    <a:pt x="66932" y="26353"/>
                  </a:lnTo>
                  <a:cubicBezTo>
                    <a:pt x="67084" y="26323"/>
                    <a:pt x="67205" y="26171"/>
                    <a:pt x="67175" y="25989"/>
                  </a:cubicBezTo>
                  <a:cubicBezTo>
                    <a:pt x="67148" y="25852"/>
                    <a:pt x="67023" y="25741"/>
                    <a:pt x="66844" y="25741"/>
                  </a:cubicBezTo>
                  <a:close/>
                  <a:moveTo>
                    <a:pt x="1262" y="25860"/>
                  </a:moveTo>
                  <a:cubicBezTo>
                    <a:pt x="1123" y="25860"/>
                    <a:pt x="968" y="25931"/>
                    <a:pt x="943" y="26110"/>
                  </a:cubicBezTo>
                  <a:cubicBezTo>
                    <a:pt x="912" y="26262"/>
                    <a:pt x="973" y="26445"/>
                    <a:pt x="1186" y="26475"/>
                  </a:cubicBezTo>
                  <a:lnTo>
                    <a:pt x="1247" y="26475"/>
                  </a:lnTo>
                  <a:cubicBezTo>
                    <a:pt x="1399" y="26475"/>
                    <a:pt x="1520" y="26384"/>
                    <a:pt x="1551" y="26262"/>
                  </a:cubicBezTo>
                  <a:cubicBezTo>
                    <a:pt x="1581" y="26110"/>
                    <a:pt x="1520" y="25897"/>
                    <a:pt x="1338" y="25867"/>
                  </a:cubicBezTo>
                  <a:cubicBezTo>
                    <a:pt x="1314" y="25862"/>
                    <a:pt x="1288" y="25860"/>
                    <a:pt x="1262" y="25860"/>
                  </a:cubicBezTo>
                  <a:close/>
                  <a:moveTo>
                    <a:pt x="67442" y="28599"/>
                  </a:moveTo>
                  <a:cubicBezTo>
                    <a:pt x="67424" y="28599"/>
                    <a:pt x="67406" y="28600"/>
                    <a:pt x="67388" y="28603"/>
                  </a:cubicBezTo>
                  <a:cubicBezTo>
                    <a:pt x="67236" y="28633"/>
                    <a:pt x="67084" y="28785"/>
                    <a:pt x="67144" y="28998"/>
                  </a:cubicBezTo>
                  <a:cubicBezTo>
                    <a:pt x="67175" y="29150"/>
                    <a:pt x="67296" y="29241"/>
                    <a:pt x="67479" y="29241"/>
                  </a:cubicBezTo>
                  <a:lnTo>
                    <a:pt x="67509" y="29241"/>
                  </a:lnTo>
                  <a:cubicBezTo>
                    <a:pt x="67692" y="29211"/>
                    <a:pt x="67813" y="29059"/>
                    <a:pt x="67783" y="28876"/>
                  </a:cubicBezTo>
                  <a:cubicBezTo>
                    <a:pt x="67755" y="28737"/>
                    <a:pt x="67626" y="28599"/>
                    <a:pt x="67442" y="28599"/>
                  </a:cubicBezTo>
                  <a:close/>
                  <a:moveTo>
                    <a:pt x="667" y="28678"/>
                  </a:moveTo>
                  <a:cubicBezTo>
                    <a:pt x="527" y="28678"/>
                    <a:pt x="415" y="28787"/>
                    <a:pt x="365" y="28937"/>
                  </a:cubicBezTo>
                  <a:cubicBezTo>
                    <a:pt x="335" y="29150"/>
                    <a:pt x="456" y="29302"/>
                    <a:pt x="639" y="29332"/>
                  </a:cubicBezTo>
                  <a:lnTo>
                    <a:pt x="730" y="29332"/>
                  </a:lnTo>
                  <a:cubicBezTo>
                    <a:pt x="882" y="29332"/>
                    <a:pt x="973" y="29211"/>
                    <a:pt x="1034" y="29059"/>
                  </a:cubicBezTo>
                  <a:cubicBezTo>
                    <a:pt x="1064" y="28876"/>
                    <a:pt x="943" y="28724"/>
                    <a:pt x="760" y="28694"/>
                  </a:cubicBezTo>
                  <a:cubicBezTo>
                    <a:pt x="728" y="28683"/>
                    <a:pt x="697" y="28678"/>
                    <a:pt x="667" y="28678"/>
                  </a:cubicBezTo>
                  <a:close/>
                  <a:moveTo>
                    <a:pt x="67722" y="31490"/>
                  </a:moveTo>
                  <a:cubicBezTo>
                    <a:pt x="67540" y="31490"/>
                    <a:pt x="67448" y="31642"/>
                    <a:pt x="67448" y="31825"/>
                  </a:cubicBezTo>
                  <a:cubicBezTo>
                    <a:pt x="67448" y="31977"/>
                    <a:pt x="67600" y="32129"/>
                    <a:pt x="67722" y="32129"/>
                  </a:cubicBezTo>
                  <a:lnTo>
                    <a:pt x="67783" y="32129"/>
                  </a:lnTo>
                  <a:cubicBezTo>
                    <a:pt x="67965" y="32129"/>
                    <a:pt x="68087" y="31977"/>
                    <a:pt x="68087" y="31794"/>
                  </a:cubicBezTo>
                  <a:cubicBezTo>
                    <a:pt x="68087" y="31612"/>
                    <a:pt x="67935" y="31490"/>
                    <a:pt x="67722" y="31490"/>
                  </a:cubicBezTo>
                  <a:close/>
                  <a:moveTo>
                    <a:pt x="426" y="31581"/>
                  </a:moveTo>
                  <a:cubicBezTo>
                    <a:pt x="213" y="31581"/>
                    <a:pt x="61" y="31673"/>
                    <a:pt x="61" y="31885"/>
                  </a:cubicBezTo>
                  <a:cubicBezTo>
                    <a:pt x="61" y="32068"/>
                    <a:pt x="183" y="32220"/>
                    <a:pt x="365" y="32220"/>
                  </a:cubicBezTo>
                  <a:cubicBezTo>
                    <a:pt x="578" y="32220"/>
                    <a:pt x="669" y="32068"/>
                    <a:pt x="730" y="31916"/>
                  </a:cubicBezTo>
                  <a:cubicBezTo>
                    <a:pt x="730" y="31733"/>
                    <a:pt x="608" y="31581"/>
                    <a:pt x="426" y="31581"/>
                  </a:cubicBezTo>
                  <a:close/>
                  <a:moveTo>
                    <a:pt x="67844" y="34378"/>
                  </a:moveTo>
                  <a:cubicBezTo>
                    <a:pt x="67661" y="34378"/>
                    <a:pt x="67509" y="34499"/>
                    <a:pt x="67509" y="34682"/>
                  </a:cubicBezTo>
                  <a:cubicBezTo>
                    <a:pt x="67509" y="34864"/>
                    <a:pt x="67631" y="35016"/>
                    <a:pt x="67813" y="35016"/>
                  </a:cubicBezTo>
                  <a:cubicBezTo>
                    <a:pt x="67996" y="35016"/>
                    <a:pt x="68148" y="34864"/>
                    <a:pt x="68148" y="34712"/>
                  </a:cubicBezTo>
                  <a:cubicBezTo>
                    <a:pt x="68148" y="34530"/>
                    <a:pt x="68056" y="34378"/>
                    <a:pt x="67844" y="34378"/>
                  </a:cubicBezTo>
                  <a:close/>
                  <a:moveTo>
                    <a:pt x="304" y="34469"/>
                  </a:moveTo>
                  <a:cubicBezTo>
                    <a:pt x="152" y="34499"/>
                    <a:pt x="0" y="34621"/>
                    <a:pt x="0" y="34803"/>
                  </a:cubicBezTo>
                  <a:cubicBezTo>
                    <a:pt x="0" y="34986"/>
                    <a:pt x="152" y="35107"/>
                    <a:pt x="335" y="35107"/>
                  </a:cubicBezTo>
                  <a:cubicBezTo>
                    <a:pt x="487" y="35107"/>
                    <a:pt x="639" y="34955"/>
                    <a:pt x="639" y="34773"/>
                  </a:cubicBezTo>
                  <a:cubicBezTo>
                    <a:pt x="608" y="34621"/>
                    <a:pt x="487" y="34469"/>
                    <a:pt x="304" y="34469"/>
                  </a:cubicBezTo>
                  <a:close/>
                  <a:moveTo>
                    <a:pt x="67613" y="37291"/>
                  </a:moveTo>
                  <a:cubicBezTo>
                    <a:pt x="67474" y="37291"/>
                    <a:pt x="67327" y="37406"/>
                    <a:pt x="67327" y="37569"/>
                  </a:cubicBezTo>
                  <a:cubicBezTo>
                    <a:pt x="67327" y="37721"/>
                    <a:pt x="67448" y="37873"/>
                    <a:pt x="67631" y="37904"/>
                  </a:cubicBezTo>
                  <a:cubicBezTo>
                    <a:pt x="67813" y="37904"/>
                    <a:pt x="67965" y="37812"/>
                    <a:pt x="67965" y="37661"/>
                  </a:cubicBezTo>
                  <a:cubicBezTo>
                    <a:pt x="67965" y="37509"/>
                    <a:pt x="67844" y="37296"/>
                    <a:pt x="67661" y="37296"/>
                  </a:cubicBezTo>
                  <a:cubicBezTo>
                    <a:pt x="67646" y="37293"/>
                    <a:pt x="67629" y="37291"/>
                    <a:pt x="67613" y="37291"/>
                  </a:cubicBezTo>
                  <a:close/>
                  <a:moveTo>
                    <a:pt x="487" y="37387"/>
                  </a:moveTo>
                  <a:cubicBezTo>
                    <a:pt x="304" y="37387"/>
                    <a:pt x="183" y="37539"/>
                    <a:pt x="183" y="37721"/>
                  </a:cubicBezTo>
                  <a:cubicBezTo>
                    <a:pt x="213" y="37873"/>
                    <a:pt x="335" y="37995"/>
                    <a:pt x="517" y="37995"/>
                  </a:cubicBezTo>
                  <a:lnTo>
                    <a:pt x="578" y="37995"/>
                  </a:lnTo>
                  <a:cubicBezTo>
                    <a:pt x="730" y="37995"/>
                    <a:pt x="882" y="37843"/>
                    <a:pt x="821" y="37661"/>
                  </a:cubicBezTo>
                  <a:cubicBezTo>
                    <a:pt x="821" y="37509"/>
                    <a:pt x="669" y="37387"/>
                    <a:pt x="487" y="37387"/>
                  </a:cubicBezTo>
                  <a:close/>
                  <a:moveTo>
                    <a:pt x="67211" y="40148"/>
                  </a:moveTo>
                  <a:cubicBezTo>
                    <a:pt x="67054" y="40148"/>
                    <a:pt x="66929" y="40263"/>
                    <a:pt x="66901" y="40427"/>
                  </a:cubicBezTo>
                  <a:cubicBezTo>
                    <a:pt x="66871" y="40609"/>
                    <a:pt x="66962" y="40761"/>
                    <a:pt x="67175" y="40791"/>
                  </a:cubicBezTo>
                  <a:lnTo>
                    <a:pt x="67236" y="40791"/>
                  </a:lnTo>
                  <a:cubicBezTo>
                    <a:pt x="67388" y="40791"/>
                    <a:pt x="67509" y="40700"/>
                    <a:pt x="67540" y="40548"/>
                  </a:cubicBezTo>
                  <a:cubicBezTo>
                    <a:pt x="67570" y="40335"/>
                    <a:pt x="67479" y="40183"/>
                    <a:pt x="67266" y="40153"/>
                  </a:cubicBezTo>
                  <a:cubicBezTo>
                    <a:pt x="67247" y="40150"/>
                    <a:pt x="67229" y="40148"/>
                    <a:pt x="67211" y="40148"/>
                  </a:cubicBezTo>
                  <a:close/>
                  <a:moveTo>
                    <a:pt x="1006" y="40228"/>
                  </a:moveTo>
                  <a:cubicBezTo>
                    <a:pt x="976" y="40228"/>
                    <a:pt x="945" y="40233"/>
                    <a:pt x="912" y="40244"/>
                  </a:cubicBezTo>
                  <a:cubicBezTo>
                    <a:pt x="730" y="40275"/>
                    <a:pt x="608" y="40427"/>
                    <a:pt x="639" y="40609"/>
                  </a:cubicBezTo>
                  <a:cubicBezTo>
                    <a:pt x="639" y="40761"/>
                    <a:pt x="791" y="40882"/>
                    <a:pt x="943" y="40882"/>
                  </a:cubicBezTo>
                  <a:lnTo>
                    <a:pt x="1034" y="40882"/>
                  </a:lnTo>
                  <a:cubicBezTo>
                    <a:pt x="1216" y="40822"/>
                    <a:pt x="1338" y="40700"/>
                    <a:pt x="1277" y="40487"/>
                  </a:cubicBezTo>
                  <a:cubicBezTo>
                    <a:pt x="1252" y="40337"/>
                    <a:pt x="1145" y="40228"/>
                    <a:pt x="1006" y="40228"/>
                  </a:cubicBezTo>
                  <a:close/>
                  <a:moveTo>
                    <a:pt x="66522" y="43003"/>
                  </a:moveTo>
                  <a:cubicBezTo>
                    <a:pt x="66389" y="43003"/>
                    <a:pt x="66253" y="43070"/>
                    <a:pt x="66202" y="43223"/>
                  </a:cubicBezTo>
                  <a:cubicBezTo>
                    <a:pt x="66172" y="43375"/>
                    <a:pt x="66293" y="43588"/>
                    <a:pt x="66445" y="43618"/>
                  </a:cubicBezTo>
                  <a:lnTo>
                    <a:pt x="66537" y="43618"/>
                  </a:lnTo>
                  <a:cubicBezTo>
                    <a:pt x="66689" y="43618"/>
                    <a:pt x="66780" y="43527"/>
                    <a:pt x="66841" y="43375"/>
                  </a:cubicBezTo>
                  <a:cubicBezTo>
                    <a:pt x="66871" y="43223"/>
                    <a:pt x="66780" y="43041"/>
                    <a:pt x="66597" y="43010"/>
                  </a:cubicBezTo>
                  <a:cubicBezTo>
                    <a:pt x="66573" y="43005"/>
                    <a:pt x="66547" y="43003"/>
                    <a:pt x="66522" y="43003"/>
                  </a:cubicBezTo>
                  <a:close/>
                  <a:moveTo>
                    <a:pt x="1635" y="43033"/>
                  </a:moveTo>
                  <a:cubicBezTo>
                    <a:pt x="1608" y="43033"/>
                    <a:pt x="1579" y="43036"/>
                    <a:pt x="1551" y="43041"/>
                  </a:cubicBezTo>
                  <a:cubicBezTo>
                    <a:pt x="1368" y="43132"/>
                    <a:pt x="1277" y="43284"/>
                    <a:pt x="1338" y="43466"/>
                  </a:cubicBezTo>
                  <a:cubicBezTo>
                    <a:pt x="1368" y="43618"/>
                    <a:pt x="1490" y="43679"/>
                    <a:pt x="1642" y="43679"/>
                  </a:cubicBezTo>
                  <a:lnTo>
                    <a:pt x="1703" y="43679"/>
                  </a:lnTo>
                  <a:cubicBezTo>
                    <a:pt x="1885" y="43618"/>
                    <a:pt x="1976" y="43466"/>
                    <a:pt x="1946" y="43284"/>
                  </a:cubicBezTo>
                  <a:cubicBezTo>
                    <a:pt x="1895" y="43105"/>
                    <a:pt x="1779" y="43033"/>
                    <a:pt x="1635" y="43033"/>
                  </a:cubicBezTo>
                  <a:close/>
                  <a:moveTo>
                    <a:pt x="65660" y="45714"/>
                  </a:moveTo>
                  <a:cubicBezTo>
                    <a:pt x="65532" y="45714"/>
                    <a:pt x="65397" y="45812"/>
                    <a:pt x="65351" y="45928"/>
                  </a:cubicBezTo>
                  <a:cubicBezTo>
                    <a:pt x="65260" y="46080"/>
                    <a:pt x="65382" y="46262"/>
                    <a:pt x="65533" y="46354"/>
                  </a:cubicBezTo>
                  <a:cubicBezTo>
                    <a:pt x="65549" y="46369"/>
                    <a:pt x="65571" y="46376"/>
                    <a:pt x="65594" y="46376"/>
                  </a:cubicBezTo>
                  <a:cubicBezTo>
                    <a:pt x="65617" y="46376"/>
                    <a:pt x="65640" y="46369"/>
                    <a:pt x="65655" y="46354"/>
                  </a:cubicBezTo>
                  <a:cubicBezTo>
                    <a:pt x="65777" y="46354"/>
                    <a:pt x="65929" y="46262"/>
                    <a:pt x="65959" y="46171"/>
                  </a:cubicBezTo>
                  <a:cubicBezTo>
                    <a:pt x="66020" y="46019"/>
                    <a:pt x="65929" y="45807"/>
                    <a:pt x="65777" y="45746"/>
                  </a:cubicBezTo>
                  <a:cubicBezTo>
                    <a:pt x="65740" y="45724"/>
                    <a:pt x="65701" y="45714"/>
                    <a:pt x="65660" y="45714"/>
                  </a:cubicBezTo>
                  <a:close/>
                  <a:moveTo>
                    <a:pt x="2546" y="45784"/>
                  </a:moveTo>
                  <a:cubicBezTo>
                    <a:pt x="2508" y="45784"/>
                    <a:pt x="2469" y="45792"/>
                    <a:pt x="2432" y="45807"/>
                  </a:cubicBezTo>
                  <a:cubicBezTo>
                    <a:pt x="2250" y="45898"/>
                    <a:pt x="2158" y="46080"/>
                    <a:pt x="2250" y="46232"/>
                  </a:cubicBezTo>
                  <a:cubicBezTo>
                    <a:pt x="2297" y="46352"/>
                    <a:pt x="2383" y="46434"/>
                    <a:pt x="2476" y="46434"/>
                  </a:cubicBezTo>
                  <a:cubicBezTo>
                    <a:pt x="2502" y="46434"/>
                    <a:pt x="2528" y="46427"/>
                    <a:pt x="2554" y="46414"/>
                  </a:cubicBezTo>
                  <a:lnTo>
                    <a:pt x="2645" y="46414"/>
                  </a:lnTo>
                  <a:cubicBezTo>
                    <a:pt x="2797" y="46354"/>
                    <a:pt x="2918" y="46141"/>
                    <a:pt x="2858" y="46019"/>
                  </a:cubicBezTo>
                  <a:cubicBezTo>
                    <a:pt x="2788" y="45858"/>
                    <a:pt x="2667" y="45784"/>
                    <a:pt x="2546" y="45784"/>
                  </a:cubicBezTo>
                  <a:close/>
                  <a:moveTo>
                    <a:pt x="64492" y="48415"/>
                  </a:moveTo>
                  <a:cubicBezTo>
                    <a:pt x="64376" y="48415"/>
                    <a:pt x="64262" y="48493"/>
                    <a:pt x="64196" y="48603"/>
                  </a:cubicBezTo>
                  <a:cubicBezTo>
                    <a:pt x="64135" y="48755"/>
                    <a:pt x="64196" y="48937"/>
                    <a:pt x="64348" y="48998"/>
                  </a:cubicBezTo>
                  <a:cubicBezTo>
                    <a:pt x="64409" y="49059"/>
                    <a:pt x="64439" y="49059"/>
                    <a:pt x="64470" y="49059"/>
                  </a:cubicBezTo>
                  <a:cubicBezTo>
                    <a:pt x="64622" y="49059"/>
                    <a:pt x="64743" y="48968"/>
                    <a:pt x="64774" y="48846"/>
                  </a:cubicBezTo>
                  <a:cubicBezTo>
                    <a:pt x="64865" y="48694"/>
                    <a:pt x="64774" y="48512"/>
                    <a:pt x="64622" y="48451"/>
                  </a:cubicBezTo>
                  <a:cubicBezTo>
                    <a:pt x="64580" y="48426"/>
                    <a:pt x="64536" y="48415"/>
                    <a:pt x="64492" y="48415"/>
                  </a:cubicBezTo>
                  <a:close/>
                  <a:moveTo>
                    <a:pt x="3678" y="48488"/>
                  </a:moveTo>
                  <a:cubicBezTo>
                    <a:pt x="3637" y="48488"/>
                    <a:pt x="3596" y="48496"/>
                    <a:pt x="3557" y="48512"/>
                  </a:cubicBezTo>
                  <a:cubicBezTo>
                    <a:pt x="3405" y="48603"/>
                    <a:pt x="3344" y="48785"/>
                    <a:pt x="3405" y="48937"/>
                  </a:cubicBezTo>
                  <a:cubicBezTo>
                    <a:pt x="3465" y="49059"/>
                    <a:pt x="3557" y="49120"/>
                    <a:pt x="3678" y="49120"/>
                  </a:cubicBezTo>
                  <a:cubicBezTo>
                    <a:pt x="3709" y="49120"/>
                    <a:pt x="3800" y="49120"/>
                    <a:pt x="3830" y="49089"/>
                  </a:cubicBezTo>
                  <a:cubicBezTo>
                    <a:pt x="3982" y="48998"/>
                    <a:pt x="4073" y="48816"/>
                    <a:pt x="3982" y="48664"/>
                  </a:cubicBezTo>
                  <a:cubicBezTo>
                    <a:pt x="3915" y="48551"/>
                    <a:pt x="3797" y="48488"/>
                    <a:pt x="3678" y="48488"/>
                  </a:cubicBezTo>
                  <a:close/>
                  <a:moveTo>
                    <a:pt x="63127" y="50944"/>
                  </a:moveTo>
                  <a:cubicBezTo>
                    <a:pt x="63010" y="50944"/>
                    <a:pt x="62891" y="50992"/>
                    <a:pt x="62828" y="51095"/>
                  </a:cubicBezTo>
                  <a:cubicBezTo>
                    <a:pt x="62767" y="51247"/>
                    <a:pt x="62798" y="51491"/>
                    <a:pt x="62950" y="51551"/>
                  </a:cubicBezTo>
                  <a:cubicBezTo>
                    <a:pt x="62965" y="51567"/>
                    <a:pt x="62995" y="51574"/>
                    <a:pt x="63030" y="51574"/>
                  </a:cubicBezTo>
                  <a:cubicBezTo>
                    <a:pt x="63064" y="51574"/>
                    <a:pt x="63102" y="51567"/>
                    <a:pt x="63132" y="51551"/>
                  </a:cubicBezTo>
                  <a:cubicBezTo>
                    <a:pt x="63254" y="51551"/>
                    <a:pt x="63345" y="51521"/>
                    <a:pt x="63406" y="51399"/>
                  </a:cubicBezTo>
                  <a:cubicBezTo>
                    <a:pt x="63497" y="51278"/>
                    <a:pt x="63436" y="51065"/>
                    <a:pt x="63284" y="50974"/>
                  </a:cubicBezTo>
                  <a:cubicBezTo>
                    <a:pt x="63236" y="50955"/>
                    <a:pt x="63182" y="50944"/>
                    <a:pt x="63127" y="50944"/>
                  </a:cubicBezTo>
                  <a:close/>
                  <a:moveTo>
                    <a:pt x="5083" y="51022"/>
                  </a:moveTo>
                  <a:cubicBezTo>
                    <a:pt x="5028" y="51022"/>
                    <a:pt x="4973" y="51036"/>
                    <a:pt x="4924" y="51065"/>
                  </a:cubicBezTo>
                  <a:cubicBezTo>
                    <a:pt x="4772" y="51187"/>
                    <a:pt x="4742" y="51369"/>
                    <a:pt x="4833" y="51521"/>
                  </a:cubicBezTo>
                  <a:cubicBezTo>
                    <a:pt x="4864" y="51643"/>
                    <a:pt x="4985" y="51673"/>
                    <a:pt x="5137" y="51673"/>
                  </a:cubicBezTo>
                  <a:cubicBezTo>
                    <a:pt x="5168" y="51673"/>
                    <a:pt x="5228" y="51673"/>
                    <a:pt x="5289" y="51643"/>
                  </a:cubicBezTo>
                  <a:cubicBezTo>
                    <a:pt x="5441" y="51521"/>
                    <a:pt x="5472" y="51339"/>
                    <a:pt x="5380" y="51187"/>
                  </a:cubicBezTo>
                  <a:cubicBezTo>
                    <a:pt x="5318" y="51083"/>
                    <a:pt x="5200" y="51022"/>
                    <a:pt x="5083" y="51022"/>
                  </a:cubicBezTo>
                  <a:close/>
                  <a:moveTo>
                    <a:pt x="61495" y="53391"/>
                  </a:moveTo>
                  <a:cubicBezTo>
                    <a:pt x="61395" y="53391"/>
                    <a:pt x="61301" y="53439"/>
                    <a:pt x="61248" y="53527"/>
                  </a:cubicBezTo>
                  <a:cubicBezTo>
                    <a:pt x="61126" y="53679"/>
                    <a:pt x="61157" y="53861"/>
                    <a:pt x="61308" y="53983"/>
                  </a:cubicBezTo>
                  <a:cubicBezTo>
                    <a:pt x="61400" y="54013"/>
                    <a:pt x="61430" y="54013"/>
                    <a:pt x="61521" y="54013"/>
                  </a:cubicBezTo>
                  <a:cubicBezTo>
                    <a:pt x="61612" y="54013"/>
                    <a:pt x="61704" y="53983"/>
                    <a:pt x="61764" y="53922"/>
                  </a:cubicBezTo>
                  <a:cubicBezTo>
                    <a:pt x="61886" y="53770"/>
                    <a:pt x="61856" y="53557"/>
                    <a:pt x="61704" y="53466"/>
                  </a:cubicBezTo>
                  <a:cubicBezTo>
                    <a:pt x="61640" y="53416"/>
                    <a:pt x="61566" y="53391"/>
                    <a:pt x="61495" y="53391"/>
                  </a:cubicBezTo>
                  <a:close/>
                  <a:moveTo>
                    <a:pt x="6689" y="53422"/>
                  </a:moveTo>
                  <a:cubicBezTo>
                    <a:pt x="6622" y="53422"/>
                    <a:pt x="6556" y="53446"/>
                    <a:pt x="6505" y="53497"/>
                  </a:cubicBezTo>
                  <a:cubicBezTo>
                    <a:pt x="6353" y="53618"/>
                    <a:pt x="6292" y="53801"/>
                    <a:pt x="6414" y="53953"/>
                  </a:cubicBezTo>
                  <a:cubicBezTo>
                    <a:pt x="6505" y="54074"/>
                    <a:pt x="6566" y="54105"/>
                    <a:pt x="6687" y="54105"/>
                  </a:cubicBezTo>
                  <a:cubicBezTo>
                    <a:pt x="6748" y="54105"/>
                    <a:pt x="6839" y="54074"/>
                    <a:pt x="6870" y="54013"/>
                  </a:cubicBezTo>
                  <a:cubicBezTo>
                    <a:pt x="7022" y="53922"/>
                    <a:pt x="7052" y="53709"/>
                    <a:pt x="6931" y="53557"/>
                  </a:cubicBezTo>
                  <a:cubicBezTo>
                    <a:pt x="6877" y="53469"/>
                    <a:pt x="6783" y="53422"/>
                    <a:pt x="6689" y="53422"/>
                  </a:cubicBezTo>
                  <a:close/>
                  <a:moveTo>
                    <a:pt x="59684" y="55689"/>
                  </a:moveTo>
                  <a:cubicBezTo>
                    <a:pt x="59600" y="55689"/>
                    <a:pt x="59519" y="55727"/>
                    <a:pt x="59454" y="55807"/>
                  </a:cubicBezTo>
                  <a:cubicBezTo>
                    <a:pt x="59333" y="55959"/>
                    <a:pt x="59333" y="56141"/>
                    <a:pt x="59485" y="56263"/>
                  </a:cubicBezTo>
                  <a:cubicBezTo>
                    <a:pt x="59576" y="56293"/>
                    <a:pt x="59637" y="56354"/>
                    <a:pt x="59728" y="56354"/>
                  </a:cubicBezTo>
                  <a:cubicBezTo>
                    <a:pt x="59789" y="56354"/>
                    <a:pt x="59880" y="56293"/>
                    <a:pt x="59941" y="56232"/>
                  </a:cubicBezTo>
                  <a:cubicBezTo>
                    <a:pt x="60062" y="56080"/>
                    <a:pt x="60032" y="55898"/>
                    <a:pt x="59910" y="55776"/>
                  </a:cubicBezTo>
                  <a:cubicBezTo>
                    <a:pt x="59839" y="55719"/>
                    <a:pt x="59760" y="55689"/>
                    <a:pt x="59684" y="55689"/>
                  </a:cubicBezTo>
                  <a:close/>
                  <a:moveTo>
                    <a:pt x="8493" y="55719"/>
                  </a:moveTo>
                  <a:cubicBezTo>
                    <a:pt x="8410" y="55719"/>
                    <a:pt x="8325" y="55749"/>
                    <a:pt x="8268" y="55807"/>
                  </a:cubicBezTo>
                  <a:cubicBezTo>
                    <a:pt x="8116" y="55928"/>
                    <a:pt x="8116" y="56111"/>
                    <a:pt x="8238" y="56263"/>
                  </a:cubicBezTo>
                  <a:cubicBezTo>
                    <a:pt x="8329" y="56354"/>
                    <a:pt x="8390" y="56384"/>
                    <a:pt x="8450" y="56384"/>
                  </a:cubicBezTo>
                  <a:cubicBezTo>
                    <a:pt x="8542" y="56384"/>
                    <a:pt x="8633" y="56354"/>
                    <a:pt x="8694" y="56293"/>
                  </a:cubicBezTo>
                  <a:cubicBezTo>
                    <a:pt x="8846" y="56202"/>
                    <a:pt x="8846" y="55989"/>
                    <a:pt x="8724" y="55837"/>
                  </a:cubicBezTo>
                  <a:cubicBezTo>
                    <a:pt x="8676" y="55757"/>
                    <a:pt x="8585" y="55719"/>
                    <a:pt x="8493" y="55719"/>
                  </a:cubicBezTo>
                  <a:close/>
                  <a:moveTo>
                    <a:pt x="57737" y="57813"/>
                  </a:moveTo>
                  <a:cubicBezTo>
                    <a:pt x="57653" y="57813"/>
                    <a:pt x="57570" y="57843"/>
                    <a:pt x="57509" y="57904"/>
                  </a:cubicBezTo>
                  <a:cubicBezTo>
                    <a:pt x="57418" y="58026"/>
                    <a:pt x="57418" y="58238"/>
                    <a:pt x="57509" y="58360"/>
                  </a:cubicBezTo>
                  <a:cubicBezTo>
                    <a:pt x="57570" y="58421"/>
                    <a:pt x="57661" y="58421"/>
                    <a:pt x="57752" y="58421"/>
                  </a:cubicBezTo>
                  <a:cubicBezTo>
                    <a:pt x="57813" y="58421"/>
                    <a:pt x="57904" y="58421"/>
                    <a:pt x="57965" y="58360"/>
                  </a:cubicBezTo>
                  <a:cubicBezTo>
                    <a:pt x="58087" y="58238"/>
                    <a:pt x="58087" y="58026"/>
                    <a:pt x="57965" y="57904"/>
                  </a:cubicBezTo>
                  <a:cubicBezTo>
                    <a:pt x="57904" y="57843"/>
                    <a:pt x="57821" y="57813"/>
                    <a:pt x="57737" y="57813"/>
                  </a:cubicBezTo>
                  <a:close/>
                  <a:moveTo>
                    <a:pt x="10483" y="57843"/>
                  </a:moveTo>
                  <a:cubicBezTo>
                    <a:pt x="10396" y="57843"/>
                    <a:pt x="10304" y="57874"/>
                    <a:pt x="10244" y="57934"/>
                  </a:cubicBezTo>
                  <a:cubicBezTo>
                    <a:pt x="10153" y="58056"/>
                    <a:pt x="10153" y="58269"/>
                    <a:pt x="10244" y="58390"/>
                  </a:cubicBezTo>
                  <a:cubicBezTo>
                    <a:pt x="10304" y="58482"/>
                    <a:pt x="10365" y="58512"/>
                    <a:pt x="10487" y="58512"/>
                  </a:cubicBezTo>
                  <a:cubicBezTo>
                    <a:pt x="10548" y="58512"/>
                    <a:pt x="10639" y="58482"/>
                    <a:pt x="10700" y="58390"/>
                  </a:cubicBezTo>
                  <a:cubicBezTo>
                    <a:pt x="10821" y="58269"/>
                    <a:pt x="10821" y="58056"/>
                    <a:pt x="10700" y="57934"/>
                  </a:cubicBezTo>
                  <a:cubicBezTo>
                    <a:pt x="10654" y="57874"/>
                    <a:pt x="10570" y="57843"/>
                    <a:pt x="10483" y="57843"/>
                  </a:cubicBezTo>
                  <a:close/>
                  <a:moveTo>
                    <a:pt x="55577" y="59762"/>
                  </a:moveTo>
                  <a:cubicBezTo>
                    <a:pt x="55501" y="59762"/>
                    <a:pt x="55423" y="59792"/>
                    <a:pt x="55351" y="59849"/>
                  </a:cubicBezTo>
                  <a:cubicBezTo>
                    <a:pt x="55199" y="59941"/>
                    <a:pt x="55199" y="60153"/>
                    <a:pt x="55321" y="60305"/>
                  </a:cubicBezTo>
                  <a:cubicBezTo>
                    <a:pt x="55381" y="60366"/>
                    <a:pt x="55503" y="60396"/>
                    <a:pt x="55594" y="60396"/>
                  </a:cubicBezTo>
                  <a:cubicBezTo>
                    <a:pt x="55655" y="60396"/>
                    <a:pt x="55685" y="60366"/>
                    <a:pt x="55776" y="60336"/>
                  </a:cubicBezTo>
                  <a:cubicBezTo>
                    <a:pt x="55928" y="60214"/>
                    <a:pt x="55928" y="60032"/>
                    <a:pt x="55807" y="59880"/>
                  </a:cubicBezTo>
                  <a:cubicBezTo>
                    <a:pt x="55743" y="59800"/>
                    <a:pt x="55662" y="59762"/>
                    <a:pt x="55577" y="59762"/>
                  </a:cubicBezTo>
                  <a:close/>
                  <a:moveTo>
                    <a:pt x="12601" y="59792"/>
                  </a:moveTo>
                  <a:cubicBezTo>
                    <a:pt x="12517" y="59792"/>
                    <a:pt x="12436" y="59830"/>
                    <a:pt x="12371" y="59910"/>
                  </a:cubicBezTo>
                  <a:cubicBezTo>
                    <a:pt x="12280" y="60062"/>
                    <a:pt x="12280" y="60244"/>
                    <a:pt x="12432" y="60366"/>
                  </a:cubicBezTo>
                  <a:cubicBezTo>
                    <a:pt x="12493" y="60396"/>
                    <a:pt x="12584" y="60457"/>
                    <a:pt x="12645" y="60457"/>
                  </a:cubicBezTo>
                  <a:cubicBezTo>
                    <a:pt x="12736" y="60457"/>
                    <a:pt x="12797" y="60396"/>
                    <a:pt x="12888" y="60336"/>
                  </a:cubicBezTo>
                  <a:cubicBezTo>
                    <a:pt x="12979" y="60184"/>
                    <a:pt x="12979" y="60001"/>
                    <a:pt x="12827" y="59880"/>
                  </a:cubicBezTo>
                  <a:cubicBezTo>
                    <a:pt x="12756" y="59822"/>
                    <a:pt x="12677" y="59792"/>
                    <a:pt x="12601" y="59792"/>
                  </a:cubicBezTo>
                  <a:close/>
                  <a:moveTo>
                    <a:pt x="53271" y="61476"/>
                  </a:moveTo>
                  <a:cubicBezTo>
                    <a:pt x="53203" y="61476"/>
                    <a:pt x="53135" y="61501"/>
                    <a:pt x="53071" y="61552"/>
                  </a:cubicBezTo>
                  <a:cubicBezTo>
                    <a:pt x="52919" y="61673"/>
                    <a:pt x="52889" y="61855"/>
                    <a:pt x="53010" y="62007"/>
                  </a:cubicBezTo>
                  <a:cubicBezTo>
                    <a:pt x="53057" y="62100"/>
                    <a:pt x="53121" y="62140"/>
                    <a:pt x="53189" y="62140"/>
                  </a:cubicBezTo>
                  <a:cubicBezTo>
                    <a:pt x="53211" y="62140"/>
                    <a:pt x="53232" y="62136"/>
                    <a:pt x="53254" y="62129"/>
                  </a:cubicBezTo>
                  <a:cubicBezTo>
                    <a:pt x="53345" y="62129"/>
                    <a:pt x="53406" y="62129"/>
                    <a:pt x="53466" y="62068"/>
                  </a:cubicBezTo>
                  <a:cubicBezTo>
                    <a:pt x="53618" y="61977"/>
                    <a:pt x="53649" y="61764"/>
                    <a:pt x="53527" y="61612"/>
                  </a:cubicBezTo>
                  <a:cubicBezTo>
                    <a:pt x="53456" y="61524"/>
                    <a:pt x="53365" y="61476"/>
                    <a:pt x="53271" y="61476"/>
                  </a:cubicBezTo>
                  <a:close/>
                  <a:moveTo>
                    <a:pt x="14985" y="61517"/>
                  </a:moveTo>
                  <a:cubicBezTo>
                    <a:pt x="14876" y="61517"/>
                    <a:pt x="14770" y="61577"/>
                    <a:pt x="14712" y="61673"/>
                  </a:cubicBezTo>
                  <a:cubicBezTo>
                    <a:pt x="14590" y="61825"/>
                    <a:pt x="14621" y="62007"/>
                    <a:pt x="14773" y="62129"/>
                  </a:cubicBezTo>
                  <a:cubicBezTo>
                    <a:pt x="14803" y="62159"/>
                    <a:pt x="14894" y="62190"/>
                    <a:pt x="14955" y="62190"/>
                  </a:cubicBezTo>
                  <a:cubicBezTo>
                    <a:pt x="15077" y="62190"/>
                    <a:pt x="15168" y="62129"/>
                    <a:pt x="15229" y="62038"/>
                  </a:cubicBezTo>
                  <a:cubicBezTo>
                    <a:pt x="15350" y="61886"/>
                    <a:pt x="15289" y="61703"/>
                    <a:pt x="15168" y="61582"/>
                  </a:cubicBezTo>
                  <a:cubicBezTo>
                    <a:pt x="15112" y="61537"/>
                    <a:pt x="15048" y="61517"/>
                    <a:pt x="14985" y="61517"/>
                  </a:cubicBezTo>
                  <a:close/>
                  <a:moveTo>
                    <a:pt x="17390" y="63103"/>
                  </a:moveTo>
                  <a:cubicBezTo>
                    <a:pt x="17283" y="63103"/>
                    <a:pt x="17185" y="63150"/>
                    <a:pt x="17144" y="63254"/>
                  </a:cubicBezTo>
                  <a:cubicBezTo>
                    <a:pt x="17022" y="63375"/>
                    <a:pt x="17083" y="63588"/>
                    <a:pt x="17235" y="63679"/>
                  </a:cubicBezTo>
                  <a:cubicBezTo>
                    <a:pt x="17296" y="63710"/>
                    <a:pt x="17356" y="63710"/>
                    <a:pt x="17387" y="63710"/>
                  </a:cubicBezTo>
                  <a:cubicBezTo>
                    <a:pt x="17508" y="63710"/>
                    <a:pt x="17599" y="63679"/>
                    <a:pt x="17660" y="63558"/>
                  </a:cubicBezTo>
                  <a:cubicBezTo>
                    <a:pt x="17782" y="63406"/>
                    <a:pt x="17691" y="63223"/>
                    <a:pt x="17539" y="63132"/>
                  </a:cubicBezTo>
                  <a:cubicBezTo>
                    <a:pt x="17491" y="63113"/>
                    <a:pt x="17439" y="63103"/>
                    <a:pt x="17390" y="63103"/>
                  </a:cubicBezTo>
                  <a:close/>
                  <a:moveTo>
                    <a:pt x="50789" y="63072"/>
                  </a:moveTo>
                  <a:cubicBezTo>
                    <a:pt x="50739" y="63072"/>
                    <a:pt x="50688" y="63082"/>
                    <a:pt x="50640" y="63102"/>
                  </a:cubicBezTo>
                  <a:cubicBezTo>
                    <a:pt x="50488" y="63193"/>
                    <a:pt x="50457" y="63375"/>
                    <a:pt x="50518" y="63527"/>
                  </a:cubicBezTo>
                  <a:cubicBezTo>
                    <a:pt x="50609" y="63649"/>
                    <a:pt x="50670" y="63710"/>
                    <a:pt x="50792" y="63710"/>
                  </a:cubicBezTo>
                  <a:cubicBezTo>
                    <a:pt x="50822" y="63710"/>
                    <a:pt x="50913" y="63710"/>
                    <a:pt x="50944" y="63679"/>
                  </a:cubicBezTo>
                  <a:cubicBezTo>
                    <a:pt x="51096" y="63558"/>
                    <a:pt x="51126" y="63375"/>
                    <a:pt x="51065" y="63223"/>
                  </a:cubicBezTo>
                  <a:cubicBezTo>
                    <a:pt x="51003" y="63119"/>
                    <a:pt x="50898" y="63072"/>
                    <a:pt x="50789" y="63072"/>
                  </a:cubicBezTo>
                  <a:close/>
                  <a:moveTo>
                    <a:pt x="48221" y="64403"/>
                  </a:moveTo>
                  <a:cubicBezTo>
                    <a:pt x="48175" y="64403"/>
                    <a:pt x="48128" y="64414"/>
                    <a:pt x="48086" y="64439"/>
                  </a:cubicBezTo>
                  <a:cubicBezTo>
                    <a:pt x="47934" y="64500"/>
                    <a:pt x="47874" y="64713"/>
                    <a:pt x="47934" y="64865"/>
                  </a:cubicBezTo>
                  <a:cubicBezTo>
                    <a:pt x="47965" y="64956"/>
                    <a:pt x="48086" y="65047"/>
                    <a:pt x="48208" y="65047"/>
                  </a:cubicBezTo>
                  <a:cubicBezTo>
                    <a:pt x="48299" y="65047"/>
                    <a:pt x="48330" y="65047"/>
                    <a:pt x="48360" y="65017"/>
                  </a:cubicBezTo>
                  <a:cubicBezTo>
                    <a:pt x="48512" y="64925"/>
                    <a:pt x="48603" y="64743"/>
                    <a:pt x="48512" y="64591"/>
                  </a:cubicBezTo>
                  <a:cubicBezTo>
                    <a:pt x="48468" y="64481"/>
                    <a:pt x="48344" y="64403"/>
                    <a:pt x="48221" y="64403"/>
                  </a:cubicBezTo>
                  <a:close/>
                  <a:moveTo>
                    <a:pt x="19993" y="64433"/>
                  </a:moveTo>
                  <a:cubicBezTo>
                    <a:pt x="19879" y="64433"/>
                    <a:pt x="19771" y="64511"/>
                    <a:pt x="19727" y="64621"/>
                  </a:cubicBezTo>
                  <a:cubicBezTo>
                    <a:pt x="19636" y="64773"/>
                    <a:pt x="19727" y="64956"/>
                    <a:pt x="19879" y="65047"/>
                  </a:cubicBezTo>
                  <a:cubicBezTo>
                    <a:pt x="19910" y="65047"/>
                    <a:pt x="19940" y="65047"/>
                    <a:pt x="19970" y="65077"/>
                  </a:cubicBezTo>
                  <a:cubicBezTo>
                    <a:pt x="20122" y="65077"/>
                    <a:pt x="20244" y="65017"/>
                    <a:pt x="20274" y="64895"/>
                  </a:cubicBezTo>
                  <a:cubicBezTo>
                    <a:pt x="20365" y="64743"/>
                    <a:pt x="20274" y="64561"/>
                    <a:pt x="20122" y="64469"/>
                  </a:cubicBezTo>
                  <a:cubicBezTo>
                    <a:pt x="20080" y="64444"/>
                    <a:pt x="20036" y="64433"/>
                    <a:pt x="19993" y="64433"/>
                  </a:cubicBezTo>
                  <a:close/>
                  <a:moveTo>
                    <a:pt x="45554" y="65472"/>
                  </a:moveTo>
                  <a:cubicBezTo>
                    <a:pt x="45516" y="65472"/>
                    <a:pt x="45478" y="65481"/>
                    <a:pt x="45442" y="65503"/>
                  </a:cubicBezTo>
                  <a:cubicBezTo>
                    <a:pt x="45290" y="65564"/>
                    <a:pt x="45168" y="65776"/>
                    <a:pt x="45260" y="65928"/>
                  </a:cubicBezTo>
                  <a:cubicBezTo>
                    <a:pt x="45287" y="66010"/>
                    <a:pt x="45387" y="66116"/>
                    <a:pt x="45516" y="66116"/>
                  </a:cubicBezTo>
                  <a:cubicBezTo>
                    <a:pt x="45531" y="66116"/>
                    <a:pt x="45547" y="66114"/>
                    <a:pt x="45564" y="66111"/>
                  </a:cubicBezTo>
                  <a:lnTo>
                    <a:pt x="45655" y="66111"/>
                  </a:lnTo>
                  <a:cubicBezTo>
                    <a:pt x="45807" y="66020"/>
                    <a:pt x="45928" y="65837"/>
                    <a:pt x="45867" y="65685"/>
                  </a:cubicBezTo>
                  <a:cubicBezTo>
                    <a:pt x="45798" y="65570"/>
                    <a:pt x="45676" y="65472"/>
                    <a:pt x="45554" y="65472"/>
                  </a:cubicBezTo>
                  <a:close/>
                  <a:moveTo>
                    <a:pt x="22685" y="65514"/>
                  </a:moveTo>
                  <a:cubicBezTo>
                    <a:pt x="22553" y="65514"/>
                    <a:pt x="22443" y="65596"/>
                    <a:pt x="22372" y="65716"/>
                  </a:cubicBezTo>
                  <a:cubicBezTo>
                    <a:pt x="22311" y="65898"/>
                    <a:pt x="22402" y="66080"/>
                    <a:pt x="22554" y="66141"/>
                  </a:cubicBezTo>
                  <a:cubicBezTo>
                    <a:pt x="22615" y="66141"/>
                    <a:pt x="22645" y="66141"/>
                    <a:pt x="22676" y="66172"/>
                  </a:cubicBezTo>
                  <a:cubicBezTo>
                    <a:pt x="22797" y="66172"/>
                    <a:pt x="22949" y="66080"/>
                    <a:pt x="22980" y="65959"/>
                  </a:cubicBezTo>
                  <a:cubicBezTo>
                    <a:pt x="23071" y="65776"/>
                    <a:pt x="22949" y="65594"/>
                    <a:pt x="22797" y="65533"/>
                  </a:cubicBezTo>
                  <a:cubicBezTo>
                    <a:pt x="22758" y="65520"/>
                    <a:pt x="22721" y="65514"/>
                    <a:pt x="22685" y="65514"/>
                  </a:cubicBezTo>
                  <a:close/>
                  <a:moveTo>
                    <a:pt x="42816" y="66366"/>
                  </a:moveTo>
                  <a:cubicBezTo>
                    <a:pt x="42781" y="66366"/>
                    <a:pt x="42744" y="66372"/>
                    <a:pt x="42706" y="66384"/>
                  </a:cubicBezTo>
                  <a:cubicBezTo>
                    <a:pt x="42524" y="66415"/>
                    <a:pt x="42433" y="66567"/>
                    <a:pt x="42463" y="66749"/>
                  </a:cubicBezTo>
                  <a:cubicBezTo>
                    <a:pt x="42524" y="66901"/>
                    <a:pt x="42615" y="66992"/>
                    <a:pt x="42767" y="66992"/>
                  </a:cubicBezTo>
                  <a:lnTo>
                    <a:pt x="42858" y="66992"/>
                  </a:lnTo>
                  <a:cubicBezTo>
                    <a:pt x="43010" y="66932"/>
                    <a:pt x="43132" y="66780"/>
                    <a:pt x="43071" y="66597"/>
                  </a:cubicBezTo>
                  <a:cubicBezTo>
                    <a:pt x="43047" y="66453"/>
                    <a:pt x="42947" y="66366"/>
                    <a:pt x="42816" y="66366"/>
                  </a:cubicBezTo>
                  <a:close/>
                  <a:moveTo>
                    <a:pt x="25455" y="66407"/>
                  </a:moveTo>
                  <a:cubicBezTo>
                    <a:pt x="25317" y="66407"/>
                    <a:pt x="25163" y="66475"/>
                    <a:pt x="25138" y="66628"/>
                  </a:cubicBezTo>
                  <a:cubicBezTo>
                    <a:pt x="25107" y="66780"/>
                    <a:pt x="25168" y="66992"/>
                    <a:pt x="25381" y="67023"/>
                  </a:cubicBezTo>
                  <a:lnTo>
                    <a:pt x="25442" y="67023"/>
                  </a:lnTo>
                  <a:cubicBezTo>
                    <a:pt x="25594" y="67023"/>
                    <a:pt x="25715" y="66932"/>
                    <a:pt x="25746" y="66780"/>
                  </a:cubicBezTo>
                  <a:cubicBezTo>
                    <a:pt x="25806" y="66628"/>
                    <a:pt x="25715" y="66445"/>
                    <a:pt x="25533" y="66415"/>
                  </a:cubicBezTo>
                  <a:cubicBezTo>
                    <a:pt x="25508" y="66410"/>
                    <a:pt x="25482" y="66407"/>
                    <a:pt x="25455" y="66407"/>
                  </a:cubicBezTo>
                  <a:close/>
                  <a:moveTo>
                    <a:pt x="28236" y="66977"/>
                  </a:moveTo>
                  <a:cubicBezTo>
                    <a:pt x="28097" y="66977"/>
                    <a:pt x="27989" y="67085"/>
                    <a:pt x="27964" y="67235"/>
                  </a:cubicBezTo>
                  <a:cubicBezTo>
                    <a:pt x="27934" y="67448"/>
                    <a:pt x="28025" y="67600"/>
                    <a:pt x="28208" y="67631"/>
                  </a:cubicBezTo>
                  <a:lnTo>
                    <a:pt x="28299" y="67631"/>
                  </a:lnTo>
                  <a:cubicBezTo>
                    <a:pt x="28451" y="67631"/>
                    <a:pt x="28572" y="67509"/>
                    <a:pt x="28603" y="67357"/>
                  </a:cubicBezTo>
                  <a:cubicBezTo>
                    <a:pt x="28633" y="67175"/>
                    <a:pt x="28512" y="67023"/>
                    <a:pt x="28329" y="66992"/>
                  </a:cubicBezTo>
                  <a:cubicBezTo>
                    <a:pt x="28297" y="66982"/>
                    <a:pt x="28265" y="66977"/>
                    <a:pt x="28236" y="66977"/>
                  </a:cubicBezTo>
                  <a:close/>
                  <a:moveTo>
                    <a:pt x="39987" y="66977"/>
                  </a:moveTo>
                  <a:cubicBezTo>
                    <a:pt x="39953" y="66977"/>
                    <a:pt x="39917" y="66982"/>
                    <a:pt x="39880" y="66992"/>
                  </a:cubicBezTo>
                  <a:cubicBezTo>
                    <a:pt x="39697" y="67023"/>
                    <a:pt x="39576" y="67175"/>
                    <a:pt x="39606" y="67357"/>
                  </a:cubicBezTo>
                  <a:cubicBezTo>
                    <a:pt x="39667" y="67509"/>
                    <a:pt x="39788" y="67631"/>
                    <a:pt x="39910" y="67631"/>
                  </a:cubicBezTo>
                  <a:lnTo>
                    <a:pt x="40001" y="67631"/>
                  </a:lnTo>
                  <a:cubicBezTo>
                    <a:pt x="40183" y="67600"/>
                    <a:pt x="40305" y="67448"/>
                    <a:pt x="40275" y="67235"/>
                  </a:cubicBezTo>
                  <a:cubicBezTo>
                    <a:pt x="40250" y="67085"/>
                    <a:pt x="40142" y="66977"/>
                    <a:pt x="39987" y="66977"/>
                  </a:cubicBezTo>
                  <a:close/>
                  <a:moveTo>
                    <a:pt x="31186" y="67357"/>
                  </a:moveTo>
                  <a:cubicBezTo>
                    <a:pt x="31034" y="67357"/>
                    <a:pt x="30852" y="67479"/>
                    <a:pt x="30852" y="67661"/>
                  </a:cubicBezTo>
                  <a:cubicBezTo>
                    <a:pt x="30852" y="67813"/>
                    <a:pt x="30974" y="67995"/>
                    <a:pt x="31156" y="67995"/>
                  </a:cubicBezTo>
                  <a:cubicBezTo>
                    <a:pt x="31338" y="67995"/>
                    <a:pt x="31490" y="67904"/>
                    <a:pt x="31490" y="67691"/>
                  </a:cubicBezTo>
                  <a:cubicBezTo>
                    <a:pt x="31490" y="67539"/>
                    <a:pt x="31369" y="67357"/>
                    <a:pt x="31186" y="67357"/>
                  </a:cubicBezTo>
                  <a:close/>
                  <a:moveTo>
                    <a:pt x="37053" y="67357"/>
                  </a:moveTo>
                  <a:cubicBezTo>
                    <a:pt x="36840" y="67357"/>
                    <a:pt x="36749" y="67509"/>
                    <a:pt x="36749" y="67691"/>
                  </a:cubicBezTo>
                  <a:cubicBezTo>
                    <a:pt x="36749" y="67843"/>
                    <a:pt x="36901" y="67995"/>
                    <a:pt x="37053" y="67995"/>
                  </a:cubicBezTo>
                  <a:lnTo>
                    <a:pt x="37083" y="67995"/>
                  </a:lnTo>
                  <a:cubicBezTo>
                    <a:pt x="37265" y="67995"/>
                    <a:pt x="37387" y="67843"/>
                    <a:pt x="37387" y="67661"/>
                  </a:cubicBezTo>
                  <a:cubicBezTo>
                    <a:pt x="37387" y="67479"/>
                    <a:pt x="37235" y="67357"/>
                    <a:pt x="37053" y="67357"/>
                  </a:cubicBezTo>
                  <a:close/>
                  <a:moveTo>
                    <a:pt x="34044" y="67509"/>
                  </a:moveTo>
                  <a:cubicBezTo>
                    <a:pt x="33892" y="67509"/>
                    <a:pt x="33740" y="67631"/>
                    <a:pt x="33740" y="67813"/>
                  </a:cubicBezTo>
                  <a:cubicBezTo>
                    <a:pt x="33740" y="67965"/>
                    <a:pt x="33892" y="68117"/>
                    <a:pt x="34044" y="68117"/>
                  </a:cubicBezTo>
                  <a:lnTo>
                    <a:pt x="34104" y="68117"/>
                  </a:lnTo>
                  <a:cubicBezTo>
                    <a:pt x="34256" y="68117"/>
                    <a:pt x="34408" y="67995"/>
                    <a:pt x="34408" y="67813"/>
                  </a:cubicBezTo>
                  <a:cubicBezTo>
                    <a:pt x="34408" y="67661"/>
                    <a:pt x="34287" y="67509"/>
                    <a:pt x="34104" y="6750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0"/>
            <p:cNvSpPr/>
            <p:nvPr/>
          </p:nvSpPr>
          <p:spPr>
            <a:xfrm>
              <a:off x="4608250" y="3952475"/>
              <a:ext cx="1539575" cy="1540325"/>
            </a:xfrm>
            <a:custGeom>
              <a:avLst/>
              <a:gdLst/>
              <a:ahLst/>
              <a:cxnLst/>
              <a:rect l="l" t="t" r="r" b="b"/>
              <a:pathLst>
                <a:path w="61583" h="61613" extrusionOk="0">
                  <a:moveTo>
                    <a:pt x="32220" y="1"/>
                  </a:moveTo>
                  <a:cubicBezTo>
                    <a:pt x="32038" y="1"/>
                    <a:pt x="31855" y="153"/>
                    <a:pt x="31855" y="365"/>
                  </a:cubicBezTo>
                  <a:cubicBezTo>
                    <a:pt x="31855" y="548"/>
                    <a:pt x="32007" y="730"/>
                    <a:pt x="32190" y="730"/>
                  </a:cubicBezTo>
                  <a:cubicBezTo>
                    <a:pt x="32433" y="730"/>
                    <a:pt x="32554" y="578"/>
                    <a:pt x="32554" y="396"/>
                  </a:cubicBezTo>
                  <a:cubicBezTo>
                    <a:pt x="32554" y="213"/>
                    <a:pt x="32433" y="1"/>
                    <a:pt x="32220" y="1"/>
                  </a:cubicBezTo>
                  <a:close/>
                  <a:moveTo>
                    <a:pt x="29333" y="1"/>
                  </a:moveTo>
                  <a:cubicBezTo>
                    <a:pt x="29150" y="1"/>
                    <a:pt x="28998" y="183"/>
                    <a:pt x="28998" y="396"/>
                  </a:cubicBezTo>
                  <a:cubicBezTo>
                    <a:pt x="28998" y="590"/>
                    <a:pt x="29125" y="734"/>
                    <a:pt x="29333" y="734"/>
                  </a:cubicBezTo>
                  <a:cubicBezTo>
                    <a:pt x="29352" y="734"/>
                    <a:pt x="29372" y="733"/>
                    <a:pt x="29393" y="730"/>
                  </a:cubicBezTo>
                  <a:cubicBezTo>
                    <a:pt x="29576" y="730"/>
                    <a:pt x="29728" y="548"/>
                    <a:pt x="29728" y="335"/>
                  </a:cubicBezTo>
                  <a:cubicBezTo>
                    <a:pt x="29728" y="153"/>
                    <a:pt x="29515" y="1"/>
                    <a:pt x="29333" y="1"/>
                  </a:cubicBezTo>
                  <a:close/>
                  <a:moveTo>
                    <a:pt x="35061" y="270"/>
                  </a:moveTo>
                  <a:cubicBezTo>
                    <a:pt x="34895" y="270"/>
                    <a:pt x="34740" y="412"/>
                    <a:pt x="34713" y="578"/>
                  </a:cubicBezTo>
                  <a:cubicBezTo>
                    <a:pt x="34652" y="761"/>
                    <a:pt x="34804" y="973"/>
                    <a:pt x="35017" y="1004"/>
                  </a:cubicBezTo>
                  <a:lnTo>
                    <a:pt x="35047" y="1004"/>
                  </a:lnTo>
                  <a:cubicBezTo>
                    <a:pt x="35229" y="1004"/>
                    <a:pt x="35381" y="882"/>
                    <a:pt x="35412" y="700"/>
                  </a:cubicBezTo>
                  <a:cubicBezTo>
                    <a:pt x="35472" y="517"/>
                    <a:pt x="35320" y="305"/>
                    <a:pt x="35108" y="274"/>
                  </a:cubicBezTo>
                  <a:cubicBezTo>
                    <a:pt x="35092" y="272"/>
                    <a:pt x="35076" y="270"/>
                    <a:pt x="35061" y="270"/>
                  </a:cubicBezTo>
                  <a:close/>
                  <a:moveTo>
                    <a:pt x="26493" y="270"/>
                  </a:moveTo>
                  <a:cubicBezTo>
                    <a:pt x="26477" y="270"/>
                    <a:pt x="26461" y="272"/>
                    <a:pt x="26445" y="274"/>
                  </a:cubicBezTo>
                  <a:cubicBezTo>
                    <a:pt x="26263" y="305"/>
                    <a:pt x="26111" y="517"/>
                    <a:pt x="26141" y="700"/>
                  </a:cubicBezTo>
                  <a:cubicBezTo>
                    <a:pt x="26197" y="866"/>
                    <a:pt x="26328" y="1008"/>
                    <a:pt x="26490" y="1008"/>
                  </a:cubicBezTo>
                  <a:cubicBezTo>
                    <a:pt x="26505" y="1008"/>
                    <a:pt x="26520" y="1006"/>
                    <a:pt x="26536" y="1004"/>
                  </a:cubicBezTo>
                  <a:lnTo>
                    <a:pt x="26567" y="1004"/>
                  </a:lnTo>
                  <a:cubicBezTo>
                    <a:pt x="26749" y="973"/>
                    <a:pt x="26901" y="761"/>
                    <a:pt x="26870" y="578"/>
                  </a:cubicBezTo>
                  <a:cubicBezTo>
                    <a:pt x="26843" y="412"/>
                    <a:pt x="26663" y="270"/>
                    <a:pt x="26493" y="270"/>
                  </a:cubicBezTo>
                  <a:close/>
                  <a:moveTo>
                    <a:pt x="37853" y="806"/>
                  </a:moveTo>
                  <a:cubicBezTo>
                    <a:pt x="37683" y="806"/>
                    <a:pt x="37534" y="914"/>
                    <a:pt x="37509" y="1064"/>
                  </a:cubicBezTo>
                  <a:cubicBezTo>
                    <a:pt x="37479" y="1308"/>
                    <a:pt x="37600" y="1490"/>
                    <a:pt x="37783" y="1520"/>
                  </a:cubicBezTo>
                  <a:lnTo>
                    <a:pt x="37904" y="1520"/>
                  </a:lnTo>
                  <a:cubicBezTo>
                    <a:pt x="38056" y="1520"/>
                    <a:pt x="38208" y="1429"/>
                    <a:pt x="38238" y="1277"/>
                  </a:cubicBezTo>
                  <a:cubicBezTo>
                    <a:pt x="38269" y="1034"/>
                    <a:pt x="38147" y="852"/>
                    <a:pt x="37965" y="821"/>
                  </a:cubicBezTo>
                  <a:cubicBezTo>
                    <a:pt x="37927" y="811"/>
                    <a:pt x="37890" y="806"/>
                    <a:pt x="37853" y="806"/>
                  </a:cubicBezTo>
                  <a:close/>
                  <a:moveTo>
                    <a:pt x="23745" y="806"/>
                  </a:moveTo>
                  <a:cubicBezTo>
                    <a:pt x="23713" y="806"/>
                    <a:pt x="23681" y="811"/>
                    <a:pt x="23649" y="821"/>
                  </a:cubicBezTo>
                  <a:cubicBezTo>
                    <a:pt x="23466" y="882"/>
                    <a:pt x="23345" y="1064"/>
                    <a:pt x="23375" y="1277"/>
                  </a:cubicBezTo>
                  <a:cubicBezTo>
                    <a:pt x="23400" y="1427"/>
                    <a:pt x="23507" y="1536"/>
                    <a:pt x="23663" y="1536"/>
                  </a:cubicBezTo>
                  <a:cubicBezTo>
                    <a:pt x="23697" y="1536"/>
                    <a:pt x="23732" y="1531"/>
                    <a:pt x="23770" y="1520"/>
                  </a:cubicBezTo>
                  <a:lnTo>
                    <a:pt x="23831" y="1520"/>
                  </a:lnTo>
                  <a:cubicBezTo>
                    <a:pt x="24013" y="1460"/>
                    <a:pt x="24135" y="1277"/>
                    <a:pt x="24104" y="1064"/>
                  </a:cubicBezTo>
                  <a:cubicBezTo>
                    <a:pt x="24029" y="914"/>
                    <a:pt x="23893" y="806"/>
                    <a:pt x="23745" y="806"/>
                  </a:cubicBezTo>
                  <a:close/>
                  <a:moveTo>
                    <a:pt x="40574" y="1581"/>
                  </a:moveTo>
                  <a:cubicBezTo>
                    <a:pt x="40438" y="1581"/>
                    <a:pt x="40314" y="1685"/>
                    <a:pt x="40245" y="1824"/>
                  </a:cubicBezTo>
                  <a:cubicBezTo>
                    <a:pt x="40184" y="2037"/>
                    <a:pt x="40275" y="2220"/>
                    <a:pt x="40488" y="2280"/>
                  </a:cubicBezTo>
                  <a:cubicBezTo>
                    <a:pt x="40503" y="2311"/>
                    <a:pt x="40518" y="2326"/>
                    <a:pt x="40533" y="2326"/>
                  </a:cubicBezTo>
                  <a:cubicBezTo>
                    <a:pt x="40549" y="2326"/>
                    <a:pt x="40564" y="2311"/>
                    <a:pt x="40579" y="2280"/>
                  </a:cubicBezTo>
                  <a:cubicBezTo>
                    <a:pt x="40731" y="2280"/>
                    <a:pt x="40883" y="2220"/>
                    <a:pt x="40944" y="2068"/>
                  </a:cubicBezTo>
                  <a:cubicBezTo>
                    <a:pt x="41004" y="1855"/>
                    <a:pt x="40883" y="1672"/>
                    <a:pt x="40701" y="1612"/>
                  </a:cubicBezTo>
                  <a:cubicBezTo>
                    <a:pt x="40658" y="1590"/>
                    <a:pt x="40615" y="1581"/>
                    <a:pt x="40574" y="1581"/>
                  </a:cubicBezTo>
                  <a:close/>
                  <a:moveTo>
                    <a:pt x="20996" y="1624"/>
                  </a:moveTo>
                  <a:cubicBezTo>
                    <a:pt x="20958" y="1624"/>
                    <a:pt x="20920" y="1630"/>
                    <a:pt x="20883" y="1642"/>
                  </a:cubicBezTo>
                  <a:cubicBezTo>
                    <a:pt x="20670" y="1672"/>
                    <a:pt x="20548" y="1916"/>
                    <a:pt x="20639" y="2098"/>
                  </a:cubicBezTo>
                  <a:cubicBezTo>
                    <a:pt x="20670" y="2250"/>
                    <a:pt x="20822" y="2372"/>
                    <a:pt x="20974" y="2372"/>
                  </a:cubicBezTo>
                  <a:cubicBezTo>
                    <a:pt x="21035" y="2372"/>
                    <a:pt x="21065" y="2341"/>
                    <a:pt x="21095" y="2341"/>
                  </a:cubicBezTo>
                  <a:cubicBezTo>
                    <a:pt x="21278" y="2280"/>
                    <a:pt x="21399" y="2068"/>
                    <a:pt x="21338" y="1885"/>
                  </a:cubicBezTo>
                  <a:cubicBezTo>
                    <a:pt x="21290" y="1716"/>
                    <a:pt x="21145" y="1624"/>
                    <a:pt x="20996" y="1624"/>
                  </a:cubicBezTo>
                  <a:close/>
                  <a:moveTo>
                    <a:pt x="43238" y="2609"/>
                  </a:moveTo>
                  <a:cubicBezTo>
                    <a:pt x="43090" y="2609"/>
                    <a:pt x="42964" y="2694"/>
                    <a:pt x="42919" y="2827"/>
                  </a:cubicBezTo>
                  <a:cubicBezTo>
                    <a:pt x="42828" y="3010"/>
                    <a:pt x="42919" y="3253"/>
                    <a:pt x="43102" y="3314"/>
                  </a:cubicBezTo>
                  <a:cubicBezTo>
                    <a:pt x="43163" y="3344"/>
                    <a:pt x="43193" y="3344"/>
                    <a:pt x="43254" y="3344"/>
                  </a:cubicBezTo>
                  <a:cubicBezTo>
                    <a:pt x="43406" y="3344"/>
                    <a:pt x="43497" y="3283"/>
                    <a:pt x="43588" y="3131"/>
                  </a:cubicBezTo>
                  <a:cubicBezTo>
                    <a:pt x="43679" y="2949"/>
                    <a:pt x="43588" y="2706"/>
                    <a:pt x="43406" y="2645"/>
                  </a:cubicBezTo>
                  <a:cubicBezTo>
                    <a:pt x="43349" y="2621"/>
                    <a:pt x="43292" y="2609"/>
                    <a:pt x="43238" y="2609"/>
                  </a:cubicBezTo>
                  <a:close/>
                  <a:moveTo>
                    <a:pt x="18332" y="2640"/>
                  </a:moveTo>
                  <a:cubicBezTo>
                    <a:pt x="18279" y="2640"/>
                    <a:pt x="18226" y="2651"/>
                    <a:pt x="18177" y="2675"/>
                  </a:cubicBezTo>
                  <a:cubicBezTo>
                    <a:pt x="17995" y="2736"/>
                    <a:pt x="17904" y="2979"/>
                    <a:pt x="17995" y="3162"/>
                  </a:cubicBezTo>
                  <a:cubicBezTo>
                    <a:pt x="18056" y="3314"/>
                    <a:pt x="18177" y="3405"/>
                    <a:pt x="18329" y="3405"/>
                  </a:cubicBezTo>
                  <a:cubicBezTo>
                    <a:pt x="18360" y="3405"/>
                    <a:pt x="18451" y="3405"/>
                    <a:pt x="18481" y="3344"/>
                  </a:cubicBezTo>
                  <a:cubicBezTo>
                    <a:pt x="18664" y="3283"/>
                    <a:pt x="18755" y="3040"/>
                    <a:pt x="18664" y="2858"/>
                  </a:cubicBezTo>
                  <a:cubicBezTo>
                    <a:pt x="18619" y="2724"/>
                    <a:pt x="18477" y="2640"/>
                    <a:pt x="18332" y="2640"/>
                  </a:cubicBezTo>
                  <a:close/>
                  <a:moveTo>
                    <a:pt x="45775" y="3924"/>
                  </a:moveTo>
                  <a:cubicBezTo>
                    <a:pt x="45641" y="3924"/>
                    <a:pt x="45527" y="3977"/>
                    <a:pt x="45442" y="4104"/>
                  </a:cubicBezTo>
                  <a:cubicBezTo>
                    <a:pt x="45381" y="4256"/>
                    <a:pt x="45412" y="4499"/>
                    <a:pt x="45594" y="4621"/>
                  </a:cubicBezTo>
                  <a:cubicBezTo>
                    <a:pt x="45685" y="4651"/>
                    <a:pt x="45746" y="4651"/>
                    <a:pt x="45807" y="4651"/>
                  </a:cubicBezTo>
                  <a:cubicBezTo>
                    <a:pt x="45898" y="4651"/>
                    <a:pt x="46020" y="4560"/>
                    <a:pt x="46111" y="4469"/>
                  </a:cubicBezTo>
                  <a:cubicBezTo>
                    <a:pt x="46172" y="4317"/>
                    <a:pt x="46141" y="4074"/>
                    <a:pt x="45959" y="3952"/>
                  </a:cubicBezTo>
                  <a:cubicBezTo>
                    <a:pt x="45895" y="3934"/>
                    <a:pt x="45833" y="3924"/>
                    <a:pt x="45775" y="3924"/>
                  </a:cubicBezTo>
                  <a:close/>
                  <a:moveTo>
                    <a:pt x="15830" y="3950"/>
                  </a:moveTo>
                  <a:cubicBezTo>
                    <a:pt x="15761" y="3950"/>
                    <a:pt x="15689" y="3970"/>
                    <a:pt x="15624" y="4013"/>
                  </a:cubicBezTo>
                  <a:cubicBezTo>
                    <a:pt x="15442" y="4074"/>
                    <a:pt x="15351" y="4317"/>
                    <a:pt x="15472" y="4499"/>
                  </a:cubicBezTo>
                  <a:cubicBezTo>
                    <a:pt x="15563" y="4621"/>
                    <a:pt x="15654" y="4682"/>
                    <a:pt x="15776" y="4682"/>
                  </a:cubicBezTo>
                  <a:cubicBezTo>
                    <a:pt x="15867" y="4682"/>
                    <a:pt x="15928" y="4682"/>
                    <a:pt x="15958" y="4651"/>
                  </a:cubicBezTo>
                  <a:cubicBezTo>
                    <a:pt x="16171" y="4560"/>
                    <a:pt x="16232" y="4347"/>
                    <a:pt x="16110" y="4134"/>
                  </a:cubicBezTo>
                  <a:cubicBezTo>
                    <a:pt x="16071" y="4017"/>
                    <a:pt x="15956" y="3950"/>
                    <a:pt x="15830" y="3950"/>
                  </a:cubicBezTo>
                  <a:close/>
                  <a:moveTo>
                    <a:pt x="13373" y="5488"/>
                  </a:moveTo>
                  <a:cubicBezTo>
                    <a:pt x="13300" y="5488"/>
                    <a:pt x="13225" y="5512"/>
                    <a:pt x="13162" y="5563"/>
                  </a:cubicBezTo>
                  <a:cubicBezTo>
                    <a:pt x="13010" y="5685"/>
                    <a:pt x="12980" y="5897"/>
                    <a:pt x="13071" y="6049"/>
                  </a:cubicBezTo>
                  <a:cubicBezTo>
                    <a:pt x="13162" y="6171"/>
                    <a:pt x="13284" y="6201"/>
                    <a:pt x="13344" y="6201"/>
                  </a:cubicBezTo>
                  <a:cubicBezTo>
                    <a:pt x="13436" y="6201"/>
                    <a:pt x="13496" y="6171"/>
                    <a:pt x="13588" y="6141"/>
                  </a:cubicBezTo>
                  <a:cubicBezTo>
                    <a:pt x="13740" y="6019"/>
                    <a:pt x="13770" y="5776"/>
                    <a:pt x="13648" y="5624"/>
                  </a:cubicBezTo>
                  <a:cubicBezTo>
                    <a:pt x="13578" y="5535"/>
                    <a:pt x="13476" y="5488"/>
                    <a:pt x="13373" y="5488"/>
                  </a:cubicBezTo>
                  <a:close/>
                  <a:moveTo>
                    <a:pt x="48199" y="5488"/>
                  </a:moveTo>
                  <a:cubicBezTo>
                    <a:pt x="48087" y="5488"/>
                    <a:pt x="47975" y="5535"/>
                    <a:pt x="47904" y="5624"/>
                  </a:cubicBezTo>
                  <a:cubicBezTo>
                    <a:pt x="47813" y="5776"/>
                    <a:pt x="47844" y="6019"/>
                    <a:pt x="47996" y="6141"/>
                  </a:cubicBezTo>
                  <a:cubicBezTo>
                    <a:pt x="48087" y="6171"/>
                    <a:pt x="48147" y="6171"/>
                    <a:pt x="48178" y="6201"/>
                  </a:cubicBezTo>
                  <a:cubicBezTo>
                    <a:pt x="48299" y="6201"/>
                    <a:pt x="48421" y="6171"/>
                    <a:pt x="48482" y="6049"/>
                  </a:cubicBezTo>
                  <a:cubicBezTo>
                    <a:pt x="48603" y="5897"/>
                    <a:pt x="48573" y="5685"/>
                    <a:pt x="48421" y="5563"/>
                  </a:cubicBezTo>
                  <a:cubicBezTo>
                    <a:pt x="48358" y="5512"/>
                    <a:pt x="48278" y="5488"/>
                    <a:pt x="48199" y="5488"/>
                  </a:cubicBezTo>
                  <a:close/>
                  <a:moveTo>
                    <a:pt x="50477" y="7165"/>
                  </a:moveTo>
                  <a:cubicBezTo>
                    <a:pt x="50364" y="7165"/>
                    <a:pt x="50251" y="7212"/>
                    <a:pt x="50184" y="7296"/>
                  </a:cubicBezTo>
                  <a:cubicBezTo>
                    <a:pt x="50032" y="7508"/>
                    <a:pt x="50093" y="7721"/>
                    <a:pt x="50245" y="7843"/>
                  </a:cubicBezTo>
                  <a:cubicBezTo>
                    <a:pt x="50306" y="7873"/>
                    <a:pt x="50397" y="7904"/>
                    <a:pt x="50488" y="7904"/>
                  </a:cubicBezTo>
                  <a:cubicBezTo>
                    <a:pt x="50579" y="7904"/>
                    <a:pt x="50701" y="7873"/>
                    <a:pt x="50762" y="7812"/>
                  </a:cubicBezTo>
                  <a:cubicBezTo>
                    <a:pt x="50913" y="7660"/>
                    <a:pt x="50883" y="7387"/>
                    <a:pt x="50731" y="7265"/>
                  </a:cubicBezTo>
                  <a:cubicBezTo>
                    <a:pt x="50663" y="7197"/>
                    <a:pt x="50570" y="7165"/>
                    <a:pt x="50477" y="7165"/>
                  </a:cubicBezTo>
                  <a:close/>
                  <a:moveTo>
                    <a:pt x="11106" y="7233"/>
                  </a:moveTo>
                  <a:cubicBezTo>
                    <a:pt x="11027" y="7233"/>
                    <a:pt x="10949" y="7256"/>
                    <a:pt x="10882" y="7296"/>
                  </a:cubicBezTo>
                  <a:cubicBezTo>
                    <a:pt x="10730" y="7448"/>
                    <a:pt x="10730" y="7691"/>
                    <a:pt x="10852" y="7843"/>
                  </a:cubicBezTo>
                  <a:cubicBezTo>
                    <a:pt x="10913" y="7904"/>
                    <a:pt x="11034" y="7964"/>
                    <a:pt x="11156" y="7964"/>
                  </a:cubicBezTo>
                  <a:cubicBezTo>
                    <a:pt x="11217" y="7964"/>
                    <a:pt x="11308" y="7964"/>
                    <a:pt x="11369" y="7873"/>
                  </a:cubicBezTo>
                  <a:cubicBezTo>
                    <a:pt x="11521" y="7721"/>
                    <a:pt x="11521" y="7508"/>
                    <a:pt x="11399" y="7356"/>
                  </a:cubicBezTo>
                  <a:cubicBezTo>
                    <a:pt x="11313" y="7271"/>
                    <a:pt x="11208" y="7233"/>
                    <a:pt x="11106" y="7233"/>
                  </a:cubicBezTo>
                  <a:close/>
                  <a:moveTo>
                    <a:pt x="52555" y="9097"/>
                  </a:moveTo>
                  <a:cubicBezTo>
                    <a:pt x="52456" y="9097"/>
                    <a:pt x="52357" y="9135"/>
                    <a:pt x="52281" y="9211"/>
                  </a:cubicBezTo>
                  <a:cubicBezTo>
                    <a:pt x="52129" y="9363"/>
                    <a:pt x="52129" y="9575"/>
                    <a:pt x="52281" y="9727"/>
                  </a:cubicBezTo>
                  <a:cubicBezTo>
                    <a:pt x="52372" y="9818"/>
                    <a:pt x="52494" y="9849"/>
                    <a:pt x="52555" y="9849"/>
                  </a:cubicBezTo>
                  <a:cubicBezTo>
                    <a:pt x="52676" y="9849"/>
                    <a:pt x="52737" y="9818"/>
                    <a:pt x="52828" y="9727"/>
                  </a:cubicBezTo>
                  <a:cubicBezTo>
                    <a:pt x="52980" y="9575"/>
                    <a:pt x="52980" y="9363"/>
                    <a:pt x="52828" y="9211"/>
                  </a:cubicBezTo>
                  <a:cubicBezTo>
                    <a:pt x="52752" y="9135"/>
                    <a:pt x="52654" y="9097"/>
                    <a:pt x="52555" y="9097"/>
                  </a:cubicBezTo>
                  <a:close/>
                  <a:moveTo>
                    <a:pt x="9059" y="9157"/>
                  </a:moveTo>
                  <a:cubicBezTo>
                    <a:pt x="8960" y="9157"/>
                    <a:pt x="8861" y="9195"/>
                    <a:pt x="8785" y="9271"/>
                  </a:cubicBezTo>
                  <a:cubicBezTo>
                    <a:pt x="8633" y="9423"/>
                    <a:pt x="8633" y="9666"/>
                    <a:pt x="8785" y="9818"/>
                  </a:cubicBezTo>
                  <a:cubicBezTo>
                    <a:pt x="8876" y="9879"/>
                    <a:pt x="8937" y="9879"/>
                    <a:pt x="9059" y="9940"/>
                  </a:cubicBezTo>
                  <a:cubicBezTo>
                    <a:pt x="9180" y="9940"/>
                    <a:pt x="9241" y="9879"/>
                    <a:pt x="9332" y="9818"/>
                  </a:cubicBezTo>
                  <a:cubicBezTo>
                    <a:pt x="9454" y="9666"/>
                    <a:pt x="9454" y="9423"/>
                    <a:pt x="9332" y="9271"/>
                  </a:cubicBezTo>
                  <a:cubicBezTo>
                    <a:pt x="9256" y="9195"/>
                    <a:pt x="9157" y="9157"/>
                    <a:pt x="9059" y="9157"/>
                  </a:cubicBezTo>
                  <a:close/>
                  <a:moveTo>
                    <a:pt x="54477" y="11251"/>
                  </a:moveTo>
                  <a:cubicBezTo>
                    <a:pt x="54390" y="11251"/>
                    <a:pt x="54298" y="11281"/>
                    <a:pt x="54227" y="11338"/>
                  </a:cubicBezTo>
                  <a:cubicBezTo>
                    <a:pt x="54075" y="11490"/>
                    <a:pt x="54075" y="11703"/>
                    <a:pt x="54196" y="11855"/>
                  </a:cubicBezTo>
                  <a:cubicBezTo>
                    <a:pt x="54257" y="11946"/>
                    <a:pt x="54348" y="11977"/>
                    <a:pt x="54470" y="11977"/>
                  </a:cubicBezTo>
                  <a:cubicBezTo>
                    <a:pt x="54531" y="11977"/>
                    <a:pt x="54591" y="11946"/>
                    <a:pt x="54683" y="11916"/>
                  </a:cubicBezTo>
                  <a:cubicBezTo>
                    <a:pt x="54835" y="11764"/>
                    <a:pt x="54835" y="11521"/>
                    <a:pt x="54713" y="11369"/>
                  </a:cubicBezTo>
                  <a:cubicBezTo>
                    <a:pt x="54665" y="11288"/>
                    <a:pt x="54574" y="11251"/>
                    <a:pt x="54477" y="11251"/>
                  </a:cubicBezTo>
                  <a:close/>
                  <a:moveTo>
                    <a:pt x="7108" y="11269"/>
                  </a:moveTo>
                  <a:cubicBezTo>
                    <a:pt x="7001" y="11269"/>
                    <a:pt x="6907" y="11315"/>
                    <a:pt x="6840" y="11399"/>
                  </a:cubicBezTo>
                  <a:cubicBezTo>
                    <a:pt x="6688" y="11612"/>
                    <a:pt x="6749" y="11825"/>
                    <a:pt x="6901" y="11946"/>
                  </a:cubicBezTo>
                  <a:cubicBezTo>
                    <a:pt x="6961" y="12007"/>
                    <a:pt x="7052" y="12068"/>
                    <a:pt x="7113" y="12068"/>
                  </a:cubicBezTo>
                  <a:cubicBezTo>
                    <a:pt x="7235" y="12068"/>
                    <a:pt x="7356" y="11977"/>
                    <a:pt x="7417" y="11916"/>
                  </a:cubicBezTo>
                  <a:cubicBezTo>
                    <a:pt x="7569" y="11703"/>
                    <a:pt x="7539" y="11490"/>
                    <a:pt x="7387" y="11369"/>
                  </a:cubicBezTo>
                  <a:cubicBezTo>
                    <a:pt x="7291" y="11300"/>
                    <a:pt x="7195" y="11269"/>
                    <a:pt x="7108" y="11269"/>
                  </a:cubicBezTo>
                  <a:close/>
                  <a:moveTo>
                    <a:pt x="56170" y="13547"/>
                  </a:moveTo>
                  <a:cubicBezTo>
                    <a:pt x="56101" y="13547"/>
                    <a:pt x="56036" y="13571"/>
                    <a:pt x="55990" y="13618"/>
                  </a:cubicBezTo>
                  <a:cubicBezTo>
                    <a:pt x="55777" y="13739"/>
                    <a:pt x="55746" y="13952"/>
                    <a:pt x="55868" y="14104"/>
                  </a:cubicBezTo>
                  <a:cubicBezTo>
                    <a:pt x="55929" y="14226"/>
                    <a:pt x="56050" y="14287"/>
                    <a:pt x="56172" y="14287"/>
                  </a:cubicBezTo>
                  <a:cubicBezTo>
                    <a:pt x="56233" y="14287"/>
                    <a:pt x="56263" y="14256"/>
                    <a:pt x="56354" y="14226"/>
                  </a:cubicBezTo>
                  <a:cubicBezTo>
                    <a:pt x="56537" y="14104"/>
                    <a:pt x="56567" y="13891"/>
                    <a:pt x="56476" y="13739"/>
                  </a:cubicBezTo>
                  <a:cubicBezTo>
                    <a:pt x="56401" y="13609"/>
                    <a:pt x="56280" y="13547"/>
                    <a:pt x="56170" y="13547"/>
                  </a:cubicBezTo>
                  <a:close/>
                  <a:moveTo>
                    <a:pt x="5464" y="13636"/>
                  </a:moveTo>
                  <a:cubicBezTo>
                    <a:pt x="5345" y="13636"/>
                    <a:pt x="5220" y="13697"/>
                    <a:pt x="5138" y="13800"/>
                  </a:cubicBezTo>
                  <a:cubicBezTo>
                    <a:pt x="5016" y="13952"/>
                    <a:pt x="5107" y="14195"/>
                    <a:pt x="5259" y="14287"/>
                  </a:cubicBezTo>
                  <a:cubicBezTo>
                    <a:pt x="5290" y="14347"/>
                    <a:pt x="5381" y="14347"/>
                    <a:pt x="5442" y="14347"/>
                  </a:cubicBezTo>
                  <a:cubicBezTo>
                    <a:pt x="5563" y="14347"/>
                    <a:pt x="5685" y="14287"/>
                    <a:pt x="5745" y="14195"/>
                  </a:cubicBezTo>
                  <a:cubicBezTo>
                    <a:pt x="5867" y="14013"/>
                    <a:pt x="5776" y="13800"/>
                    <a:pt x="5624" y="13679"/>
                  </a:cubicBezTo>
                  <a:cubicBezTo>
                    <a:pt x="5575" y="13649"/>
                    <a:pt x="5520" y="13636"/>
                    <a:pt x="5464" y="13636"/>
                  </a:cubicBezTo>
                  <a:close/>
                  <a:moveTo>
                    <a:pt x="57648" y="15988"/>
                  </a:moveTo>
                  <a:cubicBezTo>
                    <a:pt x="57581" y="15988"/>
                    <a:pt x="57511" y="16008"/>
                    <a:pt x="57449" y="16050"/>
                  </a:cubicBezTo>
                  <a:cubicBezTo>
                    <a:pt x="57266" y="16110"/>
                    <a:pt x="57205" y="16354"/>
                    <a:pt x="57297" y="16536"/>
                  </a:cubicBezTo>
                  <a:cubicBezTo>
                    <a:pt x="57388" y="16657"/>
                    <a:pt x="57509" y="16718"/>
                    <a:pt x="57601" y="16718"/>
                  </a:cubicBezTo>
                  <a:cubicBezTo>
                    <a:pt x="57692" y="16718"/>
                    <a:pt x="57753" y="16718"/>
                    <a:pt x="57783" y="16688"/>
                  </a:cubicBezTo>
                  <a:cubicBezTo>
                    <a:pt x="57996" y="16627"/>
                    <a:pt x="58056" y="16384"/>
                    <a:pt x="57935" y="16202"/>
                  </a:cubicBezTo>
                  <a:cubicBezTo>
                    <a:pt x="57895" y="16062"/>
                    <a:pt x="57776" y="15988"/>
                    <a:pt x="57648" y="15988"/>
                  </a:cubicBezTo>
                  <a:close/>
                  <a:moveTo>
                    <a:pt x="3977" y="16038"/>
                  </a:moveTo>
                  <a:cubicBezTo>
                    <a:pt x="3845" y="16038"/>
                    <a:pt x="3732" y="16106"/>
                    <a:pt x="3648" y="16232"/>
                  </a:cubicBezTo>
                  <a:cubicBezTo>
                    <a:pt x="3587" y="16414"/>
                    <a:pt x="3618" y="16627"/>
                    <a:pt x="3800" y="16718"/>
                  </a:cubicBezTo>
                  <a:cubicBezTo>
                    <a:pt x="3845" y="16763"/>
                    <a:pt x="3889" y="16791"/>
                    <a:pt x="3946" y="16791"/>
                  </a:cubicBezTo>
                  <a:cubicBezTo>
                    <a:pt x="3966" y="16791"/>
                    <a:pt x="3988" y="16787"/>
                    <a:pt x="4013" y="16779"/>
                  </a:cubicBezTo>
                  <a:cubicBezTo>
                    <a:pt x="4104" y="16779"/>
                    <a:pt x="4226" y="16688"/>
                    <a:pt x="4317" y="16566"/>
                  </a:cubicBezTo>
                  <a:cubicBezTo>
                    <a:pt x="4378" y="16384"/>
                    <a:pt x="4347" y="16202"/>
                    <a:pt x="4165" y="16080"/>
                  </a:cubicBezTo>
                  <a:cubicBezTo>
                    <a:pt x="4099" y="16052"/>
                    <a:pt x="4036" y="16038"/>
                    <a:pt x="3977" y="16038"/>
                  </a:cubicBezTo>
                  <a:close/>
                  <a:moveTo>
                    <a:pt x="58875" y="18567"/>
                  </a:moveTo>
                  <a:cubicBezTo>
                    <a:pt x="58825" y="18567"/>
                    <a:pt x="58774" y="18578"/>
                    <a:pt x="58725" y="18603"/>
                  </a:cubicBezTo>
                  <a:cubicBezTo>
                    <a:pt x="58512" y="18664"/>
                    <a:pt x="58452" y="18907"/>
                    <a:pt x="58512" y="19089"/>
                  </a:cubicBezTo>
                  <a:cubicBezTo>
                    <a:pt x="58604" y="19211"/>
                    <a:pt x="58725" y="19302"/>
                    <a:pt x="58877" y="19302"/>
                  </a:cubicBezTo>
                  <a:cubicBezTo>
                    <a:pt x="58908" y="19302"/>
                    <a:pt x="58968" y="19302"/>
                    <a:pt x="59029" y="19271"/>
                  </a:cubicBezTo>
                  <a:cubicBezTo>
                    <a:pt x="59212" y="19211"/>
                    <a:pt x="59272" y="18968"/>
                    <a:pt x="59212" y="18785"/>
                  </a:cubicBezTo>
                  <a:cubicBezTo>
                    <a:pt x="59145" y="18652"/>
                    <a:pt x="59013" y="18567"/>
                    <a:pt x="58875" y="18567"/>
                  </a:cubicBezTo>
                  <a:close/>
                  <a:moveTo>
                    <a:pt x="2748" y="18641"/>
                  </a:moveTo>
                  <a:cubicBezTo>
                    <a:pt x="2607" y="18641"/>
                    <a:pt x="2470" y="18709"/>
                    <a:pt x="2402" y="18846"/>
                  </a:cubicBezTo>
                  <a:cubicBezTo>
                    <a:pt x="2341" y="19059"/>
                    <a:pt x="2402" y="19271"/>
                    <a:pt x="2584" y="19363"/>
                  </a:cubicBezTo>
                  <a:cubicBezTo>
                    <a:pt x="2676" y="19363"/>
                    <a:pt x="2706" y="19363"/>
                    <a:pt x="2736" y="19393"/>
                  </a:cubicBezTo>
                  <a:cubicBezTo>
                    <a:pt x="2888" y="19393"/>
                    <a:pt x="3010" y="19302"/>
                    <a:pt x="3101" y="19150"/>
                  </a:cubicBezTo>
                  <a:cubicBezTo>
                    <a:pt x="3162" y="18968"/>
                    <a:pt x="3101" y="18755"/>
                    <a:pt x="2888" y="18664"/>
                  </a:cubicBezTo>
                  <a:cubicBezTo>
                    <a:pt x="2843" y="18648"/>
                    <a:pt x="2795" y="18641"/>
                    <a:pt x="2748" y="18641"/>
                  </a:cubicBezTo>
                  <a:close/>
                  <a:moveTo>
                    <a:pt x="59857" y="21229"/>
                  </a:moveTo>
                  <a:cubicBezTo>
                    <a:pt x="59815" y="21229"/>
                    <a:pt x="59772" y="21235"/>
                    <a:pt x="59728" y="21247"/>
                  </a:cubicBezTo>
                  <a:cubicBezTo>
                    <a:pt x="59546" y="21338"/>
                    <a:pt x="59424" y="21521"/>
                    <a:pt x="59515" y="21703"/>
                  </a:cubicBezTo>
                  <a:cubicBezTo>
                    <a:pt x="59542" y="21862"/>
                    <a:pt x="59661" y="21952"/>
                    <a:pt x="59792" y="21952"/>
                  </a:cubicBezTo>
                  <a:cubicBezTo>
                    <a:pt x="59811" y="21952"/>
                    <a:pt x="59831" y="21950"/>
                    <a:pt x="59850" y="21946"/>
                  </a:cubicBezTo>
                  <a:lnTo>
                    <a:pt x="59971" y="21946"/>
                  </a:lnTo>
                  <a:cubicBezTo>
                    <a:pt x="60154" y="21886"/>
                    <a:pt x="60275" y="21673"/>
                    <a:pt x="60184" y="21490"/>
                  </a:cubicBezTo>
                  <a:cubicBezTo>
                    <a:pt x="60160" y="21321"/>
                    <a:pt x="60020" y="21229"/>
                    <a:pt x="59857" y="21229"/>
                  </a:cubicBezTo>
                  <a:close/>
                  <a:moveTo>
                    <a:pt x="1728" y="21307"/>
                  </a:moveTo>
                  <a:cubicBezTo>
                    <a:pt x="1592" y="21307"/>
                    <a:pt x="1469" y="21411"/>
                    <a:pt x="1399" y="21551"/>
                  </a:cubicBezTo>
                  <a:cubicBezTo>
                    <a:pt x="1338" y="21734"/>
                    <a:pt x="1460" y="21946"/>
                    <a:pt x="1642" y="22007"/>
                  </a:cubicBezTo>
                  <a:cubicBezTo>
                    <a:pt x="1672" y="22037"/>
                    <a:pt x="1733" y="22037"/>
                    <a:pt x="1764" y="22037"/>
                  </a:cubicBezTo>
                  <a:cubicBezTo>
                    <a:pt x="1916" y="22037"/>
                    <a:pt x="2068" y="21946"/>
                    <a:pt x="2098" y="21794"/>
                  </a:cubicBezTo>
                  <a:cubicBezTo>
                    <a:pt x="2159" y="21582"/>
                    <a:pt x="2068" y="21399"/>
                    <a:pt x="1855" y="21338"/>
                  </a:cubicBezTo>
                  <a:cubicBezTo>
                    <a:pt x="1812" y="21317"/>
                    <a:pt x="1770" y="21307"/>
                    <a:pt x="1728" y="21307"/>
                  </a:cubicBezTo>
                  <a:close/>
                  <a:moveTo>
                    <a:pt x="60553" y="24009"/>
                  </a:moveTo>
                  <a:cubicBezTo>
                    <a:pt x="60532" y="24009"/>
                    <a:pt x="60510" y="24010"/>
                    <a:pt x="60488" y="24013"/>
                  </a:cubicBezTo>
                  <a:cubicBezTo>
                    <a:pt x="60306" y="24074"/>
                    <a:pt x="60184" y="24256"/>
                    <a:pt x="60245" y="24439"/>
                  </a:cubicBezTo>
                  <a:cubicBezTo>
                    <a:pt x="60272" y="24602"/>
                    <a:pt x="60397" y="24717"/>
                    <a:pt x="60532" y="24717"/>
                  </a:cubicBezTo>
                  <a:cubicBezTo>
                    <a:pt x="60548" y="24717"/>
                    <a:pt x="60564" y="24715"/>
                    <a:pt x="60579" y="24712"/>
                  </a:cubicBezTo>
                  <a:lnTo>
                    <a:pt x="60640" y="24712"/>
                  </a:lnTo>
                  <a:cubicBezTo>
                    <a:pt x="60853" y="24652"/>
                    <a:pt x="60944" y="24469"/>
                    <a:pt x="60914" y="24287"/>
                  </a:cubicBezTo>
                  <a:cubicBezTo>
                    <a:pt x="60886" y="24123"/>
                    <a:pt x="60737" y="24009"/>
                    <a:pt x="60553" y="24009"/>
                  </a:cubicBezTo>
                  <a:close/>
                  <a:moveTo>
                    <a:pt x="1031" y="24060"/>
                  </a:moveTo>
                  <a:cubicBezTo>
                    <a:pt x="861" y="24060"/>
                    <a:pt x="726" y="24197"/>
                    <a:pt x="700" y="24378"/>
                  </a:cubicBezTo>
                  <a:cubicBezTo>
                    <a:pt x="609" y="24560"/>
                    <a:pt x="761" y="24743"/>
                    <a:pt x="973" y="24773"/>
                  </a:cubicBezTo>
                  <a:lnTo>
                    <a:pt x="1034" y="24773"/>
                  </a:lnTo>
                  <a:cubicBezTo>
                    <a:pt x="1186" y="24773"/>
                    <a:pt x="1338" y="24682"/>
                    <a:pt x="1368" y="24469"/>
                  </a:cubicBezTo>
                  <a:cubicBezTo>
                    <a:pt x="1460" y="24287"/>
                    <a:pt x="1308" y="24104"/>
                    <a:pt x="1125" y="24074"/>
                  </a:cubicBezTo>
                  <a:cubicBezTo>
                    <a:pt x="1093" y="24065"/>
                    <a:pt x="1062" y="24060"/>
                    <a:pt x="1031" y="24060"/>
                  </a:cubicBezTo>
                  <a:close/>
                  <a:moveTo>
                    <a:pt x="61068" y="26796"/>
                  </a:moveTo>
                  <a:cubicBezTo>
                    <a:pt x="61038" y="26796"/>
                    <a:pt x="61007" y="26800"/>
                    <a:pt x="60974" y="26810"/>
                  </a:cubicBezTo>
                  <a:cubicBezTo>
                    <a:pt x="60792" y="26840"/>
                    <a:pt x="60640" y="27022"/>
                    <a:pt x="60671" y="27205"/>
                  </a:cubicBezTo>
                  <a:cubicBezTo>
                    <a:pt x="60671" y="27385"/>
                    <a:pt x="60824" y="27522"/>
                    <a:pt x="60982" y="27522"/>
                  </a:cubicBezTo>
                  <a:cubicBezTo>
                    <a:pt x="61010" y="27522"/>
                    <a:pt x="61038" y="27518"/>
                    <a:pt x="61066" y="27509"/>
                  </a:cubicBezTo>
                  <a:lnTo>
                    <a:pt x="61096" y="27509"/>
                  </a:lnTo>
                  <a:cubicBezTo>
                    <a:pt x="61309" y="27478"/>
                    <a:pt x="61430" y="27296"/>
                    <a:pt x="61400" y="27114"/>
                  </a:cubicBezTo>
                  <a:cubicBezTo>
                    <a:pt x="61374" y="26933"/>
                    <a:pt x="61239" y="26796"/>
                    <a:pt x="61068" y="26796"/>
                  </a:cubicBezTo>
                  <a:close/>
                  <a:moveTo>
                    <a:pt x="608" y="26867"/>
                  </a:moveTo>
                  <a:cubicBezTo>
                    <a:pt x="401" y="26867"/>
                    <a:pt x="272" y="27008"/>
                    <a:pt x="244" y="27174"/>
                  </a:cubicBezTo>
                  <a:cubicBezTo>
                    <a:pt x="213" y="27418"/>
                    <a:pt x="365" y="27569"/>
                    <a:pt x="548" y="27600"/>
                  </a:cubicBezTo>
                  <a:cubicBezTo>
                    <a:pt x="548" y="27615"/>
                    <a:pt x="555" y="27623"/>
                    <a:pt x="563" y="27623"/>
                  </a:cubicBezTo>
                  <a:cubicBezTo>
                    <a:pt x="571" y="27623"/>
                    <a:pt x="578" y="27615"/>
                    <a:pt x="578" y="27600"/>
                  </a:cubicBezTo>
                  <a:cubicBezTo>
                    <a:pt x="761" y="27600"/>
                    <a:pt x="913" y="27478"/>
                    <a:pt x="973" y="27296"/>
                  </a:cubicBezTo>
                  <a:cubicBezTo>
                    <a:pt x="1004" y="27053"/>
                    <a:pt x="852" y="26901"/>
                    <a:pt x="669" y="26870"/>
                  </a:cubicBezTo>
                  <a:cubicBezTo>
                    <a:pt x="648" y="26868"/>
                    <a:pt x="628" y="26867"/>
                    <a:pt x="608" y="26867"/>
                  </a:cubicBezTo>
                  <a:close/>
                  <a:moveTo>
                    <a:pt x="61218" y="29636"/>
                  </a:moveTo>
                  <a:cubicBezTo>
                    <a:pt x="61035" y="29636"/>
                    <a:pt x="60883" y="29849"/>
                    <a:pt x="60883" y="30032"/>
                  </a:cubicBezTo>
                  <a:cubicBezTo>
                    <a:pt x="60883" y="30200"/>
                    <a:pt x="61040" y="30369"/>
                    <a:pt x="61208" y="30369"/>
                  </a:cubicBezTo>
                  <a:cubicBezTo>
                    <a:pt x="61221" y="30369"/>
                    <a:pt x="61235" y="30368"/>
                    <a:pt x="61248" y="30366"/>
                  </a:cubicBezTo>
                  <a:cubicBezTo>
                    <a:pt x="61430" y="30366"/>
                    <a:pt x="61582" y="30184"/>
                    <a:pt x="61582" y="29971"/>
                  </a:cubicBezTo>
                  <a:cubicBezTo>
                    <a:pt x="61582" y="29788"/>
                    <a:pt x="61400" y="29636"/>
                    <a:pt x="61218" y="29636"/>
                  </a:cubicBezTo>
                  <a:close/>
                  <a:moveTo>
                    <a:pt x="386" y="29755"/>
                  </a:moveTo>
                  <a:cubicBezTo>
                    <a:pt x="218" y="29755"/>
                    <a:pt x="61" y="29923"/>
                    <a:pt x="61" y="30092"/>
                  </a:cubicBezTo>
                  <a:cubicBezTo>
                    <a:pt x="1" y="30305"/>
                    <a:pt x="213" y="30487"/>
                    <a:pt x="396" y="30487"/>
                  </a:cubicBezTo>
                  <a:cubicBezTo>
                    <a:pt x="578" y="30487"/>
                    <a:pt x="761" y="30305"/>
                    <a:pt x="761" y="30153"/>
                  </a:cubicBezTo>
                  <a:cubicBezTo>
                    <a:pt x="821" y="29910"/>
                    <a:pt x="609" y="29758"/>
                    <a:pt x="426" y="29758"/>
                  </a:cubicBezTo>
                  <a:cubicBezTo>
                    <a:pt x="413" y="29756"/>
                    <a:pt x="399" y="29755"/>
                    <a:pt x="386" y="29755"/>
                  </a:cubicBezTo>
                  <a:close/>
                  <a:moveTo>
                    <a:pt x="61218" y="32524"/>
                  </a:moveTo>
                  <a:cubicBezTo>
                    <a:pt x="61035" y="32524"/>
                    <a:pt x="60853" y="32676"/>
                    <a:pt x="60853" y="32889"/>
                  </a:cubicBezTo>
                  <a:cubicBezTo>
                    <a:pt x="60853" y="33071"/>
                    <a:pt x="61005" y="33253"/>
                    <a:pt x="61187" y="33253"/>
                  </a:cubicBezTo>
                  <a:cubicBezTo>
                    <a:pt x="61370" y="33253"/>
                    <a:pt x="61552" y="33102"/>
                    <a:pt x="61552" y="32919"/>
                  </a:cubicBezTo>
                  <a:cubicBezTo>
                    <a:pt x="61552" y="32737"/>
                    <a:pt x="61400" y="32524"/>
                    <a:pt x="61218" y="32524"/>
                  </a:cubicBezTo>
                  <a:close/>
                  <a:moveTo>
                    <a:pt x="426" y="32615"/>
                  </a:moveTo>
                  <a:cubicBezTo>
                    <a:pt x="244" y="32615"/>
                    <a:pt x="92" y="32798"/>
                    <a:pt x="92" y="32980"/>
                  </a:cubicBezTo>
                  <a:cubicBezTo>
                    <a:pt x="92" y="33193"/>
                    <a:pt x="274" y="33345"/>
                    <a:pt x="426" y="33345"/>
                  </a:cubicBezTo>
                  <a:lnTo>
                    <a:pt x="457" y="33345"/>
                  </a:lnTo>
                  <a:cubicBezTo>
                    <a:pt x="669" y="33345"/>
                    <a:pt x="821" y="33132"/>
                    <a:pt x="821" y="32950"/>
                  </a:cubicBezTo>
                  <a:cubicBezTo>
                    <a:pt x="821" y="32767"/>
                    <a:pt x="609" y="32615"/>
                    <a:pt x="426" y="32615"/>
                  </a:cubicBezTo>
                  <a:close/>
                  <a:moveTo>
                    <a:pt x="60866" y="35347"/>
                  </a:moveTo>
                  <a:cubicBezTo>
                    <a:pt x="60701" y="35347"/>
                    <a:pt x="60544" y="35488"/>
                    <a:pt x="60488" y="35655"/>
                  </a:cubicBezTo>
                  <a:cubicBezTo>
                    <a:pt x="60458" y="35837"/>
                    <a:pt x="60610" y="36019"/>
                    <a:pt x="60792" y="36080"/>
                  </a:cubicBezTo>
                  <a:lnTo>
                    <a:pt x="60883" y="36080"/>
                  </a:lnTo>
                  <a:cubicBezTo>
                    <a:pt x="61035" y="36080"/>
                    <a:pt x="61187" y="35959"/>
                    <a:pt x="61218" y="35776"/>
                  </a:cubicBezTo>
                  <a:cubicBezTo>
                    <a:pt x="61248" y="35564"/>
                    <a:pt x="61096" y="35381"/>
                    <a:pt x="60914" y="35351"/>
                  </a:cubicBezTo>
                  <a:cubicBezTo>
                    <a:pt x="60898" y="35348"/>
                    <a:pt x="60882" y="35347"/>
                    <a:pt x="60866" y="35347"/>
                  </a:cubicBezTo>
                  <a:close/>
                  <a:moveTo>
                    <a:pt x="778" y="35408"/>
                  </a:moveTo>
                  <a:cubicBezTo>
                    <a:pt x="762" y="35408"/>
                    <a:pt x="746" y="35409"/>
                    <a:pt x="730" y="35412"/>
                  </a:cubicBezTo>
                  <a:cubicBezTo>
                    <a:pt x="548" y="35472"/>
                    <a:pt x="396" y="35655"/>
                    <a:pt x="426" y="35837"/>
                  </a:cubicBezTo>
                  <a:cubicBezTo>
                    <a:pt x="457" y="36019"/>
                    <a:pt x="609" y="36141"/>
                    <a:pt x="761" y="36141"/>
                  </a:cubicBezTo>
                  <a:lnTo>
                    <a:pt x="852" y="36141"/>
                  </a:lnTo>
                  <a:cubicBezTo>
                    <a:pt x="1034" y="36111"/>
                    <a:pt x="1186" y="35928"/>
                    <a:pt x="1156" y="35716"/>
                  </a:cubicBezTo>
                  <a:cubicBezTo>
                    <a:pt x="1128" y="35549"/>
                    <a:pt x="948" y="35408"/>
                    <a:pt x="778" y="35408"/>
                  </a:cubicBezTo>
                  <a:close/>
                  <a:moveTo>
                    <a:pt x="60331" y="38112"/>
                  </a:moveTo>
                  <a:cubicBezTo>
                    <a:pt x="60142" y="38112"/>
                    <a:pt x="59965" y="38227"/>
                    <a:pt x="59911" y="38390"/>
                  </a:cubicBezTo>
                  <a:cubicBezTo>
                    <a:pt x="59880" y="38573"/>
                    <a:pt x="60002" y="38816"/>
                    <a:pt x="60184" y="38846"/>
                  </a:cubicBezTo>
                  <a:cubicBezTo>
                    <a:pt x="60215" y="38861"/>
                    <a:pt x="60230" y="38869"/>
                    <a:pt x="60245" y="38869"/>
                  </a:cubicBezTo>
                  <a:cubicBezTo>
                    <a:pt x="60260" y="38869"/>
                    <a:pt x="60275" y="38861"/>
                    <a:pt x="60306" y="38846"/>
                  </a:cubicBezTo>
                  <a:cubicBezTo>
                    <a:pt x="60458" y="38846"/>
                    <a:pt x="60610" y="38725"/>
                    <a:pt x="60640" y="38573"/>
                  </a:cubicBezTo>
                  <a:cubicBezTo>
                    <a:pt x="60671" y="38390"/>
                    <a:pt x="60579" y="38147"/>
                    <a:pt x="60397" y="38117"/>
                  </a:cubicBezTo>
                  <a:cubicBezTo>
                    <a:pt x="60375" y="38114"/>
                    <a:pt x="60353" y="38112"/>
                    <a:pt x="60331" y="38112"/>
                  </a:cubicBezTo>
                  <a:close/>
                  <a:moveTo>
                    <a:pt x="1404" y="38192"/>
                  </a:moveTo>
                  <a:cubicBezTo>
                    <a:pt x="1372" y="38192"/>
                    <a:pt x="1340" y="38197"/>
                    <a:pt x="1308" y="38208"/>
                  </a:cubicBezTo>
                  <a:cubicBezTo>
                    <a:pt x="1125" y="38269"/>
                    <a:pt x="1004" y="38451"/>
                    <a:pt x="1034" y="38664"/>
                  </a:cubicBezTo>
                  <a:cubicBezTo>
                    <a:pt x="1059" y="38814"/>
                    <a:pt x="1166" y="38923"/>
                    <a:pt x="1322" y="38923"/>
                  </a:cubicBezTo>
                  <a:cubicBezTo>
                    <a:pt x="1356" y="38923"/>
                    <a:pt x="1392" y="38918"/>
                    <a:pt x="1429" y="38907"/>
                  </a:cubicBezTo>
                  <a:lnTo>
                    <a:pt x="1490" y="38907"/>
                  </a:lnTo>
                  <a:cubicBezTo>
                    <a:pt x="1672" y="38846"/>
                    <a:pt x="1794" y="38664"/>
                    <a:pt x="1764" y="38451"/>
                  </a:cubicBezTo>
                  <a:cubicBezTo>
                    <a:pt x="1689" y="38301"/>
                    <a:pt x="1552" y="38192"/>
                    <a:pt x="1404" y="38192"/>
                  </a:cubicBezTo>
                  <a:close/>
                  <a:moveTo>
                    <a:pt x="59417" y="40867"/>
                  </a:moveTo>
                  <a:cubicBezTo>
                    <a:pt x="59262" y="40867"/>
                    <a:pt x="59110" y="40976"/>
                    <a:pt x="59060" y="41126"/>
                  </a:cubicBezTo>
                  <a:cubicBezTo>
                    <a:pt x="58968" y="41308"/>
                    <a:pt x="59090" y="41491"/>
                    <a:pt x="59272" y="41582"/>
                  </a:cubicBezTo>
                  <a:lnTo>
                    <a:pt x="59394" y="41582"/>
                  </a:lnTo>
                  <a:cubicBezTo>
                    <a:pt x="59546" y="41582"/>
                    <a:pt x="59698" y="41491"/>
                    <a:pt x="59728" y="41339"/>
                  </a:cubicBezTo>
                  <a:cubicBezTo>
                    <a:pt x="59819" y="41156"/>
                    <a:pt x="59698" y="40974"/>
                    <a:pt x="59515" y="40883"/>
                  </a:cubicBezTo>
                  <a:cubicBezTo>
                    <a:pt x="59483" y="40872"/>
                    <a:pt x="59450" y="40867"/>
                    <a:pt x="59417" y="40867"/>
                  </a:cubicBezTo>
                  <a:close/>
                  <a:moveTo>
                    <a:pt x="2275" y="40943"/>
                  </a:moveTo>
                  <a:cubicBezTo>
                    <a:pt x="2228" y="40943"/>
                    <a:pt x="2178" y="40953"/>
                    <a:pt x="2128" y="40974"/>
                  </a:cubicBezTo>
                  <a:cubicBezTo>
                    <a:pt x="1946" y="41004"/>
                    <a:pt x="1824" y="41248"/>
                    <a:pt x="1916" y="41430"/>
                  </a:cubicBezTo>
                  <a:cubicBezTo>
                    <a:pt x="1946" y="41582"/>
                    <a:pt x="2098" y="41643"/>
                    <a:pt x="2250" y="41703"/>
                  </a:cubicBezTo>
                  <a:cubicBezTo>
                    <a:pt x="2280" y="41703"/>
                    <a:pt x="2341" y="41643"/>
                    <a:pt x="2372" y="41643"/>
                  </a:cubicBezTo>
                  <a:cubicBezTo>
                    <a:pt x="2554" y="41612"/>
                    <a:pt x="2676" y="41400"/>
                    <a:pt x="2584" y="41187"/>
                  </a:cubicBezTo>
                  <a:cubicBezTo>
                    <a:pt x="2561" y="41047"/>
                    <a:pt x="2431" y="40943"/>
                    <a:pt x="2275" y="40943"/>
                  </a:cubicBezTo>
                  <a:close/>
                  <a:moveTo>
                    <a:pt x="58327" y="43491"/>
                  </a:moveTo>
                  <a:cubicBezTo>
                    <a:pt x="58182" y="43491"/>
                    <a:pt x="58040" y="43576"/>
                    <a:pt x="57996" y="43710"/>
                  </a:cubicBezTo>
                  <a:cubicBezTo>
                    <a:pt x="57905" y="43892"/>
                    <a:pt x="57996" y="44135"/>
                    <a:pt x="58178" y="44196"/>
                  </a:cubicBezTo>
                  <a:cubicBezTo>
                    <a:pt x="58208" y="44196"/>
                    <a:pt x="58269" y="44226"/>
                    <a:pt x="58330" y="44226"/>
                  </a:cubicBezTo>
                  <a:cubicBezTo>
                    <a:pt x="58482" y="44226"/>
                    <a:pt x="58604" y="44135"/>
                    <a:pt x="58664" y="44014"/>
                  </a:cubicBezTo>
                  <a:cubicBezTo>
                    <a:pt x="58756" y="43831"/>
                    <a:pt x="58664" y="43588"/>
                    <a:pt x="58482" y="43527"/>
                  </a:cubicBezTo>
                  <a:cubicBezTo>
                    <a:pt x="58433" y="43503"/>
                    <a:pt x="58380" y="43491"/>
                    <a:pt x="58327" y="43491"/>
                  </a:cubicBezTo>
                  <a:close/>
                  <a:moveTo>
                    <a:pt x="3350" y="43565"/>
                  </a:moveTo>
                  <a:cubicBezTo>
                    <a:pt x="3299" y="43565"/>
                    <a:pt x="3245" y="43573"/>
                    <a:pt x="3192" y="43588"/>
                  </a:cubicBezTo>
                  <a:cubicBezTo>
                    <a:pt x="3010" y="43649"/>
                    <a:pt x="2949" y="43892"/>
                    <a:pt x="3010" y="44074"/>
                  </a:cubicBezTo>
                  <a:cubicBezTo>
                    <a:pt x="3101" y="44196"/>
                    <a:pt x="3192" y="44287"/>
                    <a:pt x="3344" y="44318"/>
                  </a:cubicBezTo>
                  <a:cubicBezTo>
                    <a:pt x="3405" y="44318"/>
                    <a:pt x="3466" y="44318"/>
                    <a:pt x="3496" y="44287"/>
                  </a:cubicBezTo>
                  <a:cubicBezTo>
                    <a:pt x="3709" y="44196"/>
                    <a:pt x="3770" y="43983"/>
                    <a:pt x="3709" y="43770"/>
                  </a:cubicBezTo>
                  <a:cubicBezTo>
                    <a:pt x="3641" y="43634"/>
                    <a:pt x="3504" y="43565"/>
                    <a:pt x="3350" y="43565"/>
                  </a:cubicBezTo>
                  <a:close/>
                  <a:moveTo>
                    <a:pt x="4687" y="46085"/>
                  </a:moveTo>
                  <a:cubicBezTo>
                    <a:pt x="4623" y="46085"/>
                    <a:pt x="4558" y="46102"/>
                    <a:pt x="4499" y="46141"/>
                  </a:cubicBezTo>
                  <a:cubicBezTo>
                    <a:pt x="4347" y="46202"/>
                    <a:pt x="4256" y="46445"/>
                    <a:pt x="4378" y="46628"/>
                  </a:cubicBezTo>
                  <a:cubicBezTo>
                    <a:pt x="4469" y="46749"/>
                    <a:pt x="4560" y="46780"/>
                    <a:pt x="4682" y="46780"/>
                  </a:cubicBezTo>
                  <a:cubicBezTo>
                    <a:pt x="4773" y="46780"/>
                    <a:pt x="4803" y="46780"/>
                    <a:pt x="4864" y="46749"/>
                  </a:cubicBezTo>
                  <a:cubicBezTo>
                    <a:pt x="5016" y="46658"/>
                    <a:pt x="5107" y="46445"/>
                    <a:pt x="4986" y="46263"/>
                  </a:cubicBezTo>
                  <a:cubicBezTo>
                    <a:pt x="4944" y="46160"/>
                    <a:pt x="4820" y="46085"/>
                    <a:pt x="4687" y="46085"/>
                  </a:cubicBezTo>
                  <a:close/>
                  <a:moveTo>
                    <a:pt x="56943" y="46038"/>
                  </a:moveTo>
                  <a:cubicBezTo>
                    <a:pt x="56837" y="46038"/>
                    <a:pt x="56731" y="46093"/>
                    <a:pt x="56658" y="46202"/>
                  </a:cubicBezTo>
                  <a:cubicBezTo>
                    <a:pt x="56537" y="46354"/>
                    <a:pt x="56597" y="46597"/>
                    <a:pt x="56780" y="46719"/>
                  </a:cubicBezTo>
                  <a:cubicBezTo>
                    <a:pt x="56841" y="46719"/>
                    <a:pt x="56932" y="46749"/>
                    <a:pt x="56962" y="46780"/>
                  </a:cubicBezTo>
                  <a:cubicBezTo>
                    <a:pt x="57084" y="46780"/>
                    <a:pt x="57175" y="46719"/>
                    <a:pt x="57266" y="46597"/>
                  </a:cubicBezTo>
                  <a:cubicBezTo>
                    <a:pt x="57388" y="46445"/>
                    <a:pt x="57357" y="46202"/>
                    <a:pt x="57145" y="46111"/>
                  </a:cubicBezTo>
                  <a:cubicBezTo>
                    <a:pt x="57084" y="46062"/>
                    <a:pt x="57013" y="46038"/>
                    <a:pt x="56943" y="46038"/>
                  </a:cubicBezTo>
                  <a:close/>
                  <a:moveTo>
                    <a:pt x="55402" y="48387"/>
                  </a:moveTo>
                  <a:cubicBezTo>
                    <a:pt x="55284" y="48387"/>
                    <a:pt x="55166" y="48446"/>
                    <a:pt x="55108" y="48542"/>
                  </a:cubicBezTo>
                  <a:cubicBezTo>
                    <a:pt x="54987" y="48725"/>
                    <a:pt x="55017" y="48938"/>
                    <a:pt x="55169" y="49059"/>
                  </a:cubicBezTo>
                  <a:cubicBezTo>
                    <a:pt x="55260" y="49090"/>
                    <a:pt x="55321" y="49150"/>
                    <a:pt x="55351" y="49150"/>
                  </a:cubicBezTo>
                  <a:cubicBezTo>
                    <a:pt x="55473" y="49150"/>
                    <a:pt x="55594" y="49090"/>
                    <a:pt x="55655" y="48998"/>
                  </a:cubicBezTo>
                  <a:cubicBezTo>
                    <a:pt x="55777" y="48786"/>
                    <a:pt x="55746" y="48573"/>
                    <a:pt x="55594" y="48451"/>
                  </a:cubicBezTo>
                  <a:cubicBezTo>
                    <a:pt x="55539" y="48407"/>
                    <a:pt x="55471" y="48387"/>
                    <a:pt x="55402" y="48387"/>
                  </a:cubicBezTo>
                  <a:close/>
                  <a:moveTo>
                    <a:pt x="6249" y="48430"/>
                  </a:moveTo>
                  <a:cubicBezTo>
                    <a:pt x="6176" y="48430"/>
                    <a:pt x="6106" y="48448"/>
                    <a:pt x="6049" y="48482"/>
                  </a:cubicBezTo>
                  <a:cubicBezTo>
                    <a:pt x="5897" y="48634"/>
                    <a:pt x="5867" y="48877"/>
                    <a:pt x="5989" y="49029"/>
                  </a:cubicBezTo>
                  <a:cubicBezTo>
                    <a:pt x="6049" y="49150"/>
                    <a:pt x="6171" y="49181"/>
                    <a:pt x="6293" y="49181"/>
                  </a:cubicBezTo>
                  <a:cubicBezTo>
                    <a:pt x="6353" y="49181"/>
                    <a:pt x="6445" y="49150"/>
                    <a:pt x="6505" y="49090"/>
                  </a:cubicBezTo>
                  <a:cubicBezTo>
                    <a:pt x="6657" y="48938"/>
                    <a:pt x="6688" y="48725"/>
                    <a:pt x="6597" y="48573"/>
                  </a:cubicBezTo>
                  <a:cubicBezTo>
                    <a:pt x="6502" y="48478"/>
                    <a:pt x="6371" y="48430"/>
                    <a:pt x="6249" y="48430"/>
                  </a:cubicBezTo>
                  <a:close/>
                  <a:moveTo>
                    <a:pt x="53600" y="50613"/>
                  </a:moveTo>
                  <a:cubicBezTo>
                    <a:pt x="53501" y="50613"/>
                    <a:pt x="53395" y="50651"/>
                    <a:pt x="53315" y="50731"/>
                  </a:cubicBezTo>
                  <a:cubicBezTo>
                    <a:pt x="53193" y="50883"/>
                    <a:pt x="53193" y="51126"/>
                    <a:pt x="53345" y="51278"/>
                  </a:cubicBezTo>
                  <a:cubicBezTo>
                    <a:pt x="53436" y="51309"/>
                    <a:pt x="53497" y="51339"/>
                    <a:pt x="53619" y="51339"/>
                  </a:cubicBezTo>
                  <a:cubicBezTo>
                    <a:pt x="53710" y="51339"/>
                    <a:pt x="53801" y="51309"/>
                    <a:pt x="53892" y="51217"/>
                  </a:cubicBezTo>
                  <a:cubicBezTo>
                    <a:pt x="53983" y="51065"/>
                    <a:pt x="53983" y="50853"/>
                    <a:pt x="53831" y="50701"/>
                  </a:cubicBezTo>
                  <a:cubicBezTo>
                    <a:pt x="53774" y="50643"/>
                    <a:pt x="53690" y="50613"/>
                    <a:pt x="53600" y="50613"/>
                  </a:cubicBezTo>
                  <a:close/>
                  <a:moveTo>
                    <a:pt x="8074" y="50631"/>
                  </a:moveTo>
                  <a:cubicBezTo>
                    <a:pt x="7992" y="50631"/>
                    <a:pt x="7911" y="50663"/>
                    <a:pt x="7843" y="50731"/>
                  </a:cubicBezTo>
                  <a:cubicBezTo>
                    <a:pt x="7691" y="50883"/>
                    <a:pt x="7691" y="51126"/>
                    <a:pt x="7812" y="51278"/>
                  </a:cubicBezTo>
                  <a:cubicBezTo>
                    <a:pt x="7873" y="51339"/>
                    <a:pt x="7995" y="51369"/>
                    <a:pt x="8116" y="51369"/>
                  </a:cubicBezTo>
                  <a:cubicBezTo>
                    <a:pt x="8177" y="51369"/>
                    <a:pt x="8268" y="51369"/>
                    <a:pt x="8329" y="51309"/>
                  </a:cubicBezTo>
                  <a:cubicBezTo>
                    <a:pt x="8481" y="51157"/>
                    <a:pt x="8481" y="50913"/>
                    <a:pt x="8360" y="50761"/>
                  </a:cubicBezTo>
                  <a:cubicBezTo>
                    <a:pt x="8276" y="50678"/>
                    <a:pt x="8174" y="50631"/>
                    <a:pt x="8074" y="50631"/>
                  </a:cubicBezTo>
                  <a:close/>
                  <a:moveTo>
                    <a:pt x="51577" y="52645"/>
                  </a:moveTo>
                  <a:cubicBezTo>
                    <a:pt x="51491" y="52645"/>
                    <a:pt x="51406" y="52670"/>
                    <a:pt x="51339" y="52737"/>
                  </a:cubicBezTo>
                  <a:cubicBezTo>
                    <a:pt x="51217" y="52889"/>
                    <a:pt x="51187" y="53132"/>
                    <a:pt x="51339" y="53284"/>
                  </a:cubicBezTo>
                  <a:cubicBezTo>
                    <a:pt x="51430" y="53345"/>
                    <a:pt x="51521" y="53406"/>
                    <a:pt x="51613" y="53406"/>
                  </a:cubicBezTo>
                  <a:cubicBezTo>
                    <a:pt x="51734" y="53406"/>
                    <a:pt x="51795" y="53345"/>
                    <a:pt x="51886" y="53284"/>
                  </a:cubicBezTo>
                  <a:cubicBezTo>
                    <a:pt x="51977" y="53132"/>
                    <a:pt x="52038" y="52889"/>
                    <a:pt x="51886" y="52737"/>
                  </a:cubicBezTo>
                  <a:cubicBezTo>
                    <a:pt x="51801" y="52686"/>
                    <a:pt x="51687" y="52645"/>
                    <a:pt x="51577" y="52645"/>
                  </a:cubicBezTo>
                  <a:close/>
                  <a:moveTo>
                    <a:pt x="10077" y="52684"/>
                  </a:moveTo>
                  <a:cubicBezTo>
                    <a:pt x="9986" y="52684"/>
                    <a:pt x="9894" y="52722"/>
                    <a:pt x="9819" y="52798"/>
                  </a:cubicBezTo>
                  <a:cubicBezTo>
                    <a:pt x="9667" y="52950"/>
                    <a:pt x="9667" y="53163"/>
                    <a:pt x="9819" y="53315"/>
                  </a:cubicBezTo>
                  <a:cubicBezTo>
                    <a:pt x="9879" y="53406"/>
                    <a:pt x="10001" y="53436"/>
                    <a:pt x="10092" y="53436"/>
                  </a:cubicBezTo>
                  <a:cubicBezTo>
                    <a:pt x="10183" y="53436"/>
                    <a:pt x="10274" y="53406"/>
                    <a:pt x="10335" y="53315"/>
                  </a:cubicBezTo>
                  <a:cubicBezTo>
                    <a:pt x="10487" y="53163"/>
                    <a:pt x="10487" y="52950"/>
                    <a:pt x="10335" y="52798"/>
                  </a:cubicBezTo>
                  <a:cubicBezTo>
                    <a:pt x="10259" y="52722"/>
                    <a:pt x="10168" y="52684"/>
                    <a:pt x="10077" y="52684"/>
                  </a:cubicBezTo>
                  <a:close/>
                  <a:moveTo>
                    <a:pt x="49442" y="54510"/>
                  </a:moveTo>
                  <a:cubicBezTo>
                    <a:pt x="49369" y="54510"/>
                    <a:pt x="49299" y="54527"/>
                    <a:pt x="49242" y="54561"/>
                  </a:cubicBezTo>
                  <a:cubicBezTo>
                    <a:pt x="49059" y="54713"/>
                    <a:pt x="49059" y="54956"/>
                    <a:pt x="49181" y="55108"/>
                  </a:cubicBezTo>
                  <a:cubicBezTo>
                    <a:pt x="49211" y="55169"/>
                    <a:pt x="49333" y="55260"/>
                    <a:pt x="49485" y="55260"/>
                  </a:cubicBezTo>
                  <a:cubicBezTo>
                    <a:pt x="49546" y="55260"/>
                    <a:pt x="49637" y="55230"/>
                    <a:pt x="49698" y="55169"/>
                  </a:cubicBezTo>
                  <a:cubicBezTo>
                    <a:pt x="49850" y="55017"/>
                    <a:pt x="49910" y="54804"/>
                    <a:pt x="49789" y="54652"/>
                  </a:cubicBezTo>
                  <a:cubicBezTo>
                    <a:pt x="49694" y="54557"/>
                    <a:pt x="49563" y="54510"/>
                    <a:pt x="49442" y="54510"/>
                  </a:cubicBezTo>
                  <a:close/>
                  <a:moveTo>
                    <a:pt x="12228" y="54547"/>
                  </a:moveTo>
                  <a:cubicBezTo>
                    <a:pt x="12119" y="54547"/>
                    <a:pt x="12017" y="54594"/>
                    <a:pt x="11946" y="54682"/>
                  </a:cubicBezTo>
                  <a:cubicBezTo>
                    <a:pt x="11825" y="54865"/>
                    <a:pt x="11855" y="55108"/>
                    <a:pt x="12007" y="55230"/>
                  </a:cubicBezTo>
                  <a:cubicBezTo>
                    <a:pt x="12098" y="55260"/>
                    <a:pt x="12159" y="55290"/>
                    <a:pt x="12250" y="55290"/>
                  </a:cubicBezTo>
                  <a:cubicBezTo>
                    <a:pt x="12372" y="55290"/>
                    <a:pt x="12463" y="55230"/>
                    <a:pt x="12554" y="55138"/>
                  </a:cubicBezTo>
                  <a:cubicBezTo>
                    <a:pt x="12676" y="54956"/>
                    <a:pt x="12615" y="54713"/>
                    <a:pt x="12463" y="54622"/>
                  </a:cubicBezTo>
                  <a:cubicBezTo>
                    <a:pt x="12387" y="54571"/>
                    <a:pt x="12305" y="54547"/>
                    <a:pt x="12228" y="54547"/>
                  </a:cubicBezTo>
                  <a:close/>
                  <a:moveTo>
                    <a:pt x="47106" y="56146"/>
                  </a:moveTo>
                  <a:cubicBezTo>
                    <a:pt x="47049" y="56146"/>
                    <a:pt x="46991" y="56163"/>
                    <a:pt x="46932" y="56202"/>
                  </a:cubicBezTo>
                  <a:cubicBezTo>
                    <a:pt x="46749" y="56324"/>
                    <a:pt x="46719" y="56537"/>
                    <a:pt x="46810" y="56689"/>
                  </a:cubicBezTo>
                  <a:cubicBezTo>
                    <a:pt x="46871" y="56810"/>
                    <a:pt x="46992" y="56901"/>
                    <a:pt x="47114" y="56901"/>
                  </a:cubicBezTo>
                  <a:cubicBezTo>
                    <a:pt x="47205" y="56901"/>
                    <a:pt x="47236" y="56841"/>
                    <a:pt x="47296" y="56810"/>
                  </a:cubicBezTo>
                  <a:cubicBezTo>
                    <a:pt x="47509" y="56749"/>
                    <a:pt x="47540" y="56506"/>
                    <a:pt x="47418" y="56324"/>
                  </a:cubicBezTo>
                  <a:cubicBezTo>
                    <a:pt x="47336" y="56221"/>
                    <a:pt x="47225" y="56146"/>
                    <a:pt x="47106" y="56146"/>
                  </a:cubicBezTo>
                  <a:close/>
                  <a:moveTo>
                    <a:pt x="14636" y="56190"/>
                  </a:moveTo>
                  <a:cubicBezTo>
                    <a:pt x="14508" y="56190"/>
                    <a:pt x="14369" y="56251"/>
                    <a:pt x="14287" y="56354"/>
                  </a:cubicBezTo>
                  <a:cubicBezTo>
                    <a:pt x="14195" y="56506"/>
                    <a:pt x="14226" y="56749"/>
                    <a:pt x="14408" y="56841"/>
                  </a:cubicBezTo>
                  <a:cubicBezTo>
                    <a:pt x="14439" y="56901"/>
                    <a:pt x="14530" y="56932"/>
                    <a:pt x="14591" y="56932"/>
                  </a:cubicBezTo>
                  <a:cubicBezTo>
                    <a:pt x="14712" y="56932"/>
                    <a:pt x="14834" y="56841"/>
                    <a:pt x="14895" y="56749"/>
                  </a:cubicBezTo>
                  <a:cubicBezTo>
                    <a:pt x="15016" y="56567"/>
                    <a:pt x="14986" y="56354"/>
                    <a:pt x="14803" y="56233"/>
                  </a:cubicBezTo>
                  <a:cubicBezTo>
                    <a:pt x="14755" y="56203"/>
                    <a:pt x="14697" y="56190"/>
                    <a:pt x="14636" y="56190"/>
                  </a:cubicBezTo>
                  <a:close/>
                  <a:moveTo>
                    <a:pt x="44645" y="57572"/>
                  </a:moveTo>
                  <a:cubicBezTo>
                    <a:pt x="44586" y="57572"/>
                    <a:pt x="44525" y="57582"/>
                    <a:pt x="44470" y="57600"/>
                  </a:cubicBezTo>
                  <a:cubicBezTo>
                    <a:pt x="44287" y="57692"/>
                    <a:pt x="44196" y="57904"/>
                    <a:pt x="44318" y="58117"/>
                  </a:cubicBezTo>
                  <a:cubicBezTo>
                    <a:pt x="44378" y="58208"/>
                    <a:pt x="44500" y="58300"/>
                    <a:pt x="44652" y="58300"/>
                  </a:cubicBezTo>
                  <a:cubicBezTo>
                    <a:pt x="44682" y="58300"/>
                    <a:pt x="44774" y="58300"/>
                    <a:pt x="44804" y="58269"/>
                  </a:cubicBezTo>
                  <a:cubicBezTo>
                    <a:pt x="44956" y="58178"/>
                    <a:pt x="45047" y="57965"/>
                    <a:pt x="44956" y="57752"/>
                  </a:cubicBezTo>
                  <a:cubicBezTo>
                    <a:pt x="44914" y="57625"/>
                    <a:pt x="44783" y="57572"/>
                    <a:pt x="44645" y="57572"/>
                  </a:cubicBezTo>
                  <a:close/>
                  <a:moveTo>
                    <a:pt x="17066" y="57599"/>
                  </a:moveTo>
                  <a:cubicBezTo>
                    <a:pt x="16938" y="57599"/>
                    <a:pt x="16819" y="57673"/>
                    <a:pt x="16779" y="57813"/>
                  </a:cubicBezTo>
                  <a:cubicBezTo>
                    <a:pt x="16658" y="57996"/>
                    <a:pt x="16718" y="58208"/>
                    <a:pt x="16931" y="58300"/>
                  </a:cubicBezTo>
                  <a:cubicBezTo>
                    <a:pt x="16961" y="58300"/>
                    <a:pt x="16992" y="58330"/>
                    <a:pt x="17083" y="58330"/>
                  </a:cubicBezTo>
                  <a:cubicBezTo>
                    <a:pt x="17235" y="58330"/>
                    <a:pt x="17326" y="58269"/>
                    <a:pt x="17417" y="58148"/>
                  </a:cubicBezTo>
                  <a:cubicBezTo>
                    <a:pt x="17539" y="57965"/>
                    <a:pt x="17448" y="57722"/>
                    <a:pt x="17265" y="57661"/>
                  </a:cubicBezTo>
                  <a:cubicBezTo>
                    <a:pt x="17203" y="57619"/>
                    <a:pt x="17133" y="57599"/>
                    <a:pt x="17066" y="57599"/>
                  </a:cubicBezTo>
                  <a:close/>
                  <a:moveTo>
                    <a:pt x="42071" y="58720"/>
                  </a:moveTo>
                  <a:cubicBezTo>
                    <a:pt x="42018" y="58720"/>
                    <a:pt x="41965" y="58731"/>
                    <a:pt x="41916" y="58755"/>
                  </a:cubicBezTo>
                  <a:cubicBezTo>
                    <a:pt x="41673" y="58816"/>
                    <a:pt x="41612" y="59059"/>
                    <a:pt x="41673" y="59242"/>
                  </a:cubicBezTo>
                  <a:cubicBezTo>
                    <a:pt x="41764" y="59363"/>
                    <a:pt x="41886" y="59485"/>
                    <a:pt x="42068" y="59485"/>
                  </a:cubicBezTo>
                  <a:cubicBezTo>
                    <a:pt x="42099" y="59485"/>
                    <a:pt x="42160" y="59424"/>
                    <a:pt x="42190" y="59424"/>
                  </a:cubicBezTo>
                  <a:cubicBezTo>
                    <a:pt x="42372" y="59363"/>
                    <a:pt x="42463" y="59120"/>
                    <a:pt x="42372" y="58938"/>
                  </a:cubicBezTo>
                  <a:cubicBezTo>
                    <a:pt x="42350" y="58804"/>
                    <a:pt x="42214" y="58720"/>
                    <a:pt x="42071" y="58720"/>
                  </a:cubicBezTo>
                  <a:close/>
                  <a:moveTo>
                    <a:pt x="19741" y="58778"/>
                  </a:moveTo>
                  <a:cubicBezTo>
                    <a:pt x="19594" y="58778"/>
                    <a:pt x="19414" y="58850"/>
                    <a:pt x="19363" y="59029"/>
                  </a:cubicBezTo>
                  <a:cubicBezTo>
                    <a:pt x="19272" y="59181"/>
                    <a:pt x="19363" y="59394"/>
                    <a:pt x="19545" y="59485"/>
                  </a:cubicBezTo>
                  <a:cubicBezTo>
                    <a:pt x="19576" y="59485"/>
                    <a:pt x="19606" y="59485"/>
                    <a:pt x="19697" y="59515"/>
                  </a:cubicBezTo>
                  <a:cubicBezTo>
                    <a:pt x="19849" y="59515"/>
                    <a:pt x="19971" y="59424"/>
                    <a:pt x="20031" y="59272"/>
                  </a:cubicBezTo>
                  <a:cubicBezTo>
                    <a:pt x="20062" y="59090"/>
                    <a:pt x="20001" y="58847"/>
                    <a:pt x="19819" y="58786"/>
                  </a:cubicBezTo>
                  <a:cubicBezTo>
                    <a:pt x="19795" y="58781"/>
                    <a:pt x="19768" y="58778"/>
                    <a:pt x="19741" y="58778"/>
                  </a:cubicBezTo>
                  <a:close/>
                  <a:moveTo>
                    <a:pt x="39398" y="59637"/>
                  </a:moveTo>
                  <a:cubicBezTo>
                    <a:pt x="39356" y="59637"/>
                    <a:pt x="39313" y="59647"/>
                    <a:pt x="39272" y="59667"/>
                  </a:cubicBezTo>
                  <a:cubicBezTo>
                    <a:pt x="39029" y="59698"/>
                    <a:pt x="38968" y="59941"/>
                    <a:pt x="38998" y="60123"/>
                  </a:cubicBezTo>
                  <a:cubicBezTo>
                    <a:pt x="39029" y="60275"/>
                    <a:pt x="39181" y="60397"/>
                    <a:pt x="39333" y="60397"/>
                  </a:cubicBezTo>
                  <a:lnTo>
                    <a:pt x="39454" y="60397"/>
                  </a:lnTo>
                  <a:cubicBezTo>
                    <a:pt x="39667" y="60336"/>
                    <a:pt x="39789" y="60123"/>
                    <a:pt x="39728" y="59941"/>
                  </a:cubicBezTo>
                  <a:cubicBezTo>
                    <a:pt x="39681" y="59752"/>
                    <a:pt x="39542" y="59637"/>
                    <a:pt x="39398" y="59637"/>
                  </a:cubicBezTo>
                  <a:close/>
                  <a:moveTo>
                    <a:pt x="22392" y="59662"/>
                  </a:moveTo>
                  <a:cubicBezTo>
                    <a:pt x="22223" y="59662"/>
                    <a:pt x="22034" y="59755"/>
                    <a:pt x="22007" y="59941"/>
                  </a:cubicBezTo>
                  <a:cubicBezTo>
                    <a:pt x="21977" y="60123"/>
                    <a:pt x="22098" y="60336"/>
                    <a:pt x="22281" y="60397"/>
                  </a:cubicBezTo>
                  <a:cubicBezTo>
                    <a:pt x="22296" y="60412"/>
                    <a:pt x="22311" y="60420"/>
                    <a:pt x="22330" y="60420"/>
                  </a:cubicBezTo>
                  <a:cubicBezTo>
                    <a:pt x="22349" y="60420"/>
                    <a:pt x="22372" y="60412"/>
                    <a:pt x="22402" y="60397"/>
                  </a:cubicBezTo>
                  <a:cubicBezTo>
                    <a:pt x="22554" y="60397"/>
                    <a:pt x="22706" y="60275"/>
                    <a:pt x="22737" y="60123"/>
                  </a:cubicBezTo>
                  <a:cubicBezTo>
                    <a:pt x="22767" y="59941"/>
                    <a:pt x="22645" y="59698"/>
                    <a:pt x="22463" y="59667"/>
                  </a:cubicBezTo>
                  <a:cubicBezTo>
                    <a:pt x="22440" y="59664"/>
                    <a:pt x="22417" y="59662"/>
                    <a:pt x="22392" y="59662"/>
                  </a:cubicBezTo>
                  <a:close/>
                  <a:moveTo>
                    <a:pt x="25152" y="60332"/>
                  </a:moveTo>
                  <a:cubicBezTo>
                    <a:pt x="24986" y="60332"/>
                    <a:pt x="24829" y="60473"/>
                    <a:pt x="24773" y="60640"/>
                  </a:cubicBezTo>
                  <a:cubicBezTo>
                    <a:pt x="24743" y="60853"/>
                    <a:pt x="24895" y="61035"/>
                    <a:pt x="25077" y="61066"/>
                  </a:cubicBezTo>
                  <a:lnTo>
                    <a:pt x="25168" y="61066"/>
                  </a:lnTo>
                  <a:cubicBezTo>
                    <a:pt x="25320" y="61066"/>
                    <a:pt x="25472" y="60944"/>
                    <a:pt x="25503" y="60762"/>
                  </a:cubicBezTo>
                  <a:cubicBezTo>
                    <a:pt x="25533" y="60579"/>
                    <a:pt x="25381" y="60397"/>
                    <a:pt x="25199" y="60336"/>
                  </a:cubicBezTo>
                  <a:cubicBezTo>
                    <a:pt x="25183" y="60333"/>
                    <a:pt x="25167" y="60332"/>
                    <a:pt x="25152" y="60332"/>
                  </a:cubicBezTo>
                  <a:close/>
                  <a:moveTo>
                    <a:pt x="36560" y="60332"/>
                  </a:moveTo>
                  <a:cubicBezTo>
                    <a:pt x="36542" y="60332"/>
                    <a:pt x="36524" y="60333"/>
                    <a:pt x="36506" y="60336"/>
                  </a:cubicBezTo>
                  <a:cubicBezTo>
                    <a:pt x="36324" y="60397"/>
                    <a:pt x="36172" y="60579"/>
                    <a:pt x="36232" y="60762"/>
                  </a:cubicBezTo>
                  <a:cubicBezTo>
                    <a:pt x="36232" y="60914"/>
                    <a:pt x="36354" y="61066"/>
                    <a:pt x="36567" y="61066"/>
                  </a:cubicBezTo>
                  <a:lnTo>
                    <a:pt x="36628" y="61066"/>
                  </a:lnTo>
                  <a:cubicBezTo>
                    <a:pt x="36840" y="61035"/>
                    <a:pt x="36992" y="60853"/>
                    <a:pt x="36931" y="60640"/>
                  </a:cubicBezTo>
                  <a:cubicBezTo>
                    <a:pt x="36904" y="60473"/>
                    <a:pt x="36749" y="60332"/>
                    <a:pt x="36560" y="60332"/>
                  </a:cubicBezTo>
                  <a:close/>
                  <a:moveTo>
                    <a:pt x="28026" y="60701"/>
                  </a:moveTo>
                  <a:cubicBezTo>
                    <a:pt x="27782" y="60701"/>
                    <a:pt x="27600" y="60853"/>
                    <a:pt x="27600" y="61035"/>
                  </a:cubicBezTo>
                  <a:cubicBezTo>
                    <a:pt x="27600" y="61248"/>
                    <a:pt x="27752" y="61461"/>
                    <a:pt x="27934" y="61461"/>
                  </a:cubicBezTo>
                  <a:cubicBezTo>
                    <a:pt x="28178" y="61461"/>
                    <a:pt x="28329" y="61339"/>
                    <a:pt x="28360" y="61066"/>
                  </a:cubicBezTo>
                  <a:cubicBezTo>
                    <a:pt x="28360" y="60883"/>
                    <a:pt x="28208" y="60701"/>
                    <a:pt x="28026" y="60701"/>
                  </a:cubicBezTo>
                  <a:close/>
                  <a:moveTo>
                    <a:pt x="33710" y="60731"/>
                  </a:moveTo>
                  <a:cubicBezTo>
                    <a:pt x="33466" y="60762"/>
                    <a:pt x="33375" y="60944"/>
                    <a:pt x="33375" y="61157"/>
                  </a:cubicBezTo>
                  <a:cubicBezTo>
                    <a:pt x="33406" y="61339"/>
                    <a:pt x="33558" y="61461"/>
                    <a:pt x="33740" y="61491"/>
                  </a:cubicBezTo>
                  <a:lnTo>
                    <a:pt x="33801" y="61491"/>
                  </a:lnTo>
                  <a:cubicBezTo>
                    <a:pt x="34013" y="61461"/>
                    <a:pt x="34135" y="61248"/>
                    <a:pt x="34135" y="61066"/>
                  </a:cubicBezTo>
                  <a:cubicBezTo>
                    <a:pt x="34074" y="60853"/>
                    <a:pt x="33892" y="60731"/>
                    <a:pt x="33710" y="60731"/>
                  </a:cubicBezTo>
                  <a:close/>
                  <a:moveTo>
                    <a:pt x="30822" y="60853"/>
                  </a:moveTo>
                  <a:cubicBezTo>
                    <a:pt x="30609" y="60853"/>
                    <a:pt x="30457" y="61035"/>
                    <a:pt x="30457" y="61217"/>
                  </a:cubicBezTo>
                  <a:cubicBezTo>
                    <a:pt x="30457" y="61461"/>
                    <a:pt x="30640" y="61613"/>
                    <a:pt x="30822" y="61613"/>
                  </a:cubicBezTo>
                  <a:lnTo>
                    <a:pt x="30913" y="61613"/>
                  </a:lnTo>
                  <a:cubicBezTo>
                    <a:pt x="31126" y="61613"/>
                    <a:pt x="31278" y="61400"/>
                    <a:pt x="31278" y="61217"/>
                  </a:cubicBezTo>
                  <a:cubicBezTo>
                    <a:pt x="31278" y="61005"/>
                    <a:pt x="31095" y="60853"/>
                    <a:pt x="30913" y="608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0"/>
            <p:cNvSpPr/>
            <p:nvPr/>
          </p:nvSpPr>
          <p:spPr>
            <a:xfrm>
              <a:off x="4690325" y="4034550"/>
              <a:ext cx="1376950" cy="1376175"/>
            </a:xfrm>
            <a:custGeom>
              <a:avLst/>
              <a:gdLst/>
              <a:ahLst/>
              <a:cxnLst/>
              <a:rect l="l" t="t" r="r" b="b"/>
              <a:pathLst>
                <a:path w="55078" h="55047" extrusionOk="0">
                  <a:moveTo>
                    <a:pt x="27509" y="0"/>
                  </a:moveTo>
                  <a:cubicBezTo>
                    <a:pt x="27265" y="0"/>
                    <a:pt x="27083" y="183"/>
                    <a:pt x="27083" y="426"/>
                  </a:cubicBezTo>
                  <a:cubicBezTo>
                    <a:pt x="27083" y="639"/>
                    <a:pt x="27265" y="791"/>
                    <a:pt x="27509" y="821"/>
                  </a:cubicBezTo>
                  <a:cubicBezTo>
                    <a:pt x="27721" y="821"/>
                    <a:pt x="27934" y="639"/>
                    <a:pt x="27934" y="426"/>
                  </a:cubicBezTo>
                  <a:cubicBezTo>
                    <a:pt x="27934" y="183"/>
                    <a:pt x="27721" y="0"/>
                    <a:pt x="27509" y="0"/>
                  </a:cubicBezTo>
                  <a:close/>
                  <a:moveTo>
                    <a:pt x="30396" y="122"/>
                  </a:moveTo>
                  <a:cubicBezTo>
                    <a:pt x="30153" y="122"/>
                    <a:pt x="29971" y="274"/>
                    <a:pt x="29940" y="487"/>
                  </a:cubicBezTo>
                  <a:cubicBezTo>
                    <a:pt x="29940" y="730"/>
                    <a:pt x="30092" y="912"/>
                    <a:pt x="30305" y="943"/>
                  </a:cubicBezTo>
                  <a:lnTo>
                    <a:pt x="30366" y="943"/>
                  </a:lnTo>
                  <a:cubicBezTo>
                    <a:pt x="30579" y="943"/>
                    <a:pt x="30730" y="791"/>
                    <a:pt x="30761" y="578"/>
                  </a:cubicBezTo>
                  <a:cubicBezTo>
                    <a:pt x="30761" y="335"/>
                    <a:pt x="30609" y="152"/>
                    <a:pt x="30396" y="122"/>
                  </a:cubicBezTo>
                  <a:close/>
                  <a:moveTo>
                    <a:pt x="24704" y="149"/>
                  </a:moveTo>
                  <a:cubicBezTo>
                    <a:pt x="24687" y="149"/>
                    <a:pt x="24669" y="150"/>
                    <a:pt x="24651" y="152"/>
                  </a:cubicBezTo>
                  <a:cubicBezTo>
                    <a:pt x="24439" y="183"/>
                    <a:pt x="24226" y="365"/>
                    <a:pt x="24287" y="608"/>
                  </a:cubicBezTo>
                  <a:cubicBezTo>
                    <a:pt x="24287" y="791"/>
                    <a:pt x="24469" y="943"/>
                    <a:pt x="24682" y="973"/>
                  </a:cubicBezTo>
                  <a:lnTo>
                    <a:pt x="24743" y="973"/>
                  </a:lnTo>
                  <a:cubicBezTo>
                    <a:pt x="24955" y="943"/>
                    <a:pt x="25138" y="760"/>
                    <a:pt x="25107" y="517"/>
                  </a:cubicBezTo>
                  <a:cubicBezTo>
                    <a:pt x="25079" y="320"/>
                    <a:pt x="24921" y="149"/>
                    <a:pt x="24704" y="149"/>
                  </a:cubicBezTo>
                  <a:close/>
                  <a:moveTo>
                    <a:pt x="21871" y="564"/>
                  </a:moveTo>
                  <a:cubicBezTo>
                    <a:pt x="21836" y="564"/>
                    <a:pt x="21800" y="569"/>
                    <a:pt x="21764" y="578"/>
                  </a:cubicBezTo>
                  <a:cubicBezTo>
                    <a:pt x="21581" y="608"/>
                    <a:pt x="21429" y="821"/>
                    <a:pt x="21460" y="1064"/>
                  </a:cubicBezTo>
                  <a:cubicBezTo>
                    <a:pt x="21488" y="1231"/>
                    <a:pt x="21642" y="1372"/>
                    <a:pt x="21831" y="1372"/>
                  </a:cubicBezTo>
                  <a:cubicBezTo>
                    <a:pt x="21849" y="1372"/>
                    <a:pt x="21867" y="1371"/>
                    <a:pt x="21885" y="1368"/>
                  </a:cubicBezTo>
                  <a:lnTo>
                    <a:pt x="21946" y="1368"/>
                  </a:lnTo>
                  <a:cubicBezTo>
                    <a:pt x="22159" y="1338"/>
                    <a:pt x="22311" y="1095"/>
                    <a:pt x="22250" y="882"/>
                  </a:cubicBezTo>
                  <a:cubicBezTo>
                    <a:pt x="22224" y="701"/>
                    <a:pt x="22067" y="564"/>
                    <a:pt x="21871" y="564"/>
                  </a:cubicBezTo>
                  <a:close/>
                  <a:moveTo>
                    <a:pt x="33112" y="551"/>
                  </a:moveTo>
                  <a:cubicBezTo>
                    <a:pt x="32931" y="551"/>
                    <a:pt x="32785" y="687"/>
                    <a:pt x="32737" y="882"/>
                  </a:cubicBezTo>
                  <a:cubicBezTo>
                    <a:pt x="32676" y="1095"/>
                    <a:pt x="32828" y="1338"/>
                    <a:pt x="33041" y="1368"/>
                  </a:cubicBezTo>
                  <a:cubicBezTo>
                    <a:pt x="33071" y="1399"/>
                    <a:pt x="33132" y="1399"/>
                    <a:pt x="33132" y="1399"/>
                  </a:cubicBezTo>
                  <a:cubicBezTo>
                    <a:pt x="33314" y="1399"/>
                    <a:pt x="33496" y="1247"/>
                    <a:pt x="33557" y="1064"/>
                  </a:cubicBezTo>
                  <a:cubicBezTo>
                    <a:pt x="33618" y="821"/>
                    <a:pt x="33466" y="608"/>
                    <a:pt x="33253" y="578"/>
                  </a:cubicBezTo>
                  <a:cubicBezTo>
                    <a:pt x="33205" y="560"/>
                    <a:pt x="33157" y="551"/>
                    <a:pt x="33112" y="551"/>
                  </a:cubicBezTo>
                  <a:close/>
                  <a:moveTo>
                    <a:pt x="19146" y="1307"/>
                  </a:moveTo>
                  <a:cubicBezTo>
                    <a:pt x="19097" y="1307"/>
                    <a:pt x="19047" y="1317"/>
                    <a:pt x="18998" y="1338"/>
                  </a:cubicBezTo>
                  <a:cubicBezTo>
                    <a:pt x="18755" y="1399"/>
                    <a:pt x="18633" y="1611"/>
                    <a:pt x="18724" y="1855"/>
                  </a:cubicBezTo>
                  <a:cubicBezTo>
                    <a:pt x="18815" y="2006"/>
                    <a:pt x="18967" y="2128"/>
                    <a:pt x="19150" y="2128"/>
                  </a:cubicBezTo>
                  <a:lnTo>
                    <a:pt x="19271" y="2128"/>
                  </a:lnTo>
                  <a:cubicBezTo>
                    <a:pt x="19484" y="2037"/>
                    <a:pt x="19606" y="1824"/>
                    <a:pt x="19514" y="1581"/>
                  </a:cubicBezTo>
                  <a:cubicBezTo>
                    <a:pt x="19468" y="1417"/>
                    <a:pt x="19312" y="1307"/>
                    <a:pt x="19146" y="1307"/>
                  </a:cubicBezTo>
                  <a:close/>
                  <a:moveTo>
                    <a:pt x="35895" y="1261"/>
                  </a:moveTo>
                  <a:cubicBezTo>
                    <a:pt x="35706" y="1261"/>
                    <a:pt x="35548" y="1375"/>
                    <a:pt x="35472" y="1551"/>
                  </a:cubicBezTo>
                  <a:cubicBezTo>
                    <a:pt x="35411" y="1794"/>
                    <a:pt x="35503" y="2006"/>
                    <a:pt x="35746" y="2098"/>
                  </a:cubicBezTo>
                  <a:cubicBezTo>
                    <a:pt x="35776" y="2128"/>
                    <a:pt x="35867" y="2128"/>
                    <a:pt x="35898" y="2128"/>
                  </a:cubicBezTo>
                  <a:cubicBezTo>
                    <a:pt x="36050" y="2128"/>
                    <a:pt x="36232" y="2006"/>
                    <a:pt x="36263" y="1824"/>
                  </a:cubicBezTo>
                  <a:cubicBezTo>
                    <a:pt x="36354" y="1581"/>
                    <a:pt x="36232" y="1368"/>
                    <a:pt x="36019" y="1277"/>
                  </a:cubicBezTo>
                  <a:cubicBezTo>
                    <a:pt x="35977" y="1266"/>
                    <a:pt x="35936" y="1261"/>
                    <a:pt x="35895" y="1261"/>
                  </a:cubicBezTo>
                  <a:close/>
                  <a:moveTo>
                    <a:pt x="38507" y="2353"/>
                  </a:moveTo>
                  <a:cubicBezTo>
                    <a:pt x="38370" y="2353"/>
                    <a:pt x="38235" y="2453"/>
                    <a:pt x="38147" y="2584"/>
                  </a:cubicBezTo>
                  <a:cubicBezTo>
                    <a:pt x="38056" y="2766"/>
                    <a:pt x="38147" y="3040"/>
                    <a:pt x="38360" y="3101"/>
                  </a:cubicBezTo>
                  <a:cubicBezTo>
                    <a:pt x="38390" y="3101"/>
                    <a:pt x="38481" y="3162"/>
                    <a:pt x="38512" y="3162"/>
                  </a:cubicBezTo>
                  <a:cubicBezTo>
                    <a:pt x="38664" y="3162"/>
                    <a:pt x="38816" y="3070"/>
                    <a:pt x="38907" y="2918"/>
                  </a:cubicBezTo>
                  <a:cubicBezTo>
                    <a:pt x="38968" y="2736"/>
                    <a:pt x="38907" y="2462"/>
                    <a:pt x="38664" y="2402"/>
                  </a:cubicBezTo>
                  <a:cubicBezTo>
                    <a:pt x="38613" y="2368"/>
                    <a:pt x="38560" y="2353"/>
                    <a:pt x="38507" y="2353"/>
                  </a:cubicBezTo>
                  <a:close/>
                  <a:moveTo>
                    <a:pt x="16493" y="2366"/>
                  </a:moveTo>
                  <a:cubicBezTo>
                    <a:pt x="16436" y="2366"/>
                    <a:pt x="16379" y="2378"/>
                    <a:pt x="16323" y="2402"/>
                  </a:cubicBezTo>
                  <a:cubicBezTo>
                    <a:pt x="16110" y="2462"/>
                    <a:pt x="16019" y="2706"/>
                    <a:pt x="16110" y="2918"/>
                  </a:cubicBezTo>
                  <a:cubicBezTo>
                    <a:pt x="16171" y="3070"/>
                    <a:pt x="16323" y="3162"/>
                    <a:pt x="16536" y="3192"/>
                  </a:cubicBezTo>
                  <a:cubicBezTo>
                    <a:pt x="16566" y="3192"/>
                    <a:pt x="16627" y="3192"/>
                    <a:pt x="16688" y="3162"/>
                  </a:cubicBezTo>
                  <a:cubicBezTo>
                    <a:pt x="16870" y="3070"/>
                    <a:pt x="16931" y="2797"/>
                    <a:pt x="16870" y="2614"/>
                  </a:cubicBezTo>
                  <a:cubicBezTo>
                    <a:pt x="16803" y="2457"/>
                    <a:pt x="16652" y="2366"/>
                    <a:pt x="16493" y="2366"/>
                  </a:cubicBezTo>
                  <a:close/>
                  <a:moveTo>
                    <a:pt x="41097" y="3592"/>
                  </a:moveTo>
                  <a:cubicBezTo>
                    <a:pt x="40942" y="3592"/>
                    <a:pt x="40793" y="3675"/>
                    <a:pt x="40731" y="3800"/>
                  </a:cubicBezTo>
                  <a:cubicBezTo>
                    <a:pt x="40609" y="3982"/>
                    <a:pt x="40670" y="4256"/>
                    <a:pt x="40883" y="4377"/>
                  </a:cubicBezTo>
                  <a:cubicBezTo>
                    <a:pt x="40913" y="4408"/>
                    <a:pt x="41004" y="4408"/>
                    <a:pt x="41095" y="4408"/>
                  </a:cubicBezTo>
                  <a:cubicBezTo>
                    <a:pt x="41217" y="4408"/>
                    <a:pt x="41369" y="4317"/>
                    <a:pt x="41430" y="4225"/>
                  </a:cubicBezTo>
                  <a:cubicBezTo>
                    <a:pt x="41551" y="4013"/>
                    <a:pt x="41491" y="3769"/>
                    <a:pt x="41308" y="3648"/>
                  </a:cubicBezTo>
                  <a:cubicBezTo>
                    <a:pt x="41241" y="3610"/>
                    <a:pt x="41169" y="3592"/>
                    <a:pt x="41097" y="3592"/>
                  </a:cubicBezTo>
                  <a:close/>
                  <a:moveTo>
                    <a:pt x="13944" y="3623"/>
                  </a:moveTo>
                  <a:cubicBezTo>
                    <a:pt x="13876" y="3623"/>
                    <a:pt x="13806" y="3640"/>
                    <a:pt x="13739" y="3678"/>
                  </a:cubicBezTo>
                  <a:cubicBezTo>
                    <a:pt x="13557" y="3800"/>
                    <a:pt x="13496" y="4073"/>
                    <a:pt x="13587" y="4256"/>
                  </a:cubicBezTo>
                  <a:cubicBezTo>
                    <a:pt x="13678" y="4377"/>
                    <a:pt x="13830" y="4438"/>
                    <a:pt x="13982" y="4438"/>
                  </a:cubicBezTo>
                  <a:cubicBezTo>
                    <a:pt x="14013" y="4438"/>
                    <a:pt x="14104" y="4438"/>
                    <a:pt x="14165" y="4408"/>
                  </a:cubicBezTo>
                  <a:cubicBezTo>
                    <a:pt x="14347" y="4286"/>
                    <a:pt x="14438" y="4013"/>
                    <a:pt x="14317" y="3830"/>
                  </a:cubicBezTo>
                  <a:cubicBezTo>
                    <a:pt x="14233" y="3705"/>
                    <a:pt x="14093" y="3623"/>
                    <a:pt x="13944" y="3623"/>
                  </a:cubicBezTo>
                  <a:close/>
                  <a:moveTo>
                    <a:pt x="11588" y="5192"/>
                  </a:moveTo>
                  <a:cubicBezTo>
                    <a:pt x="11497" y="5192"/>
                    <a:pt x="11400" y="5224"/>
                    <a:pt x="11308" y="5289"/>
                  </a:cubicBezTo>
                  <a:cubicBezTo>
                    <a:pt x="11156" y="5380"/>
                    <a:pt x="11125" y="5654"/>
                    <a:pt x="11247" y="5836"/>
                  </a:cubicBezTo>
                  <a:cubicBezTo>
                    <a:pt x="11308" y="5928"/>
                    <a:pt x="11460" y="5988"/>
                    <a:pt x="11581" y="5988"/>
                  </a:cubicBezTo>
                  <a:cubicBezTo>
                    <a:pt x="11672" y="5988"/>
                    <a:pt x="11733" y="5958"/>
                    <a:pt x="11824" y="5928"/>
                  </a:cubicBezTo>
                  <a:cubicBezTo>
                    <a:pt x="12007" y="5806"/>
                    <a:pt x="12037" y="5532"/>
                    <a:pt x="11885" y="5350"/>
                  </a:cubicBezTo>
                  <a:cubicBezTo>
                    <a:pt x="11816" y="5246"/>
                    <a:pt x="11708" y="5192"/>
                    <a:pt x="11588" y="5192"/>
                  </a:cubicBezTo>
                  <a:close/>
                  <a:moveTo>
                    <a:pt x="43439" y="5142"/>
                  </a:moveTo>
                  <a:cubicBezTo>
                    <a:pt x="43307" y="5142"/>
                    <a:pt x="43176" y="5208"/>
                    <a:pt x="43102" y="5320"/>
                  </a:cubicBezTo>
                  <a:cubicBezTo>
                    <a:pt x="42950" y="5502"/>
                    <a:pt x="43010" y="5776"/>
                    <a:pt x="43193" y="5897"/>
                  </a:cubicBezTo>
                  <a:cubicBezTo>
                    <a:pt x="43284" y="5928"/>
                    <a:pt x="43375" y="5958"/>
                    <a:pt x="43436" y="5988"/>
                  </a:cubicBezTo>
                  <a:cubicBezTo>
                    <a:pt x="43588" y="5988"/>
                    <a:pt x="43679" y="5928"/>
                    <a:pt x="43770" y="5806"/>
                  </a:cubicBezTo>
                  <a:cubicBezTo>
                    <a:pt x="43922" y="5624"/>
                    <a:pt x="43861" y="5380"/>
                    <a:pt x="43679" y="5228"/>
                  </a:cubicBezTo>
                  <a:cubicBezTo>
                    <a:pt x="43608" y="5169"/>
                    <a:pt x="43523" y="5142"/>
                    <a:pt x="43439" y="5142"/>
                  </a:cubicBezTo>
                  <a:close/>
                  <a:moveTo>
                    <a:pt x="45671" y="6922"/>
                  </a:moveTo>
                  <a:cubicBezTo>
                    <a:pt x="45555" y="6922"/>
                    <a:pt x="45434" y="6969"/>
                    <a:pt x="45351" y="7052"/>
                  </a:cubicBezTo>
                  <a:cubicBezTo>
                    <a:pt x="45199" y="7204"/>
                    <a:pt x="45199" y="7478"/>
                    <a:pt x="45412" y="7630"/>
                  </a:cubicBezTo>
                  <a:cubicBezTo>
                    <a:pt x="45472" y="7721"/>
                    <a:pt x="45564" y="7751"/>
                    <a:pt x="45655" y="7751"/>
                  </a:cubicBezTo>
                  <a:cubicBezTo>
                    <a:pt x="45776" y="7751"/>
                    <a:pt x="45898" y="7660"/>
                    <a:pt x="45959" y="7599"/>
                  </a:cubicBezTo>
                  <a:cubicBezTo>
                    <a:pt x="46111" y="7447"/>
                    <a:pt x="46080" y="7174"/>
                    <a:pt x="45928" y="7022"/>
                  </a:cubicBezTo>
                  <a:cubicBezTo>
                    <a:pt x="45860" y="6953"/>
                    <a:pt x="45767" y="6922"/>
                    <a:pt x="45671" y="6922"/>
                  </a:cubicBezTo>
                  <a:close/>
                  <a:moveTo>
                    <a:pt x="9381" y="6945"/>
                  </a:moveTo>
                  <a:cubicBezTo>
                    <a:pt x="9284" y="6945"/>
                    <a:pt x="9189" y="6983"/>
                    <a:pt x="9119" y="7052"/>
                  </a:cubicBezTo>
                  <a:cubicBezTo>
                    <a:pt x="8937" y="7204"/>
                    <a:pt x="8937" y="7478"/>
                    <a:pt x="9089" y="7630"/>
                  </a:cubicBezTo>
                  <a:cubicBezTo>
                    <a:pt x="9150" y="7751"/>
                    <a:pt x="9271" y="7782"/>
                    <a:pt x="9393" y="7782"/>
                  </a:cubicBezTo>
                  <a:cubicBezTo>
                    <a:pt x="9453" y="7782"/>
                    <a:pt x="9575" y="7751"/>
                    <a:pt x="9636" y="7660"/>
                  </a:cubicBezTo>
                  <a:cubicBezTo>
                    <a:pt x="9849" y="7508"/>
                    <a:pt x="9849" y="7265"/>
                    <a:pt x="9697" y="7113"/>
                  </a:cubicBezTo>
                  <a:cubicBezTo>
                    <a:pt x="9614" y="6998"/>
                    <a:pt x="9496" y="6945"/>
                    <a:pt x="9381" y="6945"/>
                  </a:cubicBezTo>
                  <a:close/>
                  <a:moveTo>
                    <a:pt x="47680" y="8921"/>
                  </a:moveTo>
                  <a:cubicBezTo>
                    <a:pt x="47582" y="8921"/>
                    <a:pt x="47487" y="8958"/>
                    <a:pt x="47418" y="9028"/>
                  </a:cubicBezTo>
                  <a:cubicBezTo>
                    <a:pt x="47235" y="9180"/>
                    <a:pt x="47235" y="9453"/>
                    <a:pt x="47387" y="9605"/>
                  </a:cubicBezTo>
                  <a:cubicBezTo>
                    <a:pt x="47448" y="9727"/>
                    <a:pt x="47570" y="9757"/>
                    <a:pt x="47661" y="9757"/>
                  </a:cubicBezTo>
                  <a:cubicBezTo>
                    <a:pt x="47752" y="9757"/>
                    <a:pt x="47874" y="9727"/>
                    <a:pt x="47934" y="9636"/>
                  </a:cubicBezTo>
                  <a:cubicBezTo>
                    <a:pt x="48147" y="9484"/>
                    <a:pt x="48147" y="9271"/>
                    <a:pt x="47995" y="9089"/>
                  </a:cubicBezTo>
                  <a:cubicBezTo>
                    <a:pt x="47913" y="8973"/>
                    <a:pt x="47795" y="8921"/>
                    <a:pt x="47680" y="8921"/>
                  </a:cubicBezTo>
                  <a:close/>
                  <a:moveTo>
                    <a:pt x="7373" y="8989"/>
                  </a:moveTo>
                  <a:cubicBezTo>
                    <a:pt x="7256" y="8989"/>
                    <a:pt x="7136" y="9036"/>
                    <a:pt x="7052" y="9119"/>
                  </a:cubicBezTo>
                  <a:cubicBezTo>
                    <a:pt x="6900" y="9271"/>
                    <a:pt x="6961" y="9545"/>
                    <a:pt x="7113" y="9697"/>
                  </a:cubicBezTo>
                  <a:cubicBezTo>
                    <a:pt x="7174" y="9757"/>
                    <a:pt x="7295" y="9788"/>
                    <a:pt x="7356" y="9788"/>
                  </a:cubicBezTo>
                  <a:cubicBezTo>
                    <a:pt x="7478" y="9788"/>
                    <a:pt x="7599" y="9727"/>
                    <a:pt x="7660" y="9636"/>
                  </a:cubicBezTo>
                  <a:cubicBezTo>
                    <a:pt x="7812" y="9484"/>
                    <a:pt x="7782" y="9210"/>
                    <a:pt x="7630" y="9089"/>
                  </a:cubicBezTo>
                  <a:cubicBezTo>
                    <a:pt x="7561" y="9020"/>
                    <a:pt x="7468" y="8989"/>
                    <a:pt x="7373" y="8989"/>
                  </a:cubicBezTo>
                  <a:close/>
                  <a:moveTo>
                    <a:pt x="49477" y="11119"/>
                  </a:moveTo>
                  <a:cubicBezTo>
                    <a:pt x="49386" y="11119"/>
                    <a:pt x="49290" y="11151"/>
                    <a:pt x="49211" y="11216"/>
                  </a:cubicBezTo>
                  <a:cubicBezTo>
                    <a:pt x="48998" y="11308"/>
                    <a:pt x="48968" y="11581"/>
                    <a:pt x="49120" y="11763"/>
                  </a:cubicBezTo>
                  <a:cubicBezTo>
                    <a:pt x="49191" y="11858"/>
                    <a:pt x="49262" y="11935"/>
                    <a:pt x="49362" y="11935"/>
                  </a:cubicBezTo>
                  <a:cubicBezTo>
                    <a:pt x="49391" y="11935"/>
                    <a:pt x="49421" y="11929"/>
                    <a:pt x="49454" y="11915"/>
                  </a:cubicBezTo>
                  <a:cubicBezTo>
                    <a:pt x="49545" y="11915"/>
                    <a:pt x="49606" y="11885"/>
                    <a:pt x="49697" y="11855"/>
                  </a:cubicBezTo>
                  <a:cubicBezTo>
                    <a:pt x="49880" y="11733"/>
                    <a:pt x="49910" y="11460"/>
                    <a:pt x="49758" y="11277"/>
                  </a:cubicBezTo>
                  <a:cubicBezTo>
                    <a:pt x="49706" y="11174"/>
                    <a:pt x="49596" y="11119"/>
                    <a:pt x="49477" y="11119"/>
                  </a:cubicBezTo>
                  <a:close/>
                  <a:moveTo>
                    <a:pt x="5599" y="11182"/>
                  </a:moveTo>
                  <a:cubicBezTo>
                    <a:pt x="5487" y="11182"/>
                    <a:pt x="5378" y="11244"/>
                    <a:pt x="5289" y="11368"/>
                  </a:cubicBezTo>
                  <a:cubicBezTo>
                    <a:pt x="5137" y="11551"/>
                    <a:pt x="5168" y="11824"/>
                    <a:pt x="5350" y="11915"/>
                  </a:cubicBezTo>
                  <a:lnTo>
                    <a:pt x="5593" y="12037"/>
                  </a:lnTo>
                  <a:cubicBezTo>
                    <a:pt x="5745" y="12037"/>
                    <a:pt x="5836" y="11976"/>
                    <a:pt x="5928" y="11855"/>
                  </a:cubicBezTo>
                  <a:cubicBezTo>
                    <a:pt x="6080" y="11672"/>
                    <a:pt x="6049" y="11429"/>
                    <a:pt x="5836" y="11277"/>
                  </a:cubicBezTo>
                  <a:cubicBezTo>
                    <a:pt x="5760" y="11214"/>
                    <a:pt x="5679" y="11182"/>
                    <a:pt x="5599" y="11182"/>
                  </a:cubicBezTo>
                  <a:close/>
                  <a:moveTo>
                    <a:pt x="50983" y="13501"/>
                  </a:moveTo>
                  <a:cubicBezTo>
                    <a:pt x="50915" y="13501"/>
                    <a:pt x="50849" y="13519"/>
                    <a:pt x="50792" y="13557"/>
                  </a:cubicBezTo>
                  <a:cubicBezTo>
                    <a:pt x="50609" y="13678"/>
                    <a:pt x="50518" y="13952"/>
                    <a:pt x="50640" y="14134"/>
                  </a:cubicBezTo>
                  <a:cubicBezTo>
                    <a:pt x="50731" y="14256"/>
                    <a:pt x="50883" y="14317"/>
                    <a:pt x="51035" y="14317"/>
                  </a:cubicBezTo>
                  <a:cubicBezTo>
                    <a:pt x="51065" y="14317"/>
                    <a:pt x="51126" y="14317"/>
                    <a:pt x="51217" y="14286"/>
                  </a:cubicBezTo>
                  <a:cubicBezTo>
                    <a:pt x="51400" y="14165"/>
                    <a:pt x="51460" y="13891"/>
                    <a:pt x="51369" y="13709"/>
                  </a:cubicBezTo>
                  <a:cubicBezTo>
                    <a:pt x="51286" y="13584"/>
                    <a:pt x="51131" y="13501"/>
                    <a:pt x="50983" y="13501"/>
                  </a:cubicBezTo>
                  <a:close/>
                  <a:moveTo>
                    <a:pt x="4067" y="13545"/>
                  </a:moveTo>
                  <a:cubicBezTo>
                    <a:pt x="3919" y="13545"/>
                    <a:pt x="3762" y="13613"/>
                    <a:pt x="3678" y="13739"/>
                  </a:cubicBezTo>
                  <a:cubicBezTo>
                    <a:pt x="3557" y="13952"/>
                    <a:pt x="3648" y="14195"/>
                    <a:pt x="3830" y="14317"/>
                  </a:cubicBezTo>
                  <a:cubicBezTo>
                    <a:pt x="3893" y="14338"/>
                    <a:pt x="3942" y="14373"/>
                    <a:pt x="3996" y="14373"/>
                  </a:cubicBezTo>
                  <a:cubicBezTo>
                    <a:pt x="4020" y="14373"/>
                    <a:pt x="4045" y="14366"/>
                    <a:pt x="4073" y="14347"/>
                  </a:cubicBezTo>
                  <a:cubicBezTo>
                    <a:pt x="4165" y="14347"/>
                    <a:pt x="4317" y="14286"/>
                    <a:pt x="4408" y="14165"/>
                  </a:cubicBezTo>
                  <a:cubicBezTo>
                    <a:pt x="4529" y="13982"/>
                    <a:pt x="4438" y="13709"/>
                    <a:pt x="4256" y="13587"/>
                  </a:cubicBezTo>
                  <a:cubicBezTo>
                    <a:pt x="4199" y="13559"/>
                    <a:pt x="4134" y="13545"/>
                    <a:pt x="4067" y="13545"/>
                  </a:cubicBezTo>
                  <a:close/>
                  <a:moveTo>
                    <a:pt x="52316" y="16044"/>
                  </a:moveTo>
                  <a:cubicBezTo>
                    <a:pt x="52261" y="16044"/>
                    <a:pt x="52207" y="16056"/>
                    <a:pt x="52159" y="16080"/>
                  </a:cubicBezTo>
                  <a:cubicBezTo>
                    <a:pt x="51947" y="16140"/>
                    <a:pt x="51825" y="16384"/>
                    <a:pt x="51947" y="16596"/>
                  </a:cubicBezTo>
                  <a:cubicBezTo>
                    <a:pt x="52007" y="16748"/>
                    <a:pt x="52159" y="16870"/>
                    <a:pt x="52342" y="16870"/>
                  </a:cubicBezTo>
                  <a:cubicBezTo>
                    <a:pt x="52403" y="16870"/>
                    <a:pt x="52463" y="16870"/>
                    <a:pt x="52494" y="16840"/>
                  </a:cubicBezTo>
                  <a:cubicBezTo>
                    <a:pt x="52707" y="16748"/>
                    <a:pt x="52767" y="16536"/>
                    <a:pt x="52707" y="16292"/>
                  </a:cubicBezTo>
                  <a:cubicBezTo>
                    <a:pt x="52639" y="16135"/>
                    <a:pt x="52472" y="16044"/>
                    <a:pt x="52316" y="16044"/>
                  </a:cubicBezTo>
                  <a:close/>
                  <a:moveTo>
                    <a:pt x="2707" y="16092"/>
                  </a:moveTo>
                  <a:cubicBezTo>
                    <a:pt x="2551" y="16092"/>
                    <a:pt x="2407" y="16191"/>
                    <a:pt x="2341" y="16323"/>
                  </a:cubicBezTo>
                  <a:cubicBezTo>
                    <a:pt x="2280" y="16536"/>
                    <a:pt x="2341" y="16779"/>
                    <a:pt x="2584" y="16870"/>
                  </a:cubicBezTo>
                  <a:cubicBezTo>
                    <a:pt x="2645" y="16900"/>
                    <a:pt x="2706" y="16900"/>
                    <a:pt x="2736" y="16900"/>
                  </a:cubicBezTo>
                  <a:cubicBezTo>
                    <a:pt x="2888" y="16900"/>
                    <a:pt x="3040" y="16809"/>
                    <a:pt x="3101" y="16688"/>
                  </a:cubicBezTo>
                  <a:cubicBezTo>
                    <a:pt x="3192" y="16475"/>
                    <a:pt x="3101" y="16262"/>
                    <a:pt x="2888" y="16140"/>
                  </a:cubicBezTo>
                  <a:cubicBezTo>
                    <a:pt x="2829" y="16107"/>
                    <a:pt x="2767" y="16092"/>
                    <a:pt x="2707" y="16092"/>
                  </a:cubicBezTo>
                  <a:close/>
                  <a:moveTo>
                    <a:pt x="53339" y="18663"/>
                  </a:moveTo>
                  <a:cubicBezTo>
                    <a:pt x="53290" y="18663"/>
                    <a:pt x="53241" y="18673"/>
                    <a:pt x="53193" y="18694"/>
                  </a:cubicBezTo>
                  <a:cubicBezTo>
                    <a:pt x="52950" y="18754"/>
                    <a:pt x="52828" y="18998"/>
                    <a:pt x="52919" y="19210"/>
                  </a:cubicBezTo>
                  <a:cubicBezTo>
                    <a:pt x="53011" y="19362"/>
                    <a:pt x="53163" y="19484"/>
                    <a:pt x="53345" y="19514"/>
                  </a:cubicBezTo>
                  <a:cubicBezTo>
                    <a:pt x="53375" y="19514"/>
                    <a:pt x="53406" y="19484"/>
                    <a:pt x="53466" y="19484"/>
                  </a:cubicBezTo>
                  <a:cubicBezTo>
                    <a:pt x="53679" y="19423"/>
                    <a:pt x="53801" y="19180"/>
                    <a:pt x="53710" y="18967"/>
                  </a:cubicBezTo>
                  <a:cubicBezTo>
                    <a:pt x="53663" y="18779"/>
                    <a:pt x="53506" y="18663"/>
                    <a:pt x="53339" y="18663"/>
                  </a:cubicBezTo>
                  <a:close/>
                  <a:moveTo>
                    <a:pt x="1755" y="18706"/>
                  </a:moveTo>
                  <a:cubicBezTo>
                    <a:pt x="1582" y="18706"/>
                    <a:pt x="1417" y="18803"/>
                    <a:pt x="1368" y="18998"/>
                  </a:cubicBezTo>
                  <a:cubicBezTo>
                    <a:pt x="1277" y="19210"/>
                    <a:pt x="1399" y="19454"/>
                    <a:pt x="1642" y="19514"/>
                  </a:cubicBezTo>
                  <a:cubicBezTo>
                    <a:pt x="1672" y="19575"/>
                    <a:pt x="1703" y="19575"/>
                    <a:pt x="1794" y="19575"/>
                  </a:cubicBezTo>
                  <a:cubicBezTo>
                    <a:pt x="1915" y="19575"/>
                    <a:pt x="2128" y="19454"/>
                    <a:pt x="2159" y="19271"/>
                  </a:cubicBezTo>
                  <a:cubicBezTo>
                    <a:pt x="2250" y="19028"/>
                    <a:pt x="2128" y="18815"/>
                    <a:pt x="1885" y="18724"/>
                  </a:cubicBezTo>
                  <a:cubicBezTo>
                    <a:pt x="1842" y="18712"/>
                    <a:pt x="1799" y="18706"/>
                    <a:pt x="1755" y="18706"/>
                  </a:cubicBezTo>
                  <a:close/>
                  <a:moveTo>
                    <a:pt x="54064" y="21414"/>
                  </a:moveTo>
                  <a:cubicBezTo>
                    <a:pt x="54027" y="21414"/>
                    <a:pt x="53989" y="21419"/>
                    <a:pt x="53953" y="21429"/>
                  </a:cubicBezTo>
                  <a:cubicBezTo>
                    <a:pt x="53740" y="21460"/>
                    <a:pt x="53588" y="21703"/>
                    <a:pt x="53649" y="21916"/>
                  </a:cubicBezTo>
                  <a:cubicBezTo>
                    <a:pt x="53679" y="22098"/>
                    <a:pt x="53862" y="22220"/>
                    <a:pt x="54044" y="22220"/>
                  </a:cubicBezTo>
                  <a:lnTo>
                    <a:pt x="54135" y="22220"/>
                  </a:lnTo>
                  <a:cubicBezTo>
                    <a:pt x="54348" y="22189"/>
                    <a:pt x="54470" y="21946"/>
                    <a:pt x="54439" y="21733"/>
                  </a:cubicBezTo>
                  <a:cubicBezTo>
                    <a:pt x="54414" y="21532"/>
                    <a:pt x="54243" y="21414"/>
                    <a:pt x="54064" y="21414"/>
                  </a:cubicBezTo>
                  <a:close/>
                  <a:moveTo>
                    <a:pt x="997" y="21477"/>
                  </a:moveTo>
                  <a:cubicBezTo>
                    <a:pt x="813" y="21477"/>
                    <a:pt x="634" y="21613"/>
                    <a:pt x="608" y="21794"/>
                  </a:cubicBezTo>
                  <a:cubicBezTo>
                    <a:pt x="517" y="22037"/>
                    <a:pt x="669" y="22250"/>
                    <a:pt x="912" y="22311"/>
                  </a:cubicBezTo>
                  <a:cubicBezTo>
                    <a:pt x="943" y="22311"/>
                    <a:pt x="973" y="22311"/>
                    <a:pt x="973" y="22341"/>
                  </a:cubicBezTo>
                  <a:cubicBezTo>
                    <a:pt x="1186" y="22341"/>
                    <a:pt x="1368" y="22189"/>
                    <a:pt x="1399" y="22007"/>
                  </a:cubicBezTo>
                  <a:cubicBezTo>
                    <a:pt x="1490" y="21764"/>
                    <a:pt x="1338" y="21551"/>
                    <a:pt x="1095" y="21490"/>
                  </a:cubicBezTo>
                  <a:cubicBezTo>
                    <a:pt x="1063" y="21481"/>
                    <a:pt x="1030" y="21477"/>
                    <a:pt x="997" y="21477"/>
                  </a:cubicBezTo>
                  <a:close/>
                  <a:moveTo>
                    <a:pt x="54522" y="24222"/>
                  </a:moveTo>
                  <a:cubicBezTo>
                    <a:pt x="54505" y="24222"/>
                    <a:pt x="54487" y="24223"/>
                    <a:pt x="54470" y="24226"/>
                  </a:cubicBezTo>
                  <a:cubicBezTo>
                    <a:pt x="54257" y="24286"/>
                    <a:pt x="54074" y="24469"/>
                    <a:pt x="54105" y="24682"/>
                  </a:cubicBezTo>
                  <a:cubicBezTo>
                    <a:pt x="54105" y="24894"/>
                    <a:pt x="54287" y="25046"/>
                    <a:pt x="54530" y="25077"/>
                  </a:cubicBezTo>
                  <a:lnTo>
                    <a:pt x="54561" y="25077"/>
                  </a:lnTo>
                  <a:cubicBezTo>
                    <a:pt x="54773" y="25046"/>
                    <a:pt x="54986" y="24834"/>
                    <a:pt x="54925" y="24621"/>
                  </a:cubicBezTo>
                  <a:cubicBezTo>
                    <a:pt x="54897" y="24396"/>
                    <a:pt x="54739" y="24222"/>
                    <a:pt x="54522" y="24222"/>
                  </a:cubicBezTo>
                  <a:close/>
                  <a:moveTo>
                    <a:pt x="608" y="24286"/>
                  </a:moveTo>
                  <a:cubicBezTo>
                    <a:pt x="365" y="24286"/>
                    <a:pt x="183" y="24438"/>
                    <a:pt x="152" y="24651"/>
                  </a:cubicBezTo>
                  <a:cubicBezTo>
                    <a:pt x="152" y="24894"/>
                    <a:pt x="304" y="25077"/>
                    <a:pt x="517" y="25107"/>
                  </a:cubicBezTo>
                  <a:lnTo>
                    <a:pt x="578" y="25107"/>
                  </a:lnTo>
                  <a:cubicBezTo>
                    <a:pt x="791" y="25107"/>
                    <a:pt x="943" y="24955"/>
                    <a:pt x="973" y="24742"/>
                  </a:cubicBezTo>
                  <a:cubicBezTo>
                    <a:pt x="973" y="24499"/>
                    <a:pt x="821" y="24317"/>
                    <a:pt x="608" y="24286"/>
                  </a:cubicBezTo>
                  <a:close/>
                  <a:moveTo>
                    <a:pt x="54682" y="27053"/>
                  </a:moveTo>
                  <a:cubicBezTo>
                    <a:pt x="54439" y="27053"/>
                    <a:pt x="54257" y="27235"/>
                    <a:pt x="54257" y="27478"/>
                  </a:cubicBezTo>
                  <a:cubicBezTo>
                    <a:pt x="54257" y="27691"/>
                    <a:pt x="54439" y="27873"/>
                    <a:pt x="54682" y="27873"/>
                  </a:cubicBezTo>
                  <a:cubicBezTo>
                    <a:pt x="54895" y="27873"/>
                    <a:pt x="55077" y="27691"/>
                    <a:pt x="55077" y="27478"/>
                  </a:cubicBezTo>
                  <a:cubicBezTo>
                    <a:pt x="55077" y="27235"/>
                    <a:pt x="54895" y="27053"/>
                    <a:pt x="54682" y="27053"/>
                  </a:cubicBezTo>
                  <a:close/>
                  <a:moveTo>
                    <a:pt x="426" y="27113"/>
                  </a:moveTo>
                  <a:cubicBezTo>
                    <a:pt x="183" y="27113"/>
                    <a:pt x="0" y="27326"/>
                    <a:pt x="0" y="27539"/>
                  </a:cubicBezTo>
                  <a:cubicBezTo>
                    <a:pt x="0" y="27782"/>
                    <a:pt x="183" y="27934"/>
                    <a:pt x="426" y="27964"/>
                  </a:cubicBezTo>
                  <a:cubicBezTo>
                    <a:pt x="639" y="27964"/>
                    <a:pt x="821" y="27782"/>
                    <a:pt x="821" y="27539"/>
                  </a:cubicBezTo>
                  <a:cubicBezTo>
                    <a:pt x="821" y="27326"/>
                    <a:pt x="639" y="27113"/>
                    <a:pt x="426" y="27113"/>
                  </a:cubicBezTo>
                  <a:close/>
                  <a:moveTo>
                    <a:pt x="54561" y="29849"/>
                  </a:moveTo>
                  <a:cubicBezTo>
                    <a:pt x="54318" y="29849"/>
                    <a:pt x="54135" y="30001"/>
                    <a:pt x="54105" y="30244"/>
                  </a:cubicBezTo>
                  <a:cubicBezTo>
                    <a:pt x="54105" y="30457"/>
                    <a:pt x="54257" y="30670"/>
                    <a:pt x="54470" y="30700"/>
                  </a:cubicBezTo>
                  <a:lnTo>
                    <a:pt x="54530" y="30700"/>
                  </a:lnTo>
                  <a:cubicBezTo>
                    <a:pt x="54743" y="30700"/>
                    <a:pt x="54895" y="30548"/>
                    <a:pt x="54925" y="30305"/>
                  </a:cubicBezTo>
                  <a:cubicBezTo>
                    <a:pt x="54925" y="30092"/>
                    <a:pt x="54773" y="29910"/>
                    <a:pt x="54561" y="29849"/>
                  </a:cubicBezTo>
                  <a:close/>
                  <a:moveTo>
                    <a:pt x="570" y="29937"/>
                  </a:moveTo>
                  <a:cubicBezTo>
                    <a:pt x="553" y="29937"/>
                    <a:pt x="535" y="29938"/>
                    <a:pt x="517" y="29940"/>
                  </a:cubicBezTo>
                  <a:cubicBezTo>
                    <a:pt x="304" y="29970"/>
                    <a:pt x="122" y="30153"/>
                    <a:pt x="152" y="30396"/>
                  </a:cubicBezTo>
                  <a:cubicBezTo>
                    <a:pt x="183" y="30609"/>
                    <a:pt x="365" y="30761"/>
                    <a:pt x="578" y="30761"/>
                  </a:cubicBezTo>
                  <a:lnTo>
                    <a:pt x="608" y="30761"/>
                  </a:lnTo>
                  <a:cubicBezTo>
                    <a:pt x="821" y="30730"/>
                    <a:pt x="1034" y="30548"/>
                    <a:pt x="973" y="30305"/>
                  </a:cubicBezTo>
                  <a:cubicBezTo>
                    <a:pt x="945" y="30108"/>
                    <a:pt x="786" y="29937"/>
                    <a:pt x="570" y="29937"/>
                  </a:cubicBezTo>
                  <a:close/>
                  <a:moveTo>
                    <a:pt x="54055" y="32691"/>
                  </a:moveTo>
                  <a:cubicBezTo>
                    <a:pt x="53876" y="32691"/>
                    <a:pt x="53704" y="32809"/>
                    <a:pt x="53679" y="33010"/>
                  </a:cubicBezTo>
                  <a:cubicBezTo>
                    <a:pt x="53588" y="33253"/>
                    <a:pt x="53740" y="33466"/>
                    <a:pt x="53983" y="33496"/>
                  </a:cubicBezTo>
                  <a:cubicBezTo>
                    <a:pt x="54014" y="33496"/>
                    <a:pt x="54074" y="33496"/>
                    <a:pt x="54044" y="33527"/>
                  </a:cubicBezTo>
                  <a:cubicBezTo>
                    <a:pt x="54257" y="33527"/>
                    <a:pt x="54439" y="33405"/>
                    <a:pt x="54470" y="33192"/>
                  </a:cubicBezTo>
                  <a:cubicBezTo>
                    <a:pt x="54561" y="32980"/>
                    <a:pt x="54409" y="32736"/>
                    <a:pt x="54166" y="32706"/>
                  </a:cubicBezTo>
                  <a:cubicBezTo>
                    <a:pt x="54129" y="32696"/>
                    <a:pt x="54092" y="32691"/>
                    <a:pt x="54055" y="32691"/>
                  </a:cubicBezTo>
                  <a:close/>
                  <a:moveTo>
                    <a:pt x="968" y="32733"/>
                  </a:moveTo>
                  <a:cubicBezTo>
                    <a:pt x="949" y="32733"/>
                    <a:pt x="931" y="32734"/>
                    <a:pt x="912" y="32736"/>
                  </a:cubicBezTo>
                  <a:cubicBezTo>
                    <a:pt x="730" y="32797"/>
                    <a:pt x="578" y="33010"/>
                    <a:pt x="608" y="33253"/>
                  </a:cubicBezTo>
                  <a:cubicBezTo>
                    <a:pt x="636" y="33420"/>
                    <a:pt x="791" y="33561"/>
                    <a:pt x="979" y="33561"/>
                  </a:cubicBezTo>
                  <a:cubicBezTo>
                    <a:pt x="997" y="33561"/>
                    <a:pt x="1015" y="33560"/>
                    <a:pt x="1034" y="33557"/>
                  </a:cubicBezTo>
                  <a:lnTo>
                    <a:pt x="1095" y="33557"/>
                  </a:lnTo>
                  <a:cubicBezTo>
                    <a:pt x="1277" y="33496"/>
                    <a:pt x="1429" y="33284"/>
                    <a:pt x="1399" y="33040"/>
                  </a:cubicBezTo>
                  <a:cubicBezTo>
                    <a:pt x="1371" y="32874"/>
                    <a:pt x="1166" y="32733"/>
                    <a:pt x="968" y="32733"/>
                  </a:cubicBezTo>
                  <a:close/>
                  <a:moveTo>
                    <a:pt x="53355" y="35423"/>
                  </a:moveTo>
                  <a:cubicBezTo>
                    <a:pt x="53173" y="35423"/>
                    <a:pt x="53023" y="35521"/>
                    <a:pt x="52950" y="35715"/>
                  </a:cubicBezTo>
                  <a:cubicBezTo>
                    <a:pt x="52889" y="35928"/>
                    <a:pt x="52980" y="36171"/>
                    <a:pt x="53223" y="36232"/>
                  </a:cubicBezTo>
                  <a:cubicBezTo>
                    <a:pt x="53254" y="36232"/>
                    <a:pt x="53314" y="36232"/>
                    <a:pt x="53375" y="36293"/>
                  </a:cubicBezTo>
                  <a:cubicBezTo>
                    <a:pt x="53527" y="36293"/>
                    <a:pt x="53679" y="36171"/>
                    <a:pt x="53740" y="35989"/>
                  </a:cubicBezTo>
                  <a:cubicBezTo>
                    <a:pt x="53831" y="35746"/>
                    <a:pt x="53710" y="35533"/>
                    <a:pt x="53497" y="35442"/>
                  </a:cubicBezTo>
                  <a:cubicBezTo>
                    <a:pt x="53448" y="35430"/>
                    <a:pt x="53401" y="35423"/>
                    <a:pt x="53355" y="35423"/>
                  </a:cubicBezTo>
                  <a:close/>
                  <a:moveTo>
                    <a:pt x="1755" y="35456"/>
                  </a:moveTo>
                  <a:cubicBezTo>
                    <a:pt x="1717" y="35456"/>
                    <a:pt x="1679" y="35462"/>
                    <a:pt x="1642" y="35472"/>
                  </a:cubicBezTo>
                  <a:cubicBezTo>
                    <a:pt x="1399" y="35563"/>
                    <a:pt x="1277" y="35776"/>
                    <a:pt x="1368" y="36019"/>
                  </a:cubicBezTo>
                  <a:cubicBezTo>
                    <a:pt x="1399" y="36202"/>
                    <a:pt x="1581" y="36323"/>
                    <a:pt x="1794" y="36323"/>
                  </a:cubicBezTo>
                  <a:cubicBezTo>
                    <a:pt x="1824" y="36323"/>
                    <a:pt x="1855" y="36293"/>
                    <a:pt x="1885" y="36293"/>
                  </a:cubicBezTo>
                  <a:cubicBezTo>
                    <a:pt x="2128" y="36202"/>
                    <a:pt x="2250" y="35989"/>
                    <a:pt x="2159" y="35746"/>
                  </a:cubicBezTo>
                  <a:cubicBezTo>
                    <a:pt x="2108" y="35570"/>
                    <a:pt x="1934" y="35456"/>
                    <a:pt x="1755" y="35456"/>
                  </a:cubicBezTo>
                  <a:close/>
                  <a:moveTo>
                    <a:pt x="52355" y="38086"/>
                  </a:moveTo>
                  <a:cubicBezTo>
                    <a:pt x="52195" y="38086"/>
                    <a:pt x="52024" y="38190"/>
                    <a:pt x="51977" y="38329"/>
                  </a:cubicBezTo>
                  <a:cubicBezTo>
                    <a:pt x="51855" y="38512"/>
                    <a:pt x="51977" y="38785"/>
                    <a:pt x="52159" y="38876"/>
                  </a:cubicBezTo>
                  <a:cubicBezTo>
                    <a:pt x="52205" y="38892"/>
                    <a:pt x="52235" y="38899"/>
                    <a:pt x="52262" y="38899"/>
                  </a:cubicBezTo>
                  <a:cubicBezTo>
                    <a:pt x="52289" y="38899"/>
                    <a:pt x="52311" y="38892"/>
                    <a:pt x="52342" y="38876"/>
                  </a:cubicBezTo>
                  <a:cubicBezTo>
                    <a:pt x="52494" y="38876"/>
                    <a:pt x="52646" y="38785"/>
                    <a:pt x="52737" y="38633"/>
                  </a:cubicBezTo>
                  <a:cubicBezTo>
                    <a:pt x="52798" y="38451"/>
                    <a:pt x="52737" y="38177"/>
                    <a:pt x="52494" y="38117"/>
                  </a:cubicBezTo>
                  <a:cubicBezTo>
                    <a:pt x="52451" y="38095"/>
                    <a:pt x="52404" y="38086"/>
                    <a:pt x="52355" y="38086"/>
                  </a:cubicBezTo>
                  <a:close/>
                  <a:moveTo>
                    <a:pt x="2737" y="38155"/>
                  </a:moveTo>
                  <a:cubicBezTo>
                    <a:pt x="2686" y="38155"/>
                    <a:pt x="2634" y="38163"/>
                    <a:pt x="2584" y="38177"/>
                  </a:cubicBezTo>
                  <a:cubicBezTo>
                    <a:pt x="2402" y="38268"/>
                    <a:pt x="2311" y="38512"/>
                    <a:pt x="2402" y="38724"/>
                  </a:cubicBezTo>
                  <a:cubicBezTo>
                    <a:pt x="2462" y="38876"/>
                    <a:pt x="2614" y="38968"/>
                    <a:pt x="2736" y="38968"/>
                  </a:cubicBezTo>
                  <a:cubicBezTo>
                    <a:pt x="2766" y="38968"/>
                    <a:pt x="2827" y="38968"/>
                    <a:pt x="2888" y="38937"/>
                  </a:cubicBezTo>
                  <a:cubicBezTo>
                    <a:pt x="3101" y="38876"/>
                    <a:pt x="3192" y="38603"/>
                    <a:pt x="3101" y="38420"/>
                  </a:cubicBezTo>
                  <a:cubicBezTo>
                    <a:pt x="3054" y="38235"/>
                    <a:pt x="2901" y="38155"/>
                    <a:pt x="2737" y="38155"/>
                  </a:cubicBezTo>
                  <a:close/>
                  <a:moveTo>
                    <a:pt x="51059" y="40597"/>
                  </a:moveTo>
                  <a:cubicBezTo>
                    <a:pt x="50910" y="40597"/>
                    <a:pt x="50754" y="40665"/>
                    <a:pt x="50670" y="40791"/>
                  </a:cubicBezTo>
                  <a:cubicBezTo>
                    <a:pt x="50548" y="41004"/>
                    <a:pt x="50640" y="41247"/>
                    <a:pt x="50822" y="41369"/>
                  </a:cubicBezTo>
                  <a:cubicBezTo>
                    <a:pt x="50885" y="41390"/>
                    <a:pt x="50933" y="41425"/>
                    <a:pt x="50987" y="41425"/>
                  </a:cubicBezTo>
                  <a:cubicBezTo>
                    <a:pt x="51012" y="41425"/>
                    <a:pt x="51037" y="41418"/>
                    <a:pt x="51065" y="41399"/>
                  </a:cubicBezTo>
                  <a:cubicBezTo>
                    <a:pt x="51187" y="41399"/>
                    <a:pt x="51308" y="41338"/>
                    <a:pt x="51400" y="41217"/>
                  </a:cubicBezTo>
                  <a:cubicBezTo>
                    <a:pt x="51521" y="41035"/>
                    <a:pt x="51430" y="40761"/>
                    <a:pt x="51248" y="40639"/>
                  </a:cubicBezTo>
                  <a:cubicBezTo>
                    <a:pt x="51191" y="40611"/>
                    <a:pt x="51126" y="40597"/>
                    <a:pt x="51059" y="40597"/>
                  </a:cubicBezTo>
                  <a:close/>
                  <a:moveTo>
                    <a:pt x="4065" y="40675"/>
                  </a:moveTo>
                  <a:cubicBezTo>
                    <a:pt x="3997" y="40675"/>
                    <a:pt x="3927" y="40692"/>
                    <a:pt x="3861" y="40731"/>
                  </a:cubicBezTo>
                  <a:cubicBezTo>
                    <a:pt x="3678" y="40852"/>
                    <a:pt x="3618" y="41095"/>
                    <a:pt x="3709" y="41308"/>
                  </a:cubicBezTo>
                  <a:cubicBezTo>
                    <a:pt x="3769" y="41399"/>
                    <a:pt x="3921" y="41490"/>
                    <a:pt x="4104" y="41490"/>
                  </a:cubicBezTo>
                  <a:cubicBezTo>
                    <a:pt x="4134" y="41490"/>
                    <a:pt x="4225" y="41490"/>
                    <a:pt x="4286" y="41460"/>
                  </a:cubicBezTo>
                  <a:cubicBezTo>
                    <a:pt x="4469" y="41338"/>
                    <a:pt x="4560" y="41065"/>
                    <a:pt x="4438" y="40883"/>
                  </a:cubicBezTo>
                  <a:cubicBezTo>
                    <a:pt x="4355" y="40757"/>
                    <a:pt x="4214" y="40675"/>
                    <a:pt x="4065" y="40675"/>
                  </a:cubicBezTo>
                  <a:close/>
                  <a:moveTo>
                    <a:pt x="49526" y="42985"/>
                  </a:moveTo>
                  <a:cubicBezTo>
                    <a:pt x="49400" y="42985"/>
                    <a:pt x="49273" y="43051"/>
                    <a:pt x="49181" y="43162"/>
                  </a:cubicBezTo>
                  <a:cubicBezTo>
                    <a:pt x="49029" y="43345"/>
                    <a:pt x="49089" y="43618"/>
                    <a:pt x="49272" y="43740"/>
                  </a:cubicBezTo>
                  <a:cubicBezTo>
                    <a:pt x="49363" y="43801"/>
                    <a:pt x="49424" y="43801"/>
                    <a:pt x="49515" y="43831"/>
                  </a:cubicBezTo>
                  <a:cubicBezTo>
                    <a:pt x="49606" y="43831"/>
                    <a:pt x="49758" y="43770"/>
                    <a:pt x="49849" y="43649"/>
                  </a:cubicBezTo>
                  <a:cubicBezTo>
                    <a:pt x="50001" y="43466"/>
                    <a:pt x="49941" y="43223"/>
                    <a:pt x="49758" y="43071"/>
                  </a:cubicBezTo>
                  <a:cubicBezTo>
                    <a:pt x="49687" y="43012"/>
                    <a:pt x="49607" y="42985"/>
                    <a:pt x="49526" y="42985"/>
                  </a:cubicBezTo>
                  <a:close/>
                  <a:moveTo>
                    <a:pt x="5618" y="43034"/>
                  </a:moveTo>
                  <a:cubicBezTo>
                    <a:pt x="5525" y="43034"/>
                    <a:pt x="5429" y="43066"/>
                    <a:pt x="5350" y="43132"/>
                  </a:cubicBezTo>
                  <a:cubicBezTo>
                    <a:pt x="5198" y="43223"/>
                    <a:pt x="5168" y="43497"/>
                    <a:pt x="5289" y="43679"/>
                  </a:cubicBezTo>
                  <a:cubicBezTo>
                    <a:pt x="5337" y="43774"/>
                    <a:pt x="5421" y="43850"/>
                    <a:pt x="5528" y="43850"/>
                  </a:cubicBezTo>
                  <a:cubicBezTo>
                    <a:pt x="5558" y="43850"/>
                    <a:pt x="5590" y="43844"/>
                    <a:pt x="5624" y="43831"/>
                  </a:cubicBezTo>
                  <a:cubicBezTo>
                    <a:pt x="5684" y="43831"/>
                    <a:pt x="5776" y="43801"/>
                    <a:pt x="5836" y="43770"/>
                  </a:cubicBezTo>
                  <a:cubicBezTo>
                    <a:pt x="6049" y="43649"/>
                    <a:pt x="6080" y="43375"/>
                    <a:pt x="5928" y="43193"/>
                  </a:cubicBezTo>
                  <a:cubicBezTo>
                    <a:pt x="5859" y="43089"/>
                    <a:pt x="5741" y="43034"/>
                    <a:pt x="5618" y="43034"/>
                  </a:cubicBezTo>
                  <a:close/>
                  <a:moveTo>
                    <a:pt x="47738" y="45220"/>
                  </a:moveTo>
                  <a:cubicBezTo>
                    <a:pt x="47621" y="45220"/>
                    <a:pt x="47501" y="45267"/>
                    <a:pt x="47418" y="45351"/>
                  </a:cubicBezTo>
                  <a:cubicBezTo>
                    <a:pt x="47266" y="45503"/>
                    <a:pt x="47296" y="45776"/>
                    <a:pt x="47448" y="45928"/>
                  </a:cubicBezTo>
                  <a:cubicBezTo>
                    <a:pt x="47509" y="46019"/>
                    <a:pt x="47630" y="46050"/>
                    <a:pt x="47722" y="46050"/>
                  </a:cubicBezTo>
                  <a:cubicBezTo>
                    <a:pt x="47843" y="46050"/>
                    <a:pt x="47934" y="45959"/>
                    <a:pt x="48026" y="45898"/>
                  </a:cubicBezTo>
                  <a:cubicBezTo>
                    <a:pt x="48178" y="45746"/>
                    <a:pt x="48147" y="45472"/>
                    <a:pt x="47995" y="45320"/>
                  </a:cubicBezTo>
                  <a:cubicBezTo>
                    <a:pt x="47927" y="45252"/>
                    <a:pt x="47834" y="45220"/>
                    <a:pt x="47738" y="45220"/>
                  </a:cubicBezTo>
                  <a:close/>
                  <a:moveTo>
                    <a:pt x="7405" y="45243"/>
                  </a:moveTo>
                  <a:cubicBezTo>
                    <a:pt x="7308" y="45243"/>
                    <a:pt x="7213" y="45281"/>
                    <a:pt x="7143" y="45351"/>
                  </a:cubicBezTo>
                  <a:cubicBezTo>
                    <a:pt x="6961" y="45503"/>
                    <a:pt x="6961" y="45776"/>
                    <a:pt x="7113" y="45928"/>
                  </a:cubicBezTo>
                  <a:cubicBezTo>
                    <a:pt x="7174" y="46019"/>
                    <a:pt x="7295" y="46080"/>
                    <a:pt x="7417" y="46080"/>
                  </a:cubicBezTo>
                  <a:cubicBezTo>
                    <a:pt x="7478" y="46080"/>
                    <a:pt x="7599" y="46050"/>
                    <a:pt x="7660" y="45959"/>
                  </a:cubicBezTo>
                  <a:cubicBezTo>
                    <a:pt x="7873" y="45807"/>
                    <a:pt x="7873" y="45563"/>
                    <a:pt x="7721" y="45411"/>
                  </a:cubicBezTo>
                  <a:cubicBezTo>
                    <a:pt x="7639" y="45296"/>
                    <a:pt x="7520" y="45243"/>
                    <a:pt x="7405" y="45243"/>
                  </a:cubicBezTo>
                  <a:close/>
                  <a:moveTo>
                    <a:pt x="45704" y="47219"/>
                  </a:moveTo>
                  <a:cubicBezTo>
                    <a:pt x="45607" y="47219"/>
                    <a:pt x="45512" y="47257"/>
                    <a:pt x="45442" y="47326"/>
                  </a:cubicBezTo>
                  <a:cubicBezTo>
                    <a:pt x="45260" y="47478"/>
                    <a:pt x="45260" y="47722"/>
                    <a:pt x="45412" y="47904"/>
                  </a:cubicBezTo>
                  <a:cubicBezTo>
                    <a:pt x="45503" y="47995"/>
                    <a:pt x="45624" y="48026"/>
                    <a:pt x="45716" y="48056"/>
                  </a:cubicBezTo>
                  <a:cubicBezTo>
                    <a:pt x="45776" y="48056"/>
                    <a:pt x="45898" y="48026"/>
                    <a:pt x="45959" y="47934"/>
                  </a:cubicBezTo>
                  <a:cubicBezTo>
                    <a:pt x="46172" y="47782"/>
                    <a:pt x="46172" y="47539"/>
                    <a:pt x="46020" y="47387"/>
                  </a:cubicBezTo>
                  <a:cubicBezTo>
                    <a:pt x="45937" y="47272"/>
                    <a:pt x="45819" y="47219"/>
                    <a:pt x="45704" y="47219"/>
                  </a:cubicBezTo>
                  <a:close/>
                  <a:moveTo>
                    <a:pt x="9381" y="47287"/>
                  </a:moveTo>
                  <a:cubicBezTo>
                    <a:pt x="9268" y="47287"/>
                    <a:pt x="9156" y="47334"/>
                    <a:pt x="9089" y="47418"/>
                  </a:cubicBezTo>
                  <a:cubicBezTo>
                    <a:pt x="8937" y="47570"/>
                    <a:pt x="8967" y="47843"/>
                    <a:pt x="9119" y="47995"/>
                  </a:cubicBezTo>
                  <a:cubicBezTo>
                    <a:pt x="9180" y="48026"/>
                    <a:pt x="9302" y="48056"/>
                    <a:pt x="9393" y="48086"/>
                  </a:cubicBezTo>
                  <a:cubicBezTo>
                    <a:pt x="9484" y="48086"/>
                    <a:pt x="9605" y="48026"/>
                    <a:pt x="9697" y="47934"/>
                  </a:cubicBezTo>
                  <a:cubicBezTo>
                    <a:pt x="9849" y="47782"/>
                    <a:pt x="9788" y="47539"/>
                    <a:pt x="9636" y="47387"/>
                  </a:cubicBezTo>
                  <a:cubicBezTo>
                    <a:pt x="9567" y="47319"/>
                    <a:pt x="9474" y="47287"/>
                    <a:pt x="9381" y="47287"/>
                  </a:cubicBezTo>
                  <a:close/>
                  <a:moveTo>
                    <a:pt x="43549" y="48992"/>
                  </a:moveTo>
                  <a:cubicBezTo>
                    <a:pt x="43459" y="48992"/>
                    <a:pt x="43363" y="49024"/>
                    <a:pt x="43284" y="49089"/>
                  </a:cubicBezTo>
                  <a:cubicBezTo>
                    <a:pt x="43071" y="49211"/>
                    <a:pt x="43041" y="49454"/>
                    <a:pt x="43193" y="49667"/>
                  </a:cubicBezTo>
                  <a:cubicBezTo>
                    <a:pt x="43272" y="49746"/>
                    <a:pt x="43351" y="49825"/>
                    <a:pt x="43469" y="49825"/>
                  </a:cubicBezTo>
                  <a:cubicBezTo>
                    <a:pt x="43487" y="49825"/>
                    <a:pt x="43507" y="49823"/>
                    <a:pt x="43527" y="49819"/>
                  </a:cubicBezTo>
                  <a:cubicBezTo>
                    <a:pt x="43618" y="49819"/>
                    <a:pt x="43679" y="49758"/>
                    <a:pt x="43770" y="49728"/>
                  </a:cubicBezTo>
                  <a:cubicBezTo>
                    <a:pt x="43922" y="49606"/>
                    <a:pt x="43953" y="49363"/>
                    <a:pt x="43831" y="49150"/>
                  </a:cubicBezTo>
                  <a:cubicBezTo>
                    <a:pt x="43779" y="49047"/>
                    <a:pt x="43669" y="48992"/>
                    <a:pt x="43549" y="48992"/>
                  </a:cubicBezTo>
                  <a:close/>
                  <a:moveTo>
                    <a:pt x="11606" y="49025"/>
                  </a:moveTo>
                  <a:cubicBezTo>
                    <a:pt x="11486" y="49025"/>
                    <a:pt x="11366" y="49087"/>
                    <a:pt x="11277" y="49211"/>
                  </a:cubicBezTo>
                  <a:cubicBezTo>
                    <a:pt x="11125" y="49393"/>
                    <a:pt x="11156" y="49606"/>
                    <a:pt x="11368" y="49758"/>
                  </a:cubicBezTo>
                  <a:cubicBezTo>
                    <a:pt x="11429" y="49849"/>
                    <a:pt x="11520" y="49849"/>
                    <a:pt x="11581" y="49849"/>
                  </a:cubicBezTo>
                  <a:cubicBezTo>
                    <a:pt x="11733" y="49849"/>
                    <a:pt x="11855" y="49819"/>
                    <a:pt x="11916" y="49697"/>
                  </a:cubicBezTo>
                  <a:cubicBezTo>
                    <a:pt x="12068" y="49515"/>
                    <a:pt x="12037" y="49241"/>
                    <a:pt x="11855" y="49120"/>
                  </a:cubicBezTo>
                  <a:cubicBezTo>
                    <a:pt x="11779" y="49056"/>
                    <a:pt x="11692" y="49025"/>
                    <a:pt x="11606" y="49025"/>
                  </a:cubicBezTo>
                  <a:close/>
                  <a:moveTo>
                    <a:pt x="41148" y="50554"/>
                  </a:moveTo>
                  <a:cubicBezTo>
                    <a:pt x="41080" y="50554"/>
                    <a:pt x="41010" y="50571"/>
                    <a:pt x="40943" y="50609"/>
                  </a:cubicBezTo>
                  <a:cubicBezTo>
                    <a:pt x="40761" y="50731"/>
                    <a:pt x="40700" y="50974"/>
                    <a:pt x="40791" y="51187"/>
                  </a:cubicBezTo>
                  <a:cubicBezTo>
                    <a:pt x="40883" y="51339"/>
                    <a:pt x="41004" y="51369"/>
                    <a:pt x="41156" y="51399"/>
                  </a:cubicBezTo>
                  <a:cubicBezTo>
                    <a:pt x="41217" y="51399"/>
                    <a:pt x="41308" y="51369"/>
                    <a:pt x="41369" y="51339"/>
                  </a:cubicBezTo>
                  <a:cubicBezTo>
                    <a:pt x="41551" y="51217"/>
                    <a:pt x="41643" y="50943"/>
                    <a:pt x="41521" y="50761"/>
                  </a:cubicBezTo>
                  <a:cubicBezTo>
                    <a:pt x="41438" y="50636"/>
                    <a:pt x="41297" y="50554"/>
                    <a:pt x="41148" y="50554"/>
                  </a:cubicBezTo>
                  <a:close/>
                  <a:moveTo>
                    <a:pt x="14005" y="50584"/>
                  </a:moveTo>
                  <a:cubicBezTo>
                    <a:pt x="13859" y="50584"/>
                    <a:pt x="13711" y="50666"/>
                    <a:pt x="13648" y="50792"/>
                  </a:cubicBezTo>
                  <a:cubicBezTo>
                    <a:pt x="13527" y="50974"/>
                    <a:pt x="13587" y="51247"/>
                    <a:pt x="13800" y="51369"/>
                  </a:cubicBezTo>
                  <a:cubicBezTo>
                    <a:pt x="13830" y="51399"/>
                    <a:pt x="13891" y="51399"/>
                    <a:pt x="14013" y="51430"/>
                  </a:cubicBezTo>
                  <a:cubicBezTo>
                    <a:pt x="14134" y="51430"/>
                    <a:pt x="14286" y="51339"/>
                    <a:pt x="14347" y="51217"/>
                  </a:cubicBezTo>
                  <a:cubicBezTo>
                    <a:pt x="14469" y="51035"/>
                    <a:pt x="14408" y="50761"/>
                    <a:pt x="14195" y="50640"/>
                  </a:cubicBezTo>
                  <a:cubicBezTo>
                    <a:pt x="14138" y="50601"/>
                    <a:pt x="14072" y="50584"/>
                    <a:pt x="14005" y="50584"/>
                  </a:cubicBezTo>
                  <a:close/>
                  <a:moveTo>
                    <a:pt x="38620" y="51851"/>
                  </a:moveTo>
                  <a:cubicBezTo>
                    <a:pt x="38564" y="51851"/>
                    <a:pt x="38507" y="51862"/>
                    <a:pt x="38451" y="51886"/>
                  </a:cubicBezTo>
                  <a:cubicBezTo>
                    <a:pt x="38269" y="51977"/>
                    <a:pt x="38147" y="52190"/>
                    <a:pt x="38269" y="52433"/>
                  </a:cubicBezTo>
                  <a:cubicBezTo>
                    <a:pt x="38294" y="52557"/>
                    <a:pt x="38400" y="52662"/>
                    <a:pt x="38522" y="52662"/>
                  </a:cubicBezTo>
                  <a:cubicBezTo>
                    <a:pt x="38548" y="52662"/>
                    <a:pt x="38576" y="52657"/>
                    <a:pt x="38603" y="52646"/>
                  </a:cubicBezTo>
                  <a:cubicBezTo>
                    <a:pt x="38633" y="52646"/>
                    <a:pt x="38694" y="52646"/>
                    <a:pt x="38755" y="52615"/>
                  </a:cubicBezTo>
                  <a:cubicBezTo>
                    <a:pt x="38968" y="52554"/>
                    <a:pt x="39059" y="52311"/>
                    <a:pt x="38968" y="52099"/>
                  </a:cubicBezTo>
                  <a:cubicBezTo>
                    <a:pt x="38923" y="51941"/>
                    <a:pt x="38778" y="51851"/>
                    <a:pt x="38620" y="51851"/>
                  </a:cubicBezTo>
                  <a:close/>
                  <a:moveTo>
                    <a:pt x="16538" y="51864"/>
                  </a:moveTo>
                  <a:cubicBezTo>
                    <a:pt x="16380" y="51864"/>
                    <a:pt x="16233" y="51943"/>
                    <a:pt x="16141" y="52129"/>
                  </a:cubicBezTo>
                  <a:cubicBezTo>
                    <a:pt x="16019" y="52311"/>
                    <a:pt x="16141" y="52554"/>
                    <a:pt x="16323" y="52646"/>
                  </a:cubicBezTo>
                  <a:cubicBezTo>
                    <a:pt x="16369" y="52676"/>
                    <a:pt x="16399" y="52691"/>
                    <a:pt x="16429" y="52691"/>
                  </a:cubicBezTo>
                  <a:cubicBezTo>
                    <a:pt x="16460" y="52691"/>
                    <a:pt x="16490" y="52676"/>
                    <a:pt x="16536" y="52646"/>
                  </a:cubicBezTo>
                  <a:cubicBezTo>
                    <a:pt x="16688" y="52646"/>
                    <a:pt x="16840" y="52585"/>
                    <a:pt x="16900" y="52433"/>
                  </a:cubicBezTo>
                  <a:cubicBezTo>
                    <a:pt x="16992" y="52250"/>
                    <a:pt x="16900" y="52007"/>
                    <a:pt x="16688" y="51886"/>
                  </a:cubicBezTo>
                  <a:cubicBezTo>
                    <a:pt x="16637" y="51871"/>
                    <a:pt x="16587" y="51864"/>
                    <a:pt x="16538" y="51864"/>
                  </a:cubicBezTo>
                  <a:close/>
                  <a:moveTo>
                    <a:pt x="36013" y="52859"/>
                  </a:moveTo>
                  <a:cubicBezTo>
                    <a:pt x="35965" y="52859"/>
                    <a:pt x="35915" y="52868"/>
                    <a:pt x="35867" y="52889"/>
                  </a:cubicBezTo>
                  <a:cubicBezTo>
                    <a:pt x="35624" y="52950"/>
                    <a:pt x="35503" y="53193"/>
                    <a:pt x="35594" y="53406"/>
                  </a:cubicBezTo>
                  <a:cubicBezTo>
                    <a:pt x="35624" y="53618"/>
                    <a:pt x="35776" y="53679"/>
                    <a:pt x="36019" y="53679"/>
                  </a:cubicBezTo>
                  <a:lnTo>
                    <a:pt x="36111" y="53679"/>
                  </a:lnTo>
                  <a:cubicBezTo>
                    <a:pt x="36354" y="53618"/>
                    <a:pt x="36475" y="53375"/>
                    <a:pt x="36384" y="53162"/>
                  </a:cubicBezTo>
                  <a:cubicBezTo>
                    <a:pt x="36337" y="52974"/>
                    <a:pt x="36180" y="52859"/>
                    <a:pt x="36013" y="52859"/>
                  </a:cubicBezTo>
                  <a:close/>
                  <a:moveTo>
                    <a:pt x="19143" y="52859"/>
                  </a:moveTo>
                  <a:cubicBezTo>
                    <a:pt x="18969" y="52859"/>
                    <a:pt x="18825" y="52974"/>
                    <a:pt x="18755" y="53162"/>
                  </a:cubicBezTo>
                  <a:cubicBezTo>
                    <a:pt x="18694" y="53375"/>
                    <a:pt x="18785" y="53618"/>
                    <a:pt x="19028" y="53679"/>
                  </a:cubicBezTo>
                  <a:cubicBezTo>
                    <a:pt x="19059" y="53709"/>
                    <a:pt x="19119" y="53709"/>
                    <a:pt x="19180" y="53709"/>
                  </a:cubicBezTo>
                  <a:cubicBezTo>
                    <a:pt x="19332" y="53709"/>
                    <a:pt x="19514" y="53618"/>
                    <a:pt x="19545" y="53406"/>
                  </a:cubicBezTo>
                  <a:cubicBezTo>
                    <a:pt x="19636" y="53193"/>
                    <a:pt x="19514" y="52950"/>
                    <a:pt x="19302" y="52889"/>
                  </a:cubicBezTo>
                  <a:cubicBezTo>
                    <a:pt x="19247" y="52868"/>
                    <a:pt x="19194" y="52859"/>
                    <a:pt x="19143" y="52859"/>
                  </a:cubicBezTo>
                  <a:close/>
                  <a:moveTo>
                    <a:pt x="33229" y="53605"/>
                  </a:moveTo>
                  <a:cubicBezTo>
                    <a:pt x="33197" y="53605"/>
                    <a:pt x="33164" y="53609"/>
                    <a:pt x="33132" y="53618"/>
                  </a:cubicBezTo>
                  <a:cubicBezTo>
                    <a:pt x="32889" y="53649"/>
                    <a:pt x="32797" y="53861"/>
                    <a:pt x="32828" y="54105"/>
                  </a:cubicBezTo>
                  <a:cubicBezTo>
                    <a:pt x="32856" y="54271"/>
                    <a:pt x="33010" y="54412"/>
                    <a:pt x="33176" y="54412"/>
                  </a:cubicBezTo>
                  <a:cubicBezTo>
                    <a:pt x="33191" y="54412"/>
                    <a:pt x="33207" y="54411"/>
                    <a:pt x="33223" y="54409"/>
                  </a:cubicBezTo>
                  <a:lnTo>
                    <a:pt x="33314" y="54409"/>
                  </a:lnTo>
                  <a:cubicBezTo>
                    <a:pt x="33496" y="54378"/>
                    <a:pt x="33648" y="54135"/>
                    <a:pt x="33618" y="53922"/>
                  </a:cubicBezTo>
                  <a:cubicBezTo>
                    <a:pt x="33592" y="53742"/>
                    <a:pt x="33413" y="53605"/>
                    <a:pt x="33229" y="53605"/>
                  </a:cubicBezTo>
                  <a:close/>
                  <a:moveTo>
                    <a:pt x="21866" y="53622"/>
                  </a:moveTo>
                  <a:cubicBezTo>
                    <a:pt x="21685" y="53622"/>
                    <a:pt x="21539" y="53758"/>
                    <a:pt x="21490" y="53953"/>
                  </a:cubicBezTo>
                  <a:cubicBezTo>
                    <a:pt x="21429" y="54165"/>
                    <a:pt x="21581" y="54409"/>
                    <a:pt x="21794" y="54439"/>
                  </a:cubicBezTo>
                  <a:cubicBezTo>
                    <a:pt x="21855" y="54439"/>
                    <a:pt x="21885" y="54439"/>
                    <a:pt x="21885" y="54469"/>
                  </a:cubicBezTo>
                  <a:cubicBezTo>
                    <a:pt x="22068" y="54469"/>
                    <a:pt x="22250" y="54317"/>
                    <a:pt x="22311" y="54135"/>
                  </a:cubicBezTo>
                  <a:cubicBezTo>
                    <a:pt x="22372" y="53922"/>
                    <a:pt x="22220" y="53679"/>
                    <a:pt x="22007" y="53649"/>
                  </a:cubicBezTo>
                  <a:cubicBezTo>
                    <a:pt x="21958" y="53630"/>
                    <a:pt x="21911" y="53622"/>
                    <a:pt x="21866" y="53622"/>
                  </a:cubicBezTo>
                  <a:close/>
                  <a:moveTo>
                    <a:pt x="24743" y="54074"/>
                  </a:moveTo>
                  <a:cubicBezTo>
                    <a:pt x="24499" y="54074"/>
                    <a:pt x="24317" y="54226"/>
                    <a:pt x="24287" y="54439"/>
                  </a:cubicBezTo>
                  <a:cubicBezTo>
                    <a:pt x="24287" y="54682"/>
                    <a:pt x="24439" y="54865"/>
                    <a:pt x="24651" y="54895"/>
                  </a:cubicBezTo>
                  <a:lnTo>
                    <a:pt x="24682" y="54895"/>
                  </a:lnTo>
                  <a:cubicBezTo>
                    <a:pt x="24925" y="54895"/>
                    <a:pt x="25077" y="54743"/>
                    <a:pt x="25107" y="54530"/>
                  </a:cubicBezTo>
                  <a:cubicBezTo>
                    <a:pt x="25107" y="54287"/>
                    <a:pt x="24955" y="54105"/>
                    <a:pt x="24743" y="54074"/>
                  </a:cubicBezTo>
                  <a:close/>
                  <a:moveTo>
                    <a:pt x="30471" y="54064"/>
                  </a:moveTo>
                  <a:cubicBezTo>
                    <a:pt x="30446" y="54064"/>
                    <a:pt x="30421" y="54067"/>
                    <a:pt x="30396" y="54074"/>
                  </a:cubicBezTo>
                  <a:cubicBezTo>
                    <a:pt x="30153" y="54105"/>
                    <a:pt x="29971" y="54287"/>
                    <a:pt x="30001" y="54530"/>
                  </a:cubicBezTo>
                  <a:cubicBezTo>
                    <a:pt x="30031" y="54713"/>
                    <a:pt x="30244" y="54895"/>
                    <a:pt x="30427" y="54895"/>
                  </a:cubicBezTo>
                  <a:lnTo>
                    <a:pt x="30457" y="54895"/>
                  </a:lnTo>
                  <a:cubicBezTo>
                    <a:pt x="30700" y="54865"/>
                    <a:pt x="30882" y="54682"/>
                    <a:pt x="30852" y="54439"/>
                  </a:cubicBezTo>
                  <a:cubicBezTo>
                    <a:pt x="30825" y="54251"/>
                    <a:pt x="30657" y="54064"/>
                    <a:pt x="30471" y="54064"/>
                  </a:cubicBezTo>
                  <a:close/>
                  <a:moveTo>
                    <a:pt x="27539" y="54226"/>
                  </a:moveTo>
                  <a:cubicBezTo>
                    <a:pt x="27326" y="54226"/>
                    <a:pt x="27113" y="54409"/>
                    <a:pt x="27113" y="54621"/>
                  </a:cubicBezTo>
                  <a:cubicBezTo>
                    <a:pt x="27113" y="54865"/>
                    <a:pt x="27326" y="55047"/>
                    <a:pt x="27539" y="55047"/>
                  </a:cubicBezTo>
                  <a:lnTo>
                    <a:pt x="27630" y="55047"/>
                  </a:lnTo>
                  <a:cubicBezTo>
                    <a:pt x="27843" y="55047"/>
                    <a:pt x="28025" y="54865"/>
                    <a:pt x="28025" y="54621"/>
                  </a:cubicBezTo>
                  <a:cubicBezTo>
                    <a:pt x="28025" y="54409"/>
                    <a:pt x="27843" y="54226"/>
                    <a:pt x="27630" y="542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0"/>
            <p:cNvSpPr/>
            <p:nvPr/>
          </p:nvSpPr>
          <p:spPr>
            <a:xfrm>
              <a:off x="4773150" y="4117125"/>
              <a:ext cx="1212050" cy="1210775"/>
            </a:xfrm>
            <a:custGeom>
              <a:avLst/>
              <a:gdLst/>
              <a:ahLst/>
              <a:cxnLst/>
              <a:rect l="l" t="t" r="r" b="b"/>
              <a:pathLst>
                <a:path w="48482" h="48431" extrusionOk="0">
                  <a:moveTo>
                    <a:pt x="22737" y="10"/>
                  </a:moveTo>
                  <a:cubicBezTo>
                    <a:pt x="22524" y="41"/>
                    <a:pt x="22341" y="223"/>
                    <a:pt x="22341" y="497"/>
                  </a:cubicBezTo>
                  <a:cubicBezTo>
                    <a:pt x="22341" y="710"/>
                    <a:pt x="22554" y="922"/>
                    <a:pt x="22797" y="922"/>
                  </a:cubicBezTo>
                  <a:lnTo>
                    <a:pt x="22828" y="922"/>
                  </a:lnTo>
                  <a:cubicBezTo>
                    <a:pt x="23041" y="862"/>
                    <a:pt x="23253" y="679"/>
                    <a:pt x="23253" y="406"/>
                  </a:cubicBezTo>
                  <a:cubicBezTo>
                    <a:pt x="23192" y="193"/>
                    <a:pt x="23010" y="10"/>
                    <a:pt x="22737" y="10"/>
                  </a:cubicBezTo>
                  <a:close/>
                  <a:moveTo>
                    <a:pt x="25539" y="0"/>
                  </a:moveTo>
                  <a:cubicBezTo>
                    <a:pt x="25327" y="0"/>
                    <a:pt x="25138" y="191"/>
                    <a:pt x="25138" y="406"/>
                  </a:cubicBezTo>
                  <a:cubicBezTo>
                    <a:pt x="25107" y="679"/>
                    <a:pt x="25290" y="922"/>
                    <a:pt x="25563" y="922"/>
                  </a:cubicBezTo>
                  <a:cubicBezTo>
                    <a:pt x="25837" y="922"/>
                    <a:pt x="26050" y="710"/>
                    <a:pt x="26050" y="497"/>
                  </a:cubicBezTo>
                  <a:cubicBezTo>
                    <a:pt x="26080" y="223"/>
                    <a:pt x="25898" y="10"/>
                    <a:pt x="25624" y="10"/>
                  </a:cubicBezTo>
                  <a:cubicBezTo>
                    <a:pt x="25596" y="3"/>
                    <a:pt x="25567" y="0"/>
                    <a:pt x="25539" y="0"/>
                  </a:cubicBezTo>
                  <a:close/>
                  <a:moveTo>
                    <a:pt x="28365" y="301"/>
                  </a:moveTo>
                  <a:cubicBezTo>
                    <a:pt x="28149" y="301"/>
                    <a:pt x="27991" y="446"/>
                    <a:pt x="27965" y="679"/>
                  </a:cubicBezTo>
                  <a:cubicBezTo>
                    <a:pt x="27904" y="953"/>
                    <a:pt x="28056" y="1166"/>
                    <a:pt x="28329" y="1226"/>
                  </a:cubicBezTo>
                  <a:cubicBezTo>
                    <a:pt x="28329" y="1242"/>
                    <a:pt x="28337" y="1249"/>
                    <a:pt x="28348" y="1249"/>
                  </a:cubicBezTo>
                  <a:cubicBezTo>
                    <a:pt x="28360" y="1249"/>
                    <a:pt x="28375" y="1242"/>
                    <a:pt x="28390" y="1226"/>
                  </a:cubicBezTo>
                  <a:cubicBezTo>
                    <a:pt x="28633" y="1226"/>
                    <a:pt x="28816" y="1074"/>
                    <a:pt x="28876" y="831"/>
                  </a:cubicBezTo>
                  <a:cubicBezTo>
                    <a:pt x="28907" y="558"/>
                    <a:pt x="28755" y="345"/>
                    <a:pt x="28481" y="314"/>
                  </a:cubicBezTo>
                  <a:cubicBezTo>
                    <a:pt x="28441" y="305"/>
                    <a:pt x="28402" y="301"/>
                    <a:pt x="28365" y="301"/>
                  </a:cubicBezTo>
                  <a:close/>
                  <a:moveTo>
                    <a:pt x="19948" y="341"/>
                  </a:moveTo>
                  <a:cubicBezTo>
                    <a:pt x="19926" y="341"/>
                    <a:pt x="19903" y="342"/>
                    <a:pt x="19879" y="345"/>
                  </a:cubicBezTo>
                  <a:cubicBezTo>
                    <a:pt x="19636" y="375"/>
                    <a:pt x="19484" y="618"/>
                    <a:pt x="19515" y="862"/>
                  </a:cubicBezTo>
                  <a:cubicBezTo>
                    <a:pt x="19545" y="1105"/>
                    <a:pt x="19788" y="1257"/>
                    <a:pt x="19971" y="1257"/>
                  </a:cubicBezTo>
                  <a:lnTo>
                    <a:pt x="20031" y="1257"/>
                  </a:lnTo>
                  <a:cubicBezTo>
                    <a:pt x="20305" y="1226"/>
                    <a:pt x="20457" y="983"/>
                    <a:pt x="20426" y="710"/>
                  </a:cubicBezTo>
                  <a:cubicBezTo>
                    <a:pt x="20399" y="487"/>
                    <a:pt x="20193" y="341"/>
                    <a:pt x="19948" y="341"/>
                  </a:cubicBezTo>
                  <a:close/>
                  <a:moveTo>
                    <a:pt x="17223" y="1000"/>
                  </a:moveTo>
                  <a:cubicBezTo>
                    <a:pt x="17187" y="1000"/>
                    <a:pt x="17150" y="1004"/>
                    <a:pt x="17113" y="1014"/>
                  </a:cubicBezTo>
                  <a:cubicBezTo>
                    <a:pt x="16901" y="1105"/>
                    <a:pt x="16749" y="1348"/>
                    <a:pt x="16809" y="1591"/>
                  </a:cubicBezTo>
                  <a:cubicBezTo>
                    <a:pt x="16840" y="1773"/>
                    <a:pt x="17053" y="1895"/>
                    <a:pt x="17235" y="1895"/>
                  </a:cubicBezTo>
                  <a:lnTo>
                    <a:pt x="17387" y="1895"/>
                  </a:lnTo>
                  <a:cubicBezTo>
                    <a:pt x="17600" y="1834"/>
                    <a:pt x="17782" y="1561"/>
                    <a:pt x="17691" y="1318"/>
                  </a:cubicBezTo>
                  <a:cubicBezTo>
                    <a:pt x="17613" y="1137"/>
                    <a:pt x="17426" y="1000"/>
                    <a:pt x="17223" y="1000"/>
                  </a:cubicBezTo>
                  <a:close/>
                  <a:moveTo>
                    <a:pt x="31148" y="970"/>
                  </a:moveTo>
                  <a:cubicBezTo>
                    <a:pt x="30957" y="970"/>
                    <a:pt x="30752" y="1106"/>
                    <a:pt x="30700" y="1287"/>
                  </a:cubicBezTo>
                  <a:cubicBezTo>
                    <a:pt x="30609" y="1530"/>
                    <a:pt x="30761" y="1773"/>
                    <a:pt x="31004" y="1865"/>
                  </a:cubicBezTo>
                  <a:cubicBezTo>
                    <a:pt x="31065" y="1895"/>
                    <a:pt x="31095" y="1895"/>
                    <a:pt x="31156" y="1895"/>
                  </a:cubicBezTo>
                  <a:cubicBezTo>
                    <a:pt x="31339" y="1895"/>
                    <a:pt x="31491" y="1743"/>
                    <a:pt x="31551" y="1561"/>
                  </a:cubicBezTo>
                  <a:cubicBezTo>
                    <a:pt x="31642" y="1318"/>
                    <a:pt x="31491" y="1074"/>
                    <a:pt x="31247" y="983"/>
                  </a:cubicBezTo>
                  <a:cubicBezTo>
                    <a:pt x="31215" y="974"/>
                    <a:pt x="31182" y="970"/>
                    <a:pt x="31148" y="970"/>
                  </a:cubicBezTo>
                  <a:close/>
                  <a:moveTo>
                    <a:pt x="33799" y="1968"/>
                  </a:moveTo>
                  <a:cubicBezTo>
                    <a:pt x="33632" y="1968"/>
                    <a:pt x="33463" y="2075"/>
                    <a:pt x="33375" y="2229"/>
                  </a:cubicBezTo>
                  <a:cubicBezTo>
                    <a:pt x="33284" y="2473"/>
                    <a:pt x="33375" y="2746"/>
                    <a:pt x="33618" y="2837"/>
                  </a:cubicBezTo>
                  <a:cubicBezTo>
                    <a:pt x="33643" y="2837"/>
                    <a:pt x="33706" y="2876"/>
                    <a:pt x="33761" y="2876"/>
                  </a:cubicBezTo>
                  <a:cubicBezTo>
                    <a:pt x="33775" y="2876"/>
                    <a:pt x="33788" y="2874"/>
                    <a:pt x="33801" y="2868"/>
                  </a:cubicBezTo>
                  <a:cubicBezTo>
                    <a:pt x="33983" y="2868"/>
                    <a:pt x="34135" y="2807"/>
                    <a:pt x="34226" y="2625"/>
                  </a:cubicBezTo>
                  <a:cubicBezTo>
                    <a:pt x="34317" y="2381"/>
                    <a:pt x="34226" y="2108"/>
                    <a:pt x="33983" y="2017"/>
                  </a:cubicBezTo>
                  <a:cubicBezTo>
                    <a:pt x="33925" y="1983"/>
                    <a:pt x="33862" y="1968"/>
                    <a:pt x="33799" y="1968"/>
                  </a:cubicBezTo>
                  <a:close/>
                  <a:moveTo>
                    <a:pt x="14622" y="1968"/>
                  </a:moveTo>
                  <a:cubicBezTo>
                    <a:pt x="14559" y="1968"/>
                    <a:pt x="14497" y="1983"/>
                    <a:pt x="14439" y="2017"/>
                  </a:cubicBezTo>
                  <a:cubicBezTo>
                    <a:pt x="14195" y="2138"/>
                    <a:pt x="14074" y="2381"/>
                    <a:pt x="14195" y="2625"/>
                  </a:cubicBezTo>
                  <a:cubicBezTo>
                    <a:pt x="14287" y="2807"/>
                    <a:pt x="14439" y="2898"/>
                    <a:pt x="14621" y="2898"/>
                  </a:cubicBezTo>
                  <a:cubicBezTo>
                    <a:pt x="14682" y="2898"/>
                    <a:pt x="14712" y="2898"/>
                    <a:pt x="14803" y="2837"/>
                  </a:cubicBezTo>
                  <a:cubicBezTo>
                    <a:pt x="15046" y="2746"/>
                    <a:pt x="15138" y="2473"/>
                    <a:pt x="15046" y="2229"/>
                  </a:cubicBezTo>
                  <a:cubicBezTo>
                    <a:pt x="14958" y="2075"/>
                    <a:pt x="14789" y="1968"/>
                    <a:pt x="14622" y="1968"/>
                  </a:cubicBezTo>
                  <a:close/>
                  <a:moveTo>
                    <a:pt x="12107" y="3285"/>
                  </a:moveTo>
                  <a:cubicBezTo>
                    <a:pt x="12022" y="3285"/>
                    <a:pt x="11934" y="3309"/>
                    <a:pt x="11855" y="3354"/>
                  </a:cubicBezTo>
                  <a:cubicBezTo>
                    <a:pt x="11642" y="3445"/>
                    <a:pt x="11581" y="3719"/>
                    <a:pt x="11703" y="3962"/>
                  </a:cubicBezTo>
                  <a:cubicBezTo>
                    <a:pt x="11794" y="4114"/>
                    <a:pt x="11946" y="4175"/>
                    <a:pt x="12068" y="4175"/>
                  </a:cubicBezTo>
                  <a:cubicBezTo>
                    <a:pt x="12159" y="4175"/>
                    <a:pt x="12220" y="4144"/>
                    <a:pt x="12311" y="4114"/>
                  </a:cubicBezTo>
                  <a:cubicBezTo>
                    <a:pt x="12524" y="3992"/>
                    <a:pt x="12554" y="3719"/>
                    <a:pt x="12463" y="3506"/>
                  </a:cubicBezTo>
                  <a:cubicBezTo>
                    <a:pt x="12386" y="3353"/>
                    <a:pt x="12250" y="3285"/>
                    <a:pt x="12107" y="3285"/>
                  </a:cubicBezTo>
                  <a:close/>
                  <a:moveTo>
                    <a:pt x="36263" y="3271"/>
                  </a:moveTo>
                  <a:cubicBezTo>
                    <a:pt x="36111" y="3271"/>
                    <a:pt x="35956" y="3352"/>
                    <a:pt x="35898" y="3506"/>
                  </a:cubicBezTo>
                  <a:cubicBezTo>
                    <a:pt x="35746" y="3688"/>
                    <a:pt x="35807" y="3992"/>
                    <a:pt x="36050" y="4114"/>
                  </a:cubicBezTo>
                  <a:cubicBezTo>
                    <a:pt x="36111" y="4144"/>
                    <a:pt x="36202" y="4144"/>
                    <a:pt x="36263" y="4175"/>
                  </a:cubicBezTo>
                  <a:cubicBezTo>
                    <a:pt x="36415" y="4175"/>
                    <a:pt x="36567" y="4114"/>
                    <a:pt x="36658" y="3962"/>
                  </a:cubicBezTo>
                  <a:cubicBezTo>
                    <a:pt x="36810" y="3749"/>
                    <a:pt x="36719" y="3445"/>
                    <a:pt x="36506" y="3354"/>
                  </a:cubicBezTo>
                  <a:cubicBezTo>
                    <a:pt x="36439" y="3298"/>
                    <a:pt x="36352" y="3271"/>
                    <a:pt x="36263" y="3271"/>
                  </a:cubicBezTo>
                  <a:close/>
                  <a:moveTo>
                    <a:pt x="38643" y="4807"/>
                  </a:moveTo>
                  <a:cubicBezTo>
                    <a:pt x="38500" y="4807"/>
                    <a:pt x="38355" y="4861"/>
                    <a:pt x="38269" y="4965"/>
                  </a:cubicBezTo>
                  <a:cubicBezTo>
                    <a:pt x="38117" y="5178"/>
                    <a:pt x="38178" y="5482"/>
                    <a:pt x="38360" y="5634"/>
                  </a:cubicBezTo>
                  <a:cubicBezTo>
                    <a:pt x="38451" y="5694"/>
                    <a:pt x="38512" y="5725"/>
                    <a:pt x="38633" y="5725"/>
                  </a:cubicBezTo>
                  <a:cubicBezTo>
                    <a:pt x="38785" y="5725"/>
                    <a:pt x="38937" y="5664"/>
                    <a:pt x="38998" y="5543"/>
                  </a:cubicBezTo>
                  <a:cubicBezTo>
                    <a:pt x="39150" y="5360"/>
                    <a:pt x="39120" y="5056"/>
                    <a:pt x="38937" y="4904"/>
                  </a:cubicBezTo>
                  <a:cubicBezTo>
                    <a:pt x="38859" y="4839"/>
                    <a:pt x="38751" y="4807"/>
                    <a:pt x="38643" y="4807"/>
                  </a:cubicBezTo>
                  <a:close/>
                  <a:moveTo>
                    <a:pt x="9756" y="4840"/>
                  </a:moveTo>
                  <a:cubicBezTo>
                    <a:pt x="9657" y="4840"/>
                    <a:pt x="9560" y="4871"/>
                    <a:pt x="9484" y="4935"/>
                  </a:cubicBezTo>
                  <a:cubicBezTo>
                    <a:pt x="9302" y="5087"/>
                    <a:pt x="9271" y="5391"/>
                    <a:pt x="9423" y="5573"/>
                  </a:cubicBezTo>
                  <a:cubicBezTo>
                    <a:pt x="9484" y="5694"/>
                    <a:pt x="9636" y="5786"/>
                    <a:pt x="9788" y="5786"/>
                  </a:cubicBezTo>
                  <a:cubicBezTo>
                    <a:pt x="9879" y="5786"/>
                    <a:pt x="9970" y="5725"/>
                    <a:pt x="10062" y="5664"/>
                  </a:cubicBezTo>
                  <a:cubicBezTo>
                    <a:pt x="10244" y="5512"/>
                    <a:pt x="10274" y="5208"/>
                    <a:pt x="10122" y="5026"/>
                  </a:cubicBezTo>
                  <a:cubicBezTo>
                    <a:pt x="10034" y="4902"/>
                    <a:pt x="9893" y="4840"/>
                    <a:pt x="9756" y="4840"/>
                  </a:cubicBezTo>
                  <a:close/>
                  <a:moveTo>
                    <a:pt x="7645" y="6690"/>
                  </a:moveTo>
                  <a:cubicBezTo>
                    <a:pt x="7531" y="6690"/>
                    <a:pt x="7417" y="6743"/>
                    <a:pt x="7326" y="6850"/>
                  </a:cubicBezTo>
                  <a:cubicBezTo>
                    <a:pt x="7144" y="7032"/>
                    <a:pt x="7144" y="7305"/>
                    <a:pt x="7326" y="7488"/>
                  </a:cubicBezTo>
                  <a:cubicBezTo>
                    <a:pt x="7387" y="7549"/>
                    <a:pt x="7508" y="7609"/>
                    <a:pt x="7660" y="7609"/>
                  </a:cubicBezTo>
                  <a:cubicBezTo>
                    <a:pt x="7782" y="7609"/>
                    <a:pt x="7903" y="7549"/>
                    <a:pt x="7964" y="7488"/>
                  </a:cubicBezTo>
                  <a:cubicBezTo>
                    <a:pt x="8147" y="7305"/>
                    <a:pt x="8147" y="7032"/>
                    <a:pt x="7964" y="6850"/>
                  </a:cubicBezTo>
                  <a:cubicBezTo>
                    <a:pt x="7873" y="6743"/>
                    <a:pt x="7759" y="6690"/>
                    <a:pt x="7645" y="6690"/>
                  </a:cubicBezTo>
                  <a:close/>
                  <a:moveTo>
                    <a:pt x="40776" y="6652"/>
                  </a:moveTo>
                  <a:cubicBezTo>
                    <a:pt x="40662" y="6652"/>
                    <a:pt x="40548" y="6698"/>
                    <a:pt x="40457" y="6789"/>
                  </a:cubicBezTo>
                  <a:cubicBezTo>
                    <a:pt x="40275" y="7001"/>
                    <a:pt x="40275" y="7245"/>
                    <a:pt x="40457" y="7457"/>
                  </a:cubicBezTo>
                  <a:cubicBezTo>
                    <a:pt x="40518" y="7518"/>
                    <a:pt x="40640" y="7549"/>
                    <a:pt x="40761" y="7609"/>
                  </a:cubicBezTo>
                  <a:cubicBezTo>
                    <a:pt x="40913" y="7609"/>
                    <a:pt x="41035" y="7518"/>
                    <a:pt x="41096" y="7457"/>
                  </a:cubicBezTo>
                  <a:cubicBezTo>
                    <a:pt x="41278" y="7245"/>
                    <a:pt x="41278" y="7001"/>
                    <a:pt x="41096" y="6789"/>
                  </a:cubicBezTo>
                  <a:cubicBezTo>
                    <a:pt x="41004" y="6698"/>
                    <a:pt x="40890" y="6652"/>
                    <a:pt x="40776" y="6652"/>
                  </a:cubicBezTo>
                  <a:close/>
                  <a:moveTo>
                    <a:pt x="42685" y="8728"/>
                  </a:moveTo>
                  <a:cubicBezTo>
                    <a:pt x="42583" y="8728"/>
                    <a:pt x="42481" y="8760"/>
                    <a:pt x="42403" y="8825"/>
                  </a:cubicBezTo>
                  <a:cubicBezTo>
                    <a:pt x="42190" y="8977"/>
                    <a:pt x="42159" y="9281"/>
                    <a:pt x="42311" y="9464"/>
                  </a:cubicBezTo>
                  <a:cubicBezTo>
                    <a:pt x="42433" y="9585"/>
                    <a:pt x="42555" y="9646"/>
                    <a:pt x="42646" y="9646"/>
                  </a:cubicBezTo>
                  <a:cubicBezTo>
                    <a:pt x="42767" y="9646"/>
                    <a:pt x="42889" y="9616"/>
                    <a:pt x="42950" y="9524"/>
                  </a:cubicBezTo>
                  <a:cubicBezTo>
                    <a:pt x="43162" y="9372"/>
                    <a:pt x="43193" y="9068"/>
                    <a:pt x="43041" y="8886"/>
                  </a:cubicBezTo>
                  <a:cubicBezTo>
                    <a:pt x="42955" y="8782"/>
                    <a:pt x="42819" y="8728"/>
                    <a:pt x="42685" y="8728"/>
                  </a:cubicBezTo>
                  <a:close/>
                  <a:moveTo>
                    <a:pt x="5736" y="8758"/>
                  </a:moveTo>
                  <a:cubicBezTo>
                    <a:pt x="5602" y="8758"/>
                    <a:pt x="5467" y="8813"/>
                    <a:pt x="5381" y="8916"/>
                  </a:cubicBezTo>
                  <a:cubicBezTo>
                    <a:pt x="5229" y="9129"/>
                    <a:pt x="5259" y="9433"/>
                    <a:pt x="5472" y="9585"/>
                  </a:cubicBezTo>
                  <a:cubicBezTo>
                    <a:pt x="5516" y="9630"/>
                    <a:pt x="5593" y="9658"/>
                    <a:pt x="5679" y="9658"/>
                  </a:cubicBezTo>
                  <a:cubicBezTo>
                    <a:pt x="5711" y="9658"/>
                    <a:pt x="5743" y="9654"/>
                    <a:pt x="5776" y="9646"/>
                  </a:cubicBezTo>
                  <a:cubicBezTo>
                    <a:pt x="5867" y="9646"/>
                    <a:pt x="6019" y="9616"/>
                    <a:pt x="6110" y="9494"/>
                  </a:cubicBezTo>
                  <a:cubicBezTo>
                    <a:pt x="6262" y="9312"/>
                    <a:pt x="6232" y="9008"/>
                    <a:pt x="6019" y="8856"/>
                  </a:cubicBezTo>
                  <a:cubicBezTo>
                    <a:pt x="5940" y="8790"/>
                    <a:pt x="5839" y="8758"/>
                    <a:pt x="5736" y="8758"/>
                  </a:cubicBezTo>
                  <a:close/>
                  <a:moveTo>
                    <a:pt x="44337" y="10969"/>
                  </a:moveTo>
                  <a:cubicBezTo>
                    <a:pt x="44257" y="10969"/>
                    <a:pt x="44177" y="10992"/>
                    <a:pt x="44105" y="11044"/>
                  </a:cubicBezTo>
                  <a:cubicBezTo>
                    <a:pt x="43862" y="11196"/>
                    <a:pt x="43801" y="11470"/>
                    <a:pt x="43953" y="11713"/>
                  </a:cubicBezTo>
                  <a:cubicBezTo>
                    <a:pt x="44014" y="11865"/>
                    <a:pt x="44166" y="11926"/>
                    <a:pt x="44378" y="11926"/>
                  </a:cubicBezTo>
                  <a:cubicBezTo>
                    <a:pt x="44439" y="11926"/>
                    <a:pt x="44530" y="11895"/>
                    <a:pt x="44591" y="11865"/>
                  </a:cubicBezTo>
                  <a:cubicBezTo>
                    <a:pt x="44834" y="11713"/>
                    <a:pt x="44895" y="11439"/>
                    <a:pt x="44743" y="11196"/>
                  </a:cubicBezTo>
                  <a:cubicBezTo>
                    <a:pt x="44643" y="11056"/>
                    <a:pt x="44490" y="10969"/>
                    <a:pt x="44337" y="10969"/>
                  </a:cubicBezTo>
                  <a:close/>
                  <a:moveTo>
                    <a:pt x="4094" y="11066"/>
                  </a:moveTo>
                  <a:cubicBezTo>
                    <a:pt x="3948" y="11066"/>
                    <a:pt x="3804" y="11135"/>
                    <a:pt x="3709" y="11287"/>
                  </a:cubicBezTo>
                  <a:cubicBezTo>
                    <a:pt x="3587" y="11500"/>
                    <a:pt x="3648" y="11774"/>
                    <a:pt x="3861" y="11926"/>
                  </a:cubicBezTo>
                  <a:cubicBezTo>
                    <a:pt x="3952" y="11956"/>
                    <a:pt x="4013" y="11956"/>
                    <a:pt x="4134" y="12017"/>
                  </a:cubicBezTo>
                  <a:cubicBezTo>
                    <a:pt x="4286" y="12017"/>
                    <a:pt x="4438" y="11926"/>
                    <a:pt x="4499" y="11774"/>
                  </a:cubicBezTo>
                  <a:cubicBezTo>
                    <a:pt x="4621" y="11561"/>
                    <a:pt x="4590" y="11287"/>
                    <a:pt x="4347" y="11135"/>
                  </a:cubicBezTo>
                  <a:cubicBezTo>
                    <a:pt x="4268" y="11090"/>
                    <a:pt x="4180" y="11066"/>
                    <a:pt x="4094" y="11066"/>
                  </a:cubicBezTo>
                  <a:close/>
                  <a:moveTo>
                    <a:pt x="45687" y="13471"/>
                  </a:moveTo>
                  <a:cubicBezTo>
                    <a:pt x="45627" y="13471"/>
                    <a:pt x="45565" y="13483"/>
                    <a:pt x="45503" y="13506"/>
                  </a:cubicBezTo>
                  <a:cubicBezTo>
                    <a:pt x="45290" y="13628"/>
                    <a:pt x="45169" y="13901"/>
                    <a:pt x="45290" y="14144"/>
                  </a:cubicBezTo>
                  <a:cubicBezTo>
                    <a:pt x="45351" y="14296"/>
                    <a:pt x="45503" y="14388"/>
                    <a:pt x="45685" y="14388"/>
                  </a:cubicBezTo>
                  <a:cubicBezTo>
                    <a:pt x="45776" y="14388"/>
                    <a:pt x="45807" y="14388"/>
                    <a:pt x="45898" y="14357"/>
                  </a:cubicBezTo>
                  <a:cubicBezTo>
                    <a:pt x="46111" y="14236"/>
                    <a:pt x="46232" y="13992"/>
                    <a:pt x="46111" y="13749"/>
                  </a:cubicBezTo>
                  <a:cubicBezTo>
                    <a:pt x="46020" y="13568"/>
                    <a:pt x="45862" y="13471"/>
                    <a:pt x="45687" y="13471"/>
                  </a:cubicBezTo>
                  <a:close/>
                  <a:moveTo>
                    <a:pt x="2722" y="13519"/>
                  </a:moveTo>
                  <a:cubicBezTo>
                    <a:pt x="2552" y="13519"/>
                    <a:pt x="2399" y="13625"/>
                    <a:pt x="2311" y="13780"/>
                  </a:cubicBezTo>
                  <a:cubicBezTo>
                    <a:pt x="2189" y="14023"/>
                    <a:pt x="2311" y="14296"/>
                    <a:pt x="2523" y="14388"/>
                  </a:cubicBezTo>
                  <a:cubicBezTo>
                    <a:pt x="2615" y="14448"/>
                    <a:pt x="2675" y="14448"/>
                    <a:pt x="2736" y="14448"/>
                  </a:cubicBezTo>
                  <a:cubicBezTo>
                    <a:pt x="2919" y="14448"/>
                    <a:pt x="3071" y="14327"/>
                    <a:pt x="3131" y="14175"/>
                  </a:cubicBezTo>
                  <a:cubicBezTo>
                    <a:pt x="3253" y="13932"/>
                    <a:pt x="3131" y="13689"/>
                    <a:pt x="2919" y="13567"/>
                  </a:cubicBezTo>
                  <a:cubicBezTo>
                    <a:pt x="2852" y="13534"/>
                    <a:pt x="2786" y="13519"/>
                    <a:pt x="2722" y="13519"/>
                  </a:cubicBezTo>
                  <a:close/>
                  <a:moveTo>
                    <a:pt x="46757" y="16090"/>
                  </a:moveTo>
                  <a:cubicBezTo>
                    <a:pt x="46705" y="16090"/>
                    <a:pt x="46651" y="16100"/>
                    <a:pt x="46597" y="16120"/>
                  </a:cubicBezTo>
                  <a:cubicBezTo>
                    <a:pt x="46354" y="16181"/>
                    <a:pt x="46232" y="16455"/>
                    <a:pt x="46293" y="16667"/>
                  </a:cubicBezTo>
                  <a:cubicBezTo>
                    <a:pt x="46384" y="16880"/>
                    <a:pt x="46567" y="16971"/>
                    <a:pt x="46719" y="17032"/>
                  </a:cubicBezTo>
                  <a:cubicBezTo>
                    <a:pt x="46749" y="17032"/>
                    <a:pt x="46840" y="16971"/>
                    <a:pt x="46871" y="16971"/>
                  </a:cubicBezTo>
                  <a:cubicBezTo>
                    <a:pt x="47144" y="16910"/>
                    <a:pt x="47235" y="16637"/>
                    <a:pt x="47175" y="16424"/>
                  </a:cubicBezTo>
                  <a:cubicBezTo>
                    <a:pt x="47104" y="16211"/>
                    <a:pt x="46941" y="16090"/>
                    <a:pt x="46757" y="16090"/>
                  </a:cubicBezTo>
                  <a:close/>
                  <a:moveTo>
                    <a:pt x="1713" y="16167"/>
                  </a:moveTo>
                  <a:cubicBezTo>
                    <a:pt x="1503" y="16167"/>
                    <a:pt x="1298" y="16304"/>
                    <a:pt x="1247" y="16485"/>
                  </a:cubicBezTo>
                  <a:cubicBezTo>
                    <a:pt x="1156" y="16728"/>
                    <a:pt x="1308" y="16971"/>
                    <a:pt x="1551" y="17062"/>
                  </a:cubicBezTo>
                  <a:lnTo>
                    <a:pt x="1703" y="17062"/>
                  </a:lnTo>
                  <a:cubicBezTo>
                    <a:pt x="1885" y="17062"/>
                    <a:pt x="2037" y="16941"/>
                    <a:pt x="2128" y="16759"/>
                  </a:cubicBezTo>
                  <a:cubicBezTo>
                    <a:pt x="2189" y="16515"/>
                    <a:pt x="2037" y="16272"/>
                    <a:pt x="1824" y="16181"/>
                  </a:cubicBezTo>
                  <a:cubicBezTo>
                    <a:pt x="1788" y="16172"/>
                    <a:pt x="1750" y="16167"/>
                    <a:pt x="1713" y="16167"/>
                  </a:cubicBezTo>
                  <a:close/>
                  <a:moveTo>
                    <a:pt x="47457" y="18791"/>
                  </a:moveTo>
                  <a:cubicBezTo>
                    <a:pt x="47434" y="18791"/>
                    <a:pt x="47411" y="18792"/>
                    <a:pt x="47387" y="18795"/>
                  </a:cubicBezTo>
                  <a:cubicBezTo>
                    <a:pt x="47175" y="18856"/>
                    <a:pt x="47023" y="19099"/>
                    <a:pt x="47053" y="19342"/>
                  </a:cubicBezTo>
                  <a:cubicBezTo>
                    <a:pt x="47109" y="19537"/>
                    <a:pt x="47266" y="19680"/>
                    <a:pt x="47432" y="19680"/>
                  </a:cubicBezTo>
                  <a:cubicBezTo>
                    <a:pt x="47447" y="19680"/>
                    <a:pt x="47463" y="19679"/>
                    <a:pt x="47479" y="19676"/>
                  </a:cubicBezTo>
                  <a:lnTo>
                    <a:pt x="47600" y="19676"/>
                  </a:lnTo>
                  <a:cubicBezTo>
                    <a:pt x="47813" y="19646"/>
                    <a:pt x="47965" y="19373"/>
                    <a:pt x="47935" y="19160"/>
                  </a:cubicBezTo>
                  <a:cubicBezTo>
                    <a:pt x="47907" y="18937"/>
                    <a:pt x="47701" y="18791"/>
                    <a:pt x="47457" y="18791"/>
                  </a:cubicBezTo>
                  <a:close/>
                  <a:moveTo>
                    <a:pt x="944" y="18865"/>
                  </a:moveTo>
                  <a:cubicBezTo>
                    <a:pt x="738" y="18865"/>
                    <a:pt x="543" y="19043"/>
                    <a:pt x="517" y="19221"/>
                  </a:cubicBezTo>
                  <a:cubicBezTo>
                    <a:pt x="456" y="19464"/>
                    <a:pt x="608" y="19707"/>
                    <a:pt x="852" y="19768"/>
                  </a:cubicBezTo>
                  <a:cubicBezTo>
                    <a:pt x="852" y="19798"/>
                    <a:pt x="912" y="19798"/>
                    <a:pt x="943" y="19798"/>
                  </a:cubicBezTo>
                  <a:cubicBezTo>
                    <a:pt x="1156" y="19798"/>
                    <a:pt x="1338" y="19646"/>
                    <a:pt x="1399" y="19403"/>
                  </a:cubicBezTo>
                  <a:cubicBezTo>
                    <a:pt x="1460" y="19190"/>
                    <a:pt x="1277" y="18917"/>
                    <a:pt x="1064" y="18886"/>
                  </a:cubicBezTo>
                  <a:cubicBezTo>
                    <a:pt x="1025" y="18871"/>
                    <a:pt x="984" y="18865"/>
                    <a:pt x="944" y="18865"/>
                  </a:cubicBezTo>
                  <a:close/>
                  <a:moveTo>
                    <a:pt x="47998" y="21581"/>
                  </a:moveTo>
                  <a:cubicBezTo>
                    <a:pt x="47967" y="21581"/>
                    <a:pt x="47936" y="21584"/>
                    <a:pt x="47904" y="21591"/>
                  </a:cubicBezTo>
                  <a:cubicBezTo>
                    <a:pt x="47631" y="21591"/>
                    <a:pt x="47448" y="21804"/>
                    <a:pt x="47479" y="22078"/>
                  </a:cubicBezTo>
                  <a:cubicBezTo>
                    <a:pt x="47479" y="22351"/>
                    <a:pt x="47661" y="22503"/>
                    <a:pt x="47935" y="22503"/>
                  </a:cubicBezTo>
                  <a:lnTo>
                    <a:pt x="47965" y="22503"/>
                  </a:lnTo>
                  <a:cubicBezTo>
                    <a:pt x="48239" y="22503"/>
                    <a:pt x="48421" y="22260"/>
                    <a:pt x="48391" y="21987"/>
                  </a:cubicBezTo>
                  <a:cubicBezTo>
                    <a:pt x="48391" y="21772"/>
                    <a:pt x="48225" y="21581"/>
                    <a:pt x="47998" y="21581"/>
                  </a:cubicBezTo>
                  <a:close/>
                  <a:moveTo>
                    <a:pt x="495" y="21649"/>
                  </a:moveTo>
                  <a:cubicBezTo>
                    <a:pt x="274" y="21649"/>
                    <a:pt x="90" y="21824"/>
                    <a:pt x="61" y="22078"/>
                  </a:cubicBezTo>
                  <a:cubicBezTo>
                    <a:pt x="61" y="22351"/>
                    <a:pt x="213" y="22534"/>
                    <a:pt x="487" y="22564"/>
                  </a:cubicBezTo>
                  <a:lnTo>
                    <a:pt x="517" y="22564"/>
                  </a:lnTo>
                  <a:cubicBezTo>
                    <a:pt x="760" y="22564"/>
                    <a:pt x="943" y="22382"/>
                    <a:pt x="973" y="22139"/>
                  </a:cubicBezTo>
                  <a:cubicBezTo>
                    <a:pt x="1004" y="21895"/>
                    <a:pt x="821" y="21683"/>
                    <a:pt x="548" y="21652"/>
                  </a:cubicBezTo>
                  <a:cubicBezTo>
                    <a:pt x="530" y="21650"/>
                    <a:pt x="512" y="21649"/>
                    <a:pt x="495" y="21649"/>
                  </a:cubicBezTo>
                  <a:close/>
                  <a:moveTo>
                    <a:pt x="47995" y="24388"/>
                  </a:moveTo>
                  <a:cubicBezTo>
                    <a:pt x="47783" y="24388"/>
                    <a:pt x="47539" y="24570"/>
                    <a:pt x="47539" y="24844"/>
                  </a:cubicBezTo>
                  <a:cubicBezTo>
                    <a:pt x="47539" y="25087"/>
                    <a:pt x="47752" y="25300"/>
                    <a:pt x="47995" y="25300"/>
                  </a:cubicBezTo>
                  <a:cubicBezTo>
                    <a:pt x="48239" y="25300"/>
                    <a:pt x="48482" y="25117"/>
                    <a:pt x="48482" y="24844"/>
                  </a:cubicBezTo>
                  <a:cubicBezTo>
                    <a:pt x="48482" y="24631"/>
                    <a:pt x="48269" y="24388"/>
                    <a:pt x="47995" y="24388"/>
                  </a:cubicBezTo>
                  <a:close/>
                  <a:moveTo>
                    <a:pt x="456" y="24509"/>
                  </a:moveTo>
                  <a:cubicBezTo>
                    <a:pt x="183" y="24509"/>
                    <a:pt x="1" y="24692"/>
                    <a:pt x="1" y="24965"/>
                  </a:cubicBezTo>
                  <a:cubicBezTo>
                    <a:pt x="1" y="25178"/>
                    <a:pt x="213" y="25391"/>
                    <a:pt x="456" y="25421"/>
                  </a:cubicBezTo>
                  <a:cubicBezTo>
                    <a:pt x="700" y="25421"/>
                    <a:pt x="882" y="25239"/>
                    <a:pt x="882" y="24965"/>
                  </a:cubicBezTo>
                  <a:cubicBezTo>
                    <a:pt x="882" y="24692"/>
                    <a:pt x="700" y="24509"/>
                    <a:pt x="456" y="24509"/>
                  </a:cubicBezTo>
                  <a:close/>
                  <a:moveTo>
                    <a:pt x="47755" y="27201"/>
                  </a:moveTo>
                  <a:cubicBezTo>
                    <a:pt x="47533" y="27201"/>
                    <a:pt x="47353" y="27346"/>
                    <a:pt x="47327" y="27579"/>
                  </a:cubicBezTo>
                  <a:cubicBezTo>
                    <a:pt x="47296" y="27853"/>
                    <a:pt x="47448" y="28066"/>
                    <a:pt x="47722" y="28126"/>
                  </a:cubicBezTo>
                  <a:lnTo>
                    <a:pt x="47783" y="28126"/>
                  </a:lnTo>
                  <a:cubicBezTo>
                    <a:pt x="47995" y="28126"/>
                    <a:pt x="48208" y="27974"/>
                    <a:pt x="48239" y="27731"/>
                  </a:cubicBezTo>
                  <a:cubicBezTo>
                    <a:pt x="48269" y="27458"/>
                    <a:pt x="48117" y="27245"/>
                    <a:pt x="47874" y="27215"/>
                  </a:cubicBezTo>
                  <a:cubicBezTo>
                    <a:pt x="47833" y="27206"/>
                    <a:pt x="47794" y="27201"/>
                    <a:pt x="47755" y="27201"/>
                  </a:cubicBezTo>
                  <a:close/>
                  <a:moveTo>
                    <a:pt x="698" y="27272"/>
                  </a:moveTo>
                  <a:cubicBezTo>
                    <a:pt x="679" y="27272"/>
                    <a:pt x="659" y="27273"/>
                    <a:pt x="639" y="27275"/>
                  </a:cubicBezTo>
                  <a:cubicBezTo>
                    <a:pt x="396" y="27306"/>
                    <a:pt x="213" y="27549"/>
                    <a:pt x="244" y="27823"/>
                  </a:cubicBezTo>
                  <a:cubicBezTo>
                    <a:pt x="305" y="28035"/>
                    <a:pt x="487" y="28187"/>
                    <a:pt x="700" y="28187"/>
                  </a:cubicBezTo>
                  <a:lnTo>
                    <a:pt x="791" y="28187"/>
                  </a:lnTo>
                  <a:cubicBezTo>
                    <a:pt x="1004" y="28157"/>
                    <a:pt x="1216" y="27914"/>
                    <a:pt x="1156" y="27671"/>
                  </a:cubicBezTo>
                  <a:cubicBezTo>
                    <a:pt x="1127" y="27445"/>
                    <a:pt x="943" y="27272"/>
                    <a:pt x="698" y="27272"/>
                  </a:cubicBezTo>
                  <a:close/>
                  <a:moveTo>
                    <a:pt x="47170" y="29954"/>
                  </a:moveTo>
                  <a:cubicBezTo>
                    <a:pt x="46973" y="29954"/>
                    <a:pt x="46822" y="30090"/>
                    <a:pt x="46749" y="30285"/>
                  </a:cubicBezTo>
                  <a:cubicBezTo>
                    <a:pt x="46688" y="30558"/>
                    <a:pt x="46840" y="30771"/>
                    <a:pt x="47053" y="30862"/>
                  </a:cubicBezTo>
                  <a:cubicBezTo>
                    <a:pt x="47114" y="30892"/>
                    <a:pt x="47175" y="30892"/>
                    <a:pt x="47175" y="30892"/>
                  </a:cubicBezTo>
                  <a:cubicBezTo>
                    <a:pt x="47387" y="30892"/>
                    <a:pt x="47600" y="30741"/>
                    <a:pt x="47631" y="30558"/>
                  </a:cubicBezTo>
                  <a:cubicBezTo>
                    <a:pt x="47722" y="30285"/>
                    <a:pt x="47570" y="30041"/>
                    <a:pt x="47327" y="29981"/>
                  </a:cubicBezTo>
                  <a:cubicBezTo>
                    <a:pt x="47272" y="29962"/>
                    <a:pt x="47220" y="29954"/>
                    <a:pt x="47170" y="29954"/>
                  </a:cubicBezTo>
                  <a:close/>
                  <a:moveTo>
                    <a:pt x="1235" y="30028"/>
                  </a:moveTo>
                  <a:cubicBezTo>
                    <a:pt x="1199" y="30028"/>
                    <a:pt x="1162" y="30032"/>
                    <a:pt x="1125" y="30041"/>
                  </a:cubicBezTo>
                  <a:cubicBezTo>
                    <a:pt x="912" y="30133"/>
                    <a:pt x="760" y="30406"/>
                    <a:pt x="821" y="30619"/>
                  </a:cubicBezTo>
                  <a:cubicBezTo>
                    <a:pt x="905" y="30786"/>
                    <a:pt x="1039" y="30927"/>
                    <a:pt x="1223" y="30927"/>
                  </a:cubicBezTo>
                  <a:cubicBezTo>
                    <a:pt x="1241" y="30927"/>
                    <a:pt x="1259" y="30926"/>
                    <a:pt x="1277" y="30923"/>
                  </a:cubicBezTo>
                  <a:lnTo>
                    <a:pt x="1399" y="30923"/>
                  </a:lnTo>
                  <a:cubicBezTo>
                    <a:pt x="1612" y="30862"/>
                    <a:pt x="1764" y="30589"/>
                    <a:pt x="1703" y="30345"/>
                  </a:cubicBezTo>
                  <a:cubicBezTo>
                    <a:pt x="1625" y="30165"/>
                    <a:pt x="1438" y="30028"/>
                    <a:pt x="1235" y="30028"/>
                  </a:cubicBezTo>
                  <a:close/>
                  <a:moveTo>
                    <a:pt x="46289" y="32607"/>
                  </a:moveTo>
                  <a:cubicBezTo>
                    <a:pt x="46090" y="32607"/>
                    <a:pt x="45935" y="32704"/>
                    <a:pt x="45837" y="32899"/>
                  </a:cubicBezTo>
                  <a:cubicBezTo>
                    <a:pt x="45776" y="33142"/>
                    <a:pt x="45868" y="33385"/>
                    <a:pt x="46111" y="33507"/>
                  </a:cubicBezTo>
                  <a:cubicBezTo>
                    <a:pt x="46202" y="33537"/>
                    <a:pt x="46232" y="33537"/>
                    <a:pt x="46293" y="33537"/>
                  </a:cubicBezTo>
                  <a:cubicBezTo>
                    <a:pt x="46476" y="33537"/>
                    <a:pt x="46628" y="33446"/>
                    <a:pt x="46719" y="33233"/>
                  </a:cubicBezTo>
                  <a:cubicBezTo>
                    <a:pt x="46780" y="33020"/>
                    <a:pt x="46688" y="32747"/>
                    <a:pt x="46445" y="32625"/>
                  </a:cubicBezTo>
                  <a:cubicBezTo>
                    <a:pt x="46390" y="32613"/>
                    <a:pt x="46338" y="32607"/>
                    <a:pt x="46289" y="32607"/>
                  </a:cubicBezTo>
                  <a:close/>
                  <a:moveTo>
                    <a:pt x="2187" y="32669"/>
                  </a:moveTo>
                  <a:cubicBezTo>
                    <a:pt x="2125" y="32669"/>
                    <a:pt x="2064" y="32684"/>
                    <a:pt x="2007" y="32716"/>
                  </a:cubicBezTo>
                  <a:cubicBezTo>
                    <a:pt x="1733" y="32838"/>
                    <a:pt x="1612" y="33081"/>
                    <a:pt x="1733" y="33324"/>
                  </a:cubicBezTo>
                  <a:cubicBezTo>
                    <a:pt x="1824" y="33507"/>
                    <a:pt x="2007" y="33628"/>
                    <a:pt x="2159" y="33628"/>
                  </a:cubicBezTo>
                  <a:cubicBezTo>
                    <a:pt x="2219" y="33628"/>
                    <a:pt x="2311" y="33628"/>
                    <a:pt x="2341" y="33598"/>
                  </a:cubicBezTo>
                  <a:cubicBezTo>
                    <a:pt x="2615" y="33476"/>
                    <a:pt x="2736" y="33203"/>
                    <a:pt x="2615" y="32959"/>
                  </a:cubicBezTo>
                  <a:cubicBezTo>
                    <a:pt x="2526" y="32781"/>
                    <a:pt x="2355" y="32669"/>
                    <a:pt x="2187" y="32669"/>
                  </a:cubicBezTo>
                  <a:close/>
                  <a:moveTo>
                    <a:pt x="45058" y="35209"/>
                  </a:moveTo>
                  <a:cubicBezTo>
                    <a:pt x="44898" y="35209"/>
                    <a:pt x="44743" y="35290"/>
                    <a:pt x="44682" y="35452"/>
                  </a:cubicBezTo>
                  <a:cubicBezTo>
                    <a:pt x="44561" y="35634"/>
                    <a:pt x="44621" y="35938"/>
                    <a:pt x="44865" y="36060"/>
                  </a:cubicBezTo>
                  <a:cubicBezTo>
                    <a:pt x="44925" y="36090"/>
                    <a:pt x="45017" y="36090"/>
                    <a:pt x="45047" y="36090"/>
                  </a:cubicBezTo>
                  <a:cubicBezTo>
                    <a:pt x="45229" y="36090"/>
                    <a:pt x="45381" y="36029"/>
                    <a:pt x="45473" y="35877"/>
                  </a:cubicBezTo>
                  <a:cubicBezTo>
                    <a:pt x="45594" y="35665"/>
                    <a:pt x="45503" y="35361"/>
                    <a:pt x="45290" y="35269"/>
                  </a:cubicBezTo>
                  <a:cubicBezTo>
                    <a:pt x="45219" y="35229"/>
                    <a:pt x="45138" y="35209"/>
                    <a:pt x="45058" y="35209"/>
                  </a:cubicBezTo>
                  <a:close/>
                  <a:moveTo>
                    <a:pt x="3398" y="35276"/>
                  </a:moveTo>
                  <a:cubicBezTo>
                    <a:pt x="3328" y="35276"/>
                    <a:pt x="3257" y="35293"/>
                    <a:pt x="3192" y="35330"/>
                  </a:cubicBezTo>
                  <a:cubicBezTo>
                    <a:pt x="2949" y="35452"/>
                    <a:pt x="2888" y="35725"/>
                    <a:pt x="2979" y="35938"/>
                  </a:cubicBezTo>
                  <a:cubicBezTo>
                    <a:pt x="3071" y="36090"/>
                    <a:pt x="3223" y="36181"/>
                    <a:pt x="3374" y="36181"/>
                  </a:cubicBezTo>
                  <a:cubicBezTo>
                    <a:pt x="3435" y="36181"/>
                    <a:pt x="3526" y="36181"/>
                    <a:pt x="3587" y="36121"/>
                  </a:cubicBezTo>
                  <a:cubicBezTo>
                    <a:pt x="3830" y="36029"/>
                    <a:pt x="3891" y="35756"/>
                    <a:pt x="3800" y="35513"/>
                  </a:cubicBezTo>
                  <a:cubicBezTo>
                    <a:pt x="3716" y="35365"/>
                    <a:pt x="3558" y="35276"/>
                    <a:pt x="3398" y="35276"/>
                  </a:cubicBezTo>
                  <a:close/>
                  <a:moveTo>
                    <a:pt x="43623" y="37564"/>
                  </a:moveTo>
                  <a:cubicBezTo>
                    <a:pt x="43472" y="37564"/>
                    <a:pt x="43322" y="37644"/>
                    <a:pt x="43223" y="37762"/>
                  </a:cubicBezTo>
                  <a:cubicBezTo>
                    <a:pt x="43071" y="38005"/>
                    <a:pt x="43162" y="38248"/>
                    <a:pt x="43345" y="38400"/>
                  </a:cubicBezTo>
                  <a:cubicBezTo>
                    <a:pt x="43406" y="38461"/>
                    <a:pt x="43497" y="38491"/>
                    <a:pt x="43618" y="38491"/>
                  </a:cubicBezTo>
                  <a:cubicBezTo>
                    <a:pt x="43770" y="38491"/>
                    <a:pt x="43922" y="38400"/>
                    <a:pt x="43983" y="38309"/>
                  </a:cubicBezTo>
                  <a:cubicBezTo>
                    <a:pt x="44135" y="38066"/>
                    <a:pt x="44105" y="37792"/>
                    <a:pt x="43862" y="37640"/>
                  </a:cubicBezTo>
                  <a:cubicBezTo>
                    <a:pt x="43787" y="37587"/>
                    <a:pt x="43705" y="37564"/>
                    <a:pt x="43623" y="37564"/>
                  </a:cubicBezTo>
                  <a:close/>
                  <a:moveTo>
                    <a:pt x="4918" y="37606"/>
                  </a:moveTo>
                  <a:cubicBezTo>
                    <a:pt x="4823" y="37606"/>
                    <a:pt x="4722" y="37638"/>
                    <a:pt x="4621" y="37701"/>
                  </a:cubicBezTo>
                  <a:cubicBezTo>
                    <a:pt x="4408" y="37853"/>
                    <a:pt x="4347" y="38157"/>
                    <a:pt x="4499" y="38339"/>
                  </a:cubicBezTo>
                  <a:cubicBezTo>
                    <a:pt x="4621" y="38491"/>
                    <a:pt x="4773" y="38522"/>
                    <a:pt x="4894" y="38522"/>
                  </a:cubicBezTo>
                  <a:cubicBezTo>
                    <a:pt x="4955" y="38522"/>
                    <a:pt x="5077" y="38522"/>
                    <a:pt x="5168" y="38461"/>
                  </a:cubicBezTo>
                  <a:cubicBezTo>
                    <a:pt x="5381" y="38309"/>
                    <a:pt x="5411" y="38005"/>
                    <a:pt x="5259" y="37792"/>
                  </a:cubicBezTo>
                  <a:cubicBezTo>
                    <a:pt x="5170" y="37668"/>
                    <a:pt x="5051" y="37606"/>
                    <a:pt x="4918" y="37606"/>
                  </a:cubicBezTo>
                  <a:close/>
                  <a:moveTo>
                    <a:pt x="41825" y="39779"/>
                  </a:moveTo>
                  <a:cubicBezTo>
                    <a:pt x="41706" y="39779"/>
                    <a:pt x="41586" y="39825"/>
                    <a:pt x="41491" y="39920"/>
                  </a:cubicBezTo>
                  <a:cubicBezTo>
                    <a:pt x="41339" y="40133"/>
                    <a:pt x="41339" y="40437"/>
                    <a:pt x="41521" y="40589"/>
                  </a:cubicBezTo>
                  <a:cubicBezTo>
                    <a:pt x="41582" y="40649"/>
                    <a:pt x="41703" y="40680"/>
                    <a:pt x="41825" y="40680"/>
                  </a:cubicBezTo>
                  <a:cubicBezTo>
                    <a:pt x="41947" y="40680"/>
                    <a:pt x="42099" y="40649"/>
                    <a:pt x="42159" y="40528"/>
                  </a:cubicBezTo>
                  <a:cubicBezTo>
                    <a:pt x="42311" y="40346"/>
                    <a:pt x="42311" y="40042"/>
                    <a:pt x="42129" y="39890"/>
                  </a:cubicBezTo>
                  <a:cubicBezTo>
                    <a:pt x="42042" y="39817"/>
                    <a:pt x="41934" y="39779"/>
                    <a:pt x="41825" y="39779"/>
                  </a:cubicBezTo>
                  <a:close/>
                  <a:moveTo>
                    <a:pt x="6674" y="39800"/>
                  </a:moveTo>
                  <a:cubicBezTo>
                    <a:pt x="6569" y="39800"/>
                    <a:pt x="6464" y="39839"/>
                    <a:pt x="6384" y="39920"/>
                  </a:cubicBezTo>
                  <a:cubicBezTo>
                    <a:pt x="6171" y="40072"/>
                    <a:pt x="6171" y="40376"/>
                    <a:pt x="6323" y="40589"/>
                  </a:cubicBezTo>
                  <a:cubicBezTo>
                    <a:pt x="6444" y="40680"/>
                    <a:pt x="6566" y="40741"/>
                    <a:pt x="6688" y="40741"/>
                  </a:cubicBezTo>
                  <a:cubicBezTo>
                    <a:pt x="6779" y="40741"/>
                    <a:pt x="6900" y="40680"/>
                    <a:pt x="6992" y="40619"/>
                  </a:cubicBezTo>
                  <a:cubicBezTo>
                    <a:pt x="7174" y="40467"/>
                    <a:pt x="7204" y="40163"/>
                    <a:pt x="7022" y="39981"/>
                  </a:cubicBezTo>
                  <a:cubicBezTo>
                    <a:pt x="6937" y="39862"/>
                    <a:pt x="6805" y="39800"/>
                    <a:pt x="6674" y="39800"/>
                  </a:cubicBezTo>
                  <a:close/>
                  <a:moveTo>
                    <a:pt x="39829" y="41724"/>
                  </a:moveTo>
                  <a:cubicBezTo>
                    <a:pt x="39717" y="41724"/>
                    <a:pt x="39602" y="41762"/>
                    <a:pt x="39515" y="41835"/>
                  </a:cubicBezTo>
                  <a:cubicBezTo>
                    <a:pt x="39302" y="41987"/>
                    <a:pt x="39302" y="42291"/>
                    <a:pt x="39454" y="42473"/>
                  </a:cubicBezTo>
                  <a:cubicBezTo>
                    <a:pt x="39530" y="42574"/>
                    <a:pt x="39647" y="42633"/>
                    <a:pt x="39754" y="42633"/>
                  </a:cubicBezTo>
                  <a:cubicBezTo>
                    <a:pt x="39776" y="42633"/>
                    <a:pt x="39798" y="42630"/>
                    <a:pt x="39819" y="42625"/>
                  </a:cubicBezTo>
                  <a:cubicBezTo>
                    <a:pt x="39910" y="42625"/>
                    <a:pt x="40032" y="42595"/>
                    <a:pt x="40123" y="42504"/>
                  </a:cubicBezTo>
                  <a:cubicBezTo>
                    <a:pt x="40305" y="42352"/>
                    <a:pt x="40305" y="42048"/>
                    <a:pt x="40153" y="41865"/>
                  </a:cubicBezTo>
                  <a:cubicBezTo>
                    <a:pt x="40074" y="41770"/>
                    <a:pt x="39953" y="41724"/>
                    <a:pt x="39829" y="41724"/>
                  </a:cubicBezTo>
                  <a:close/>
                  <a:moveTo>
                    <a:pt x="8698" y="41776"/>
                  </a:moveTo>
                  <a:cubicBezTo>
                    <a:pt x="8561" y="41776"/>
                    <a:pt x="8427" y="41838"/>
                    <a:pt x="8359" y="41956"/>
                  </a:cubicBezTo>
                  <a:cubicBezTo>
                    <a:pt x="8147" y="42139"/>
                    <a:pt x="8207" y="42443"/>
                    <a:pt x="8390" y="42595"/>
                  </a:cubicBezTo>
                  <a:cubicBezTo>
                    <a:pt x="8511" y="42656"/>
                    <a:pt x="8572" y="42716"/>
                    <a:pt x="8694" y="42716"/>
                  </a:cubicBezTo>
                  <a:cubicBezTo>
                    <a:pt x="8815" y="42716"/>
                    <a:pt x="8967" y="42656"/>
                    <a:pt x="9028" y="42564"/>
                  </a:cubicBezTo>
                  <a:cubicBezTo>
                    <a:pt x="9210" y="42352"/>
                    <a:pt x="9180" y="42048"/>
                    <a:pt x="8998" y="41896"/>
                  </a:cubicBezTo>
                  <a:cubicBezTo>
                    <a:pt x="8917" y="41815"/>
                    <a:pt x="8806" y="41776"/>
                    <a:pt x="8698" y="41776"/>
                  </a:cubicBezTo>
                  <a:close/>
                  <a:moveTo>
                    <a:pt x="37553" y="43422"/>
                  </a:moveTo>
                  <a:cubicBezTo>
                    <a:pt x="37465" y="43422"/>
                    <a:pt x="37376" y="43449"/>
                    <a:pt x="37296" y="43507"/>
                  </a:cubicBezTo>
                  <a:cubicBezTo>
                    <a:pt x="37114" y="43659"/>
                    <a:pt x="37023" y="43902"/>
                    <a:pt x="37175" y="44145"/>
                  </a:cubicBezTo>
                  <a:cubicBezTo>
                    <a:pt x="37246" y="44264"/>
                    <a:pt x="37355" y="44346"/>
                    <a:pt x="37473" y="44346"/>
                  </a:cubicBezTo>
                  <a:cubicBezTo>
                    <a:pt x="37505" y="44346"/>
                    <a:pt x="37537" y="44340"/>
                    <a:pt x="37570" y="44327"/>
                  </a:cubicBezTo>
                  <a:cubicBezTo>
                    <a:pt x="37691" y="44327"/>
                    <a:pt x="37752" y="44297"/>
                    <a:pt x="37843" y="44267"/>
                  </a:cubicBezTo>
                  <a:cubicBezTo>
                    <a:pt x="38026" y="44115"/>
                    <a:pt x="38086" y="43811"/>
                    <a:pt x="37934" y="43628"/>
                  </a:cubicBezTo>
                  <a:cubicBezTo>
                    <a:pt x="37840" y="43496"/>
                    <a:pt x="37698" y="43422"/>
                    <a:pt x="37553" y="43422"/>
                  </a:cubicBezTo>
                  <a:close/>
                  <a:moveTo>
                    <a:pt x="10929" y="43483"/>
                  </a:moveTo>
                  <a:cubicBezTo>
                    <a:pt x="10784" y="43483"/>
                    <a:pt x="10642" y="43557"/>
                    <a:pt x="10548" y="43689"/>
                  </a:cubicBezTo>
                  <a:cubicBezTo>
                    <a:pt x="10396" y="43902"/>
                    <a:pt x="10426" y="44175"/>
                    <a:pt x="10669" y="44327"/>
                  </a:cubicBezTo>
                  <a:cubicBezTo>
                    <a:pt x="10791" y="44388"/>
                    <a:pt x="10852" y="44419"/>
                    <a:pt x="10943" y="44419"/>
                  </a:cubicBezTo>
                  <a:cubicBezTo>
                    <a:pt x="11095" y="44419"/>
                    <a:pt x="11247" y="44327"/>
                    <a:pt x="11308" y="44236"/>
                  </a:cubicBezTo>
                  <a:cubicBezTo>
                    <a:pt x="11460" y="43993"/>
                    <a:pt x="11429" y="43719"/>
                    <a:pt x="11186" y="43567"/>
                  </a:cubicBezTo>
                  <a:cubicBezTo>
                    <a:pt x="11106" y="43510"/>
                    <a:pt x="11017" y="43483"/>
                    <a:pt x="10929" y="43483"/>
                  </a:cubicBezTo>
                  <a:close/>
                  <a:moveTo>
                    <a:pt x="35152" y="44895"/>
                  </a:moveTo>
                  <a:cubicBezTo>
                    <a:pt x="35085" y="44895"/>
                    <a:pt x="35018" y="44909"/>
                    <a:pt x="34956" y="44935"/>
                  </a:cubicBezTo>
                  <a:cubicBezTo>
                    <a:pt x="34712" y="45057"/>
                    <a:pt x="34652" y="45330"/>
                    <a:pt x="34743" y="45543"/>
                  </a:cubicBezTo>
                  <a:cubicBezTo>
                    <a:pt x="34825" y="45679"/>
                    <a:pt x="34955" y="45791"/>
                    <a:pt x="35090" y="45791"/>
                  </a:cubicBezTo>
                  <a:cubicBezTo>
                    <a:pt x="35106" y="45791"/>
                    <a:pt x="35122" y="45790"/>
                    <a:pt x="35138" y="45786"/>
                  </a:cubicBezTo>
                  <a:cubicBezTo>
                    <a:pt x="35199" y="45786"/>
                    <a:pt x="35290" y="45786"/>
                    <a:pt x="35351" y="45756"/>
                  </a:cubicBezTo>
                  <a:cubicBezTo>
                    <a:pt x="35594" y="45634"/>
                    <a:pt x="35655" y="45361"/>
                    <a:pt x="35564" y="45148"/>
                  </a:cubicBezTo>
                  <a:cubicBezTo>
                    <a:pt x="35477" y="44976"/>
                    <a:pt x="35315" y="44895"/>
                    <a:pt x="35152" y="44895"/>
                  </a:cubicBezTo>
                  <a:close/>
                  <a:moveTo>
                    <a:pt x="13362" y="44935"/>
                  </a:moveTo>
                  <a:cubicBezTo>
                    <a:pt x="13209" y="44935"/>
                    <a:pt x="13061" y="45016"/>
                    <a:pt x="12980" y="45178"/>
                  </a:cubicBezTo>
                  <a:cubicBezTo>
                    <a:pt x="12858" y="45391"/>
                    <a:pt x="12949" y="45665"/>
                    <a:pt x="13162" y="45786"/>
                  </a:cubicBezTo>
                  <a:cubicBezTo>
                    <a:pt x="13223" y="45817"/>
                    <a:pt x="13283" y="45817"/>
                    <a:pt x="13375" y="45847"/>
                  </a:cubicBezTo>
                  <a:cubicBezTo>
                    <a:pt x="13557" y="45847"/>
                    <a:pt x="13709" y="45756"/>
                    <a:pt x="13770" y="45604"/>
                  </a:cubicBezTo>
                  <a:cubicBezTo>
                    <a:pt x="13891" y="45361"/>
                    <a:pt x="13831" y="45087"/>
                    <a:pt x="13587" y="44996"/>
                  </a:cubicBezTo>
                  <a:cubicBezTo>
                    <a:pt x="13517" y="44956"/>
                    <a:pt x="13439" y="44935"/>
                    <a:pt x="13362" y="44935"/>
                  </a:cubicBezTo>
                  <a:close/>
                  <a:moveTo>
                    <a:pt x="32556" y="46029"/>
                  </a:moveTo>
                  <a:cubicBezTo>
                    <a:pt x="32503" y="46029"/>
                    <a:pt x="32451" y="46039"/>
                    <a:pt x="32402" y="46060"/>
                  </a:cubicBezTo>
                  <a:cubicBezTo>
                    <a:pt x="32159" y="46151"/>
                    <a:pt x="32038" y="46425"/>
                    <a:pt x="32129" y="46668"/>
                  </a:cubicBezTo>
                  <a:cubicBezTo>
                    <a:pt x="32220" y="46850"/>
                    <a:pt x="32402" y="46972"/>
                    <a:pt x="32585" y="46972"/>
                  </a:cubicBezTo>
                  <a:cubicBezTo>
                    <a:pt x="32615" y="46972"/>
                    <a:pt x="32706" y="46911"/>
                    <a:pt x="32737" y="46911"/>
                  </a:cubicBezTo>
                  <a:cubicBezTo>
                    <a:pt x="32980" y="46820"/>
                    <a:pt x="33071" y="46546"/>
                    <a:pt x="33010" y="46303"/>
                  </a:cubicBezTo>
                  <a:cubicBezTo>
                    <a:pt x="32917" y="46139"/>
                    <a:pt x="32733" y="46029"/>
                    <a:pt x="32556" y="46029"/>
                  </a:cubicBezTo>
                  <a:close/>
                  <a:moveTo>
                    <a:pt x="15930" y="46060"/>
                  </a:moveTo>
                  <a:cubicBezTo>
                    <a:pt x="15755" y="46060"/>
                    <a:pt x="15580" y="46175"/>
                    <a:pt x="15533" y="46364"/>
                  </a:cubicBezTo>
                  <a:cubicBezTo>
                    <a:pt x="15442" y="46607"/>
                    <a:pt x="15563" y="46881"/>
                    <a:pt x="15806" y="46972"/>
                  </a:cubicBezTo>
                  <a:cubicBezTo>
                    <a:pt x="15837" y="46972"/>
                    <a:pt x="15898" y="46972"/>
                    <a:pt x="15958" y="47002"/>
                  </a:cubicBezTo>
                  <a:cubicBezTo>
                    <a:pt x="16141" y="47002"/>
                    <a:pt x="16293" y="46881"/>
                    <a:pt x="16353" y="46698"/>
                  </a:cubicBezTo>
                  <a:cubicBezTo>
                    <a:pt x="16445" y="46425"/>
                    <a:pt x="16323" y="46151"/>
                    <a:pt x="16080" y="46090"/>
                  </a:cubicBezTo>
                  <a:cubicBezTo>
                    <a:pt x="16032" y="46070"/>
                    <a:pt x="15981" y="46060"/>
                    <a:pt x="15930" y="46060"/>
                  </a:cubicBezTo>
                  <a:close/>
                  <a:moveTo>
                    <a:pt x="29904" y="46824"/>
                  </a:moveTo>
                  <a:cubicBezTo>
                    <a:pt x="29855" y="46824"/>
                    <a:pt x="29806" y="46832"/>
                    <a:pt x="29758" y="46850"/>
                  </a:cubicBezTo>
                  <a:cubicBezTo>
                    <a:pt x="29515" y="46911"/>
                    <a:pt x="29363" y="47185"/>
                    <a:pt x="29424" y="47428"/>
                  </a:cubicBezTo>
                  <a:cubicBezTo>
                    <a:pt x="29479" y="47622"/>
                    <a:pt x="29636" y="47766"/>
                    <a:pt x="29826" y="47766"/>
                  </a:cubicBezTo>
                  <a:cubicBezTo>
                    <a:pt x="29843" y="47766"/>
                    <a:pt x="29861" y="47765"/>
                    <a:pt x="29880" y="47762"/>
                  </a:cubicBezTo>
                  <a:lnTo>
                    <a:pt x="30001" y="47762"/>
                  </a:lnTo>
                  <a:cubicBezTo>
                    <a:pt x="30275" y="47671"/>
                    <a:pt x="30427" y="47428"/>
                    <a:pt x="30335" y="47185"/>
                  </a:cubicBezTo>
                  <a:cubicBezTo>
                    <a:pt x="30287" y="46965"/>
                    <a:pt x="30101" y="46824"/>
                    <a:pt x="29904" y="46824"/>
                  </a:cubicBezTo>
                  <a:close/>
                  <a:moveTo>
                    <a:pt x="18638" y="46898"/>
                  </a:moveTo>
                  <a:cubicBezTo>
                    <a:pt x="18421" y="46898"/>
                    <a:pt x="18255" y="47043"/>
                    <a:pt x="18177" y="47276"/>
                  </a:cubicBezTo>
                  <a:cubicBezTo>
                    <a:pt x="18147" y="47489"/>
                    <a:pt x="18299" y="47732"/>
                    <a:pt x="18542" y="47792"/>
                  </a:cubicBezTo>
                  <a:cubicBezTo>
                    <a:pt x="18572" y="47792"/>
                    <a:pt x="18603" y="47792"/>
                    <a:pt x="18633" y="47823"/>
                  </a:cubicBezTo>
                  <a:cubicBezTo>
                    <a:pt x="18876" y="47823"/>
                    <a:pt x="19059" y="47732"/>
                    <a:pt x="19089" y="47489"/>
                  </a:cubicBezTo>
                  <a:cubicBezTo>
                    <a:pt x="19150" y="47215"/>
                    <a:pt x="18998" y="47002"/>
                    <a:pt x="18755" y="46911"/>
                  </a:cubicBezTo>
                  <a:cubicBezTo>
                    <a:pt x="18714" y="46902"/>
                    <a:pt x="18675" y="46898"/>
                    <a:pt x="18638" y="46898"/>
                  </a:cubicBezTo>
                  <a:close/>
                  <a:moveTo>
                    <a:pt x="27142" y="47333"/>
                  </a:moveTo>
                  <a:cubicBezTo>
                    <a:pt x="27123" y="47333"/>
                    <a:pt x="27103" y="47334"/>
                    <a:pt x="27083" y="47337"/>
                  </a:cubicBezTo>
                  <a:cubicBezTo>
                    <a:pt x="26810" y="47367"/>
                    <a:pt x="26627" y="47610"/>
                    <a:pt x="26658" y="47884"/>
                  </a:cubicBezTo>
                  <a:cubicBezTo>
                    <a:pt x="26686" y="48081"/>
                    <a:pt x="26870" y="48252"/>
                    <a:pt x="27067" y="48252"/>
                  </a:cubicBezTo>
                  <a:cubicBezTo>
                    <a:pt x="27082" y="48252"/>
                    <a:pt x="27098" y="48251"/>
                    <a:pt x="27114" y="48248"/>
                  </a:cubicBezTo>
                  <a:lnTo>
                    <a:pt x="27144" y="48248"/>
                  </a:lnTo>
                  <a:cubicBezTo>
                    <a:pt x="27417" y="48248"/>
                    <a:pt x="27600" y="48036"/>
                    <a:pt x="27569" y="47762"/>
                  </a:cubicBezTo>
                  <a:cubicBezTo>
                    <a:pt x="27569" y="47508"/>
                    <a:pt x="27387" y="47333"/>
                    <a:pt x="27142" y="47333"/>
                  </a:cubicBezTo>
                  <a:close/>
                  <a:moveTo>
                    <a:pt x="21460" y="47367"/>
                  </a:moveTo>
                  <a:cubicBezTo>
                    <a:pt x="21217" y="47367"/>
                    <a:pt x="21004" y="47519"/>
                    <a:pt x="20974" y="47792"/>
                  </a:cubicBezTo>
                  <a:cubicBezTo>
                    <a:pt x="20974" y="48036"/>
                    <a:pt x="21126" y="48248"/>
                    <a:pt x="21369" y="48279"/>
                  </a:cubicBezTo>
                  <a:lnTo>
                    <a:pt x="21399" y="48279"/>
                  </a:lnTo>
                  <a:cubicBezTo>
                    <a:pt x="21642" y="48279"/>
                    <a:pt x="21825" y="48096"/>
                    <a:pt x="21885" y="47884"/>
                  </a:cubicBezTo>
                  <a:cubicBezTo>
                    <a:pt x="21885" y="47640"/>
                    <a:pt x="21733" y="47428"/>
                    <a:pt x="21460" y="47367"/>
                  </a:cubicBezTo>
                  <a:close/>
                  <a:moveTo>
                    <a:pt x="24226" y="47519"/>
                  </a:moveTo>
                  <a:cubicBezTo>
                    <a:pt x="23952" y="47519"/>
                    <a:pt x="23770" y="47732"/>
                    <a:pt x="23770" y="47975"/>
                  </a:cubicBezTo>
                  <a:cubicBezTo>
                    <a:pt x="23770" y="48248"/>
                    <a:pt x="23952" y="48431"/>
                    <a:pt x="24256" y="48431"/>
                  </a:cubicBezTo>
                  <a:cubicBezTo>
                    <a:pt x="24560" y="48431"/>
                    <a:pt x="24773" y="48248"/>
                    <a:pt x="24773" y="47975"/>
                  </a:cubicBezTo>
                  <a:cubicBezTo>
                    <a:pt x="24773" y="47732"/>
                    <a:pt x="24560" y="47519"/>
                    <a:pt x="24317" y="475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0"/>
            <p:cNvSpPr/>
            <p:nvPr/>
          </p:nvSpPr>
          <p:spPr>
            <a:xfrm>
              <a:off x="4855225" y="4198675"/>
              <a:ext cx="1047900" cy="1047925"/>
            </a:xfrm>
            <a:custGeom>
              <a:avLst/>
              <a:gdLst/>
              <a:ahLst/>
              <a:cxnLst/>
              <a:rect l="l" t="t" r="r" b="b"/>
              <a:pathLst>
                <a:path w="41916" h="41917" extrusionOk="0">
                  <a:moveTo>
                    <a:pt x="20913" y="1"/>
                  </a:moveTo>
                  <a:cubicBezTo>
                    <a:pt x="20639" y="1"/>
                    <a:pt x="20426" y="244"/>
                    <a:pt x="20426" y="487"/>
                  </a:cubicBezTo>
                  <a:cubicBezTo>
                    <a:pt x="20426" y="761"/>
                    <a:pt x="20639" y="1004"/>
                    <a:pt x="20913" y="1004"/>
                  </a:cubicBezTo>
                  <a:cubicBezTo>
                    <a:pt x="21156" y="1004"/>
                    <a:pt x="21399" y="761"/>
                    <a:pt x="21399" y="487"/>
                  </a:cubicBezTo>
                  <a:cubicBezTo>
                    <a:pt x="21399" y="244"/>
                    <a:pt x="21186" y="1"/>
                    <a:pt x="20913" y="1"/>
                  </a:cubicBezTo>
                  <a:close/>
                  <a:moveTo>
                    <a:pt x="23710" y="150"/>
                  </a:moveTo>
                  <a:cubicBezTo>
                    <a:pt x="23458" y="150"/>
                    <a:pt x="23220" y="325"/>
                    <a:pt x="23192" y="578"/>
                  </a:cubicBezTo>
                  <a:cubicBezTo>
                    <a:pt x="23162" y="852"/>
                    <a:pt x="23344" y="1095"/>
                    <a:pt x="23618" y="1156"/>
                  </a:cubicBezTo>
                  <a:lnTo>
                    <a:pt x="23679" y="1156"/>
                  </a:lnTo>
                  <a:cubicBezTo>
                    <a:pt x="23922" y="1156"/>
                    <a:pt x="24134" y="1004"/>
                    <a:pt x="24165" y="730"/>
                  </a:cubicBezTo>
                  <a:cubicBezTo>
                    <a:pt x="24226" y="457"/>
                    <a:pt x="24013" y="183"/>
                    <a:pt x="23770" y="153"/>
                  </a:cubicBezTo>
                  <a:cubicBezTo>
                    <a:pt x="23750" y="151"/>
                    <a:pt x="23730" y="150"/>
                    <a:pt x="23710" y="150"/>
                  </a:cubicBezTo>
                  <a:close/>
                  <a:moveTo>
                    <a:pt x="18084" y="150"/>
                  </a:moveTo>
                  <a:cubicBezTo>
                    <a:pt x="18065" y="150"/>
                    <a:pt x="18045" y="151"/>
                    <a:pt x="18025" y="153"/>
                  </a:cubicBezTo>
                  <a:cubicBezTo>
                    <a:pt x="17751" y="183"/>
                    <a:pt x="17569" y="457"/>
                    <a:pt x="17599" y="730"/>
                  </a:cubicBezTo>
                  <a:cubicBezTo>
                    <a:pt x="17628" y="984"/>
                    <a:pt x="17839" y="1159"/>
                    <a:pt x="18039" y="1159"/>
                  </a:cubicBezTo>
                  <a:cubicBezTo>
                    <a:pt x="18055" y="1159"/>
                    <a:pt x="18070" y="1158"/>
                    <a:pt x="18086" y="1156"/>
                  </a:cubicBezTo>
                  <a:lnTo>
                    <a:pt x="18177" y="1156"/>
                  </a:lnTo>
                  <a:cubicBezTo>
                    <a:pt x="18450" y="1095"/>
                    <a:pt x="18633" y="852"/>
                    <a:pt x="18602" y="578"/>
                  </a:cubicBezTo>
                  <a:cubicBezTo>
                    <a:pt x="18546" y="325"/>
                    <a:pt x="18333" y="150"/>
                    <a:pt x="18084" y="150"/>
                  </a:cubicBezTo>
                  <a:close/>
                  <a:moveTo>
                    <a:pt x="15366" y="745"/>
                  </a:moveTo>
                  <a:cubicBezTo>
                    <a:pt x="15321" y="745"/>
                    <a:pt x="15275" y="750"/>
                    <a:pt x="15229" y="761"/>
                  </a:cubicBezTo>
                  <a:cubicBezTo>
                    <a:pt x="14985" y="852"/>
                    <a:pt x="14833" y="1095"/>
                    <a:pt x="14894" y="1369"/>
                  </a:cubicBezTo>
                  <a:cubicBezTo>
                    <a:pt x="14985" y="1612"/>
                    <a:pt x="15168" y="1764"/>
                    <a:pt x="15350" y="1764"/>
                  </a:cubicBezTo>
                  <a:cubicBezTo>
                    <a:pt x="15441" y="1764"/>
                    <a:pt x="15472" y="1703"/>
                    <a:pt x="15502" y="1703"/>
                  </a:cubicBezTo>
                  <a:cubicBezTo>
                    <a:pt x="15776" y="1642"/>
                    <a:pt x="15928" y="1369"/>
                    <a:pt x="15836" y="1095"/>
                  </a:cubicBezTo>
                  <a:cubicBezTo>
                    <a:pt x="15786" y="868"/>
                    <a:pt x="15589" y="745"/>
                    <a:pt x="15366" y="745"/>
                  </a:cubicBezTo>
                  <a:close/>
                  <a:moveTo>
                    <a:pt x="26446" y="747"/>
                  </a:moveTo>
                  <a:cubicBezTo>
                    <a:pt x="26223" y="747"/>
                    <a:pt x="26036" y="888"/>
                    <a:pt x="25958" y="1095"/>
                  </a:cubicBezTo>
                  <a:cubicBezTo>
                    <a:pt x="25867" y="1369"/>
                    <a:pt x="26019" y="1642"/>
                    <a:pt x="26293" y="1703"/>
                  </a:cubicBezTo>
                  <a:cubicBezTo>
                    <a:pt x="26353" y="1703"/>
                    <a:pt x="26384" y="1703"/>
                    <a:pt x="26414" y="1764"/>
                  </a:cubicBezTo>
                  <a:cubicBezTo>
                    <a:pt x="26627" y="1764"/>
                    <a:pt x="26840" y="1612"/>
                    <a:pt x="26900" y="1369"/>
                  </a:cubicBezTo>
                  <a:cubicBezTo>
                    <a:pt x="26992" y="1095"/>
                    <a:pt x="26840" y="852"/>
                    <a:pt x="26566" y="761"/>
                  </a:cubicBezTo>
                  <a:cubicBezTo>
                    <a:pt x="26525" y="752"/>
                    <a:pt x="26485" y="747"/>
                    <a:pt x="26446" y="747"/>
                  </a:cubicBezTo>
                  <a:close/>
                  <a:moveTo>
                    <a:pt x="29051" y="1669"/>
                  </a:moveTo>
                  <a:cubicBezTo>
                    <a:pt x="28857" y="1669"/>
                    <a:pt x="28663" y="1771"/>
                    <a:pt x="28572" y="1977"/>
                  </a:cubicBezTo>
                  <a:cubicBezTo>
                    <a:pt x="28481" y="2220"/>
                    <a:pt x="28572" y="2524"/>
                    <a:pt x="28846" y="2615"/>
                  </a:cubicBezTo>
                  <a:cubicBezTo>
                    <a:pt x="28937" y="2615"/>
                    <a:pt x="28998" y="2676"/>
                    <a:pt x="29028" y="2676"/>
                  </a:cubicBezTo>
                  <a:cubicBezTo>
                    <a:pt x="29241" y="2676"/>
                    <a:pt x="29423" y="2554"/>
                    <a:pt x="29484" y="2372"/>
                  </a:cubicBezTo>
                  <a:cubicBezTo>
                    <a:pt x="29606" y="2129"/>
                    <a:pt x="29484" y="1825"/>
                    <a:pt x="29241" y="1703"/>
                  </a:cubicBezTo>
                  <a:cubicBezTo>
                    <a:pt x="29180" y="1680"/>
                    <a:pt x="29116" y="1669"/>
                    <a:pt x="29051" y="1669"/>
                  </a:cubicBezTo>
                  <a:close/>
                  <a:moveTo>
                    <a:pt x="12752" y="1669"/>
                  </a:moveTo>
                  <a:cubicBezTo>
                    <a:pt x="12689" y="1669"/>
                    <a:pt x="12622" y="1680"/>
                    <a:pt x="12554" y="1703"/>
                  </a:cubicBezTo>
                  <a:cubicBezTo>
                    <a:pt x="12280" y="1825"/>
                    <a:pt x="12159" y="2129"/>
                    <a:pt x="12280" y="2402"/>
                  </a:cubicBezTo>
                  <a:cubicBezTo>
                    <a:pt x="12362" y="2566"/>
                    <a:pt x="12517" y="2680"/>
                    <a:pt x="12680" y="2680"/>
                  </a:cubicBezTo>
                  <a:cubicBezTo>
                    <a:pt x="12698" y="2680"/>
                    <a:pt x="12717" y="2679"/>
                    <a:pt x="12736" y="2676"/>
                  </a:cubicBezTo>
                  <a:cubicBezTo>
                    <a:pt x="12827" y="2676"/>
                    <a:pt x="12858" y="2676"/>
                    <a:pt x="12918" y="2615"/>
                  </a:cubicBezTo>
                  <a:cubicBezTo>
                    <a:pt x="13192" y="2524"/>
                    <a:pt x="13314" y="2250"/>
                    <a:pt x="13192" y="1977"/>
                  </a:cubicBezTo>
                  <a:cubicBezTo>
                    <a:pt x="13101" y="1771"/>
                    <a:pt x="12941" y="1669"/>
                    <a:pt x="12752" y="1669"/>
                  </a:cubicBezTo>
                  <a:close/>
                  <a:moveTo>
                    <a:pt x="31535" y="2927"/>
                  </a:moveTo>
                  <a:cubicBezTo>
                    <a:pt x="31379" y="2927"/>
                    <a:pt x="31222" y="3008"/>
                    <a:pt x="31125" y="3162"/>
                  </a:cubicBezTo>
                  <a:cubicBezTo>
                    <a:pt x="30974" y="3375"/>
                    <a:pt x="31034" y="3679"/>
                    <a:pt x="31277" y="3831"/>
                  </a:cubicBezTo>
                  <a:cubicBezTo>
                    <a:pt x="31369" y="3922"/>
                    <a:pt x="31460" y="3922"/>
                    <a:pt x="31551" y="3922"/>
                  </a:cubicBezTo>
                  <a:cubicBezTo>
                    <a:pt x="31703" y="3922"/>
                    <a:pt x="31855" y="3831"/>
                    <a:pt x="31946" y="3679"/>
                  </a:cubicBezTo>
                  <a:cubicBezTo>
                    <a:pt x="32098" y="3466"/>
                    <a:pt x="32037" y="3162"/>
                    <a:pt x="31794" y="3010"/>
                  </a:cubicBezTo>
                  <a:cubicBezTo>
                    <a:pt x="31716" y="2954"/>
                    <a:pt x="31626" y="2927"/>
                    <a:pt x="31535" y="2927"/>
                  </a:cubicBezTo>
                  <a:close/>
                  <a:moveTo>
                    <a:pt x="10254" y="2965"/>
                  </a:moveTo>
                  <a:cubicBezTo>
                    <a:pt x="10170" y="2965"/>
                    <a:pt x="10084" y="2988"/>
                    <a:pt x="10000" y="3040"/>
                  </a:cubicBezTo>
                  <a:cubicBezTo>
                    <a:pt x="9788" y="3192"/>
                    <a:pt x="9697" y="3496"/>
                    <a:pt x="9849" y="3739"/>
                  </a:cubicBezTo>
                  <a:cubicBezTo>
                    <a:pt x="9940" y="3891"/>
                    <a:pt x="10122" y="3952"/>
                    <a:pt x="10274" y="3952"/>
                  </a:cubicBezTo>
                  <a:cubicBezTo>
                    <a:pt x="10335" y="3952"/>
                    <a:pt x="10456" y="3922"/>
                    <a:pt x="10517" y="3891"/>
                  </a:cubicBezTo>
                  <a:cubicBezTo>
                    <a:pt x="10760" y="3739"/>
                    <a:pt x="10821" y="3436"/>
                    <a:pt x="10669" y="3192"/>
                  </a:cubicBezTo>
                  <a:cubicBezTo>
                    <a:pt x="10569" y="3052"/>
                    <a:pt x="10416" y="2965"/>
                    <a:pt x="10254" y="2965"/>
                  </a:cubicBezTo>
                  <a:close/>
                  <a:moveTo>
                    <a:pt x="33832" y="4519"/>
                  </a:moveTo>
                  <a:cubicBezTo>
                    <a:pt x="33683" y="4519"/>
                    <a:pt x="33540" y="4591"/>
                    <a:pt x="33436" y="4712"/>
                  </a:cubicBezTo>
                  <a:cubicBezTo>
                    <a:pt x="33253" y="4955"/>
                    <a:pt x="33284" y="5259"/>
                    <a:pt x="33527" y="5442"/>
                  </a:cubicBezTo>
                  <a:cubicBezTo>
                    <a:pt x="33588" y="5502"/>
                    <a:pt x="33709" y="5563"/>
                    <a:pt x="33861" y="5563"/>
                  </a:cubicBezTo>
                  <a:cubicBezTo>
                    <a:pt x="34013" y="5563"/>
                    <a:pt x="34135" y="5472"/>
                    <a:pt x="34226" y="5350"/>
                  </a:cubicBezTo>
                  <a:cubicBezTo>
                    <a:pt x="34439" y="5138"/>
                    <a:pt x="34378" y="4834"/>
                    <a:pt x="34165" y="4651"/>
                  </a:cubicBezTo>
                  <a:cubicBezTo>
                    <a:pt x="34061" y="4560"/>
                    <a:pt x="33945" y="4519"/>
                    <a:pt x="33832" y="4519"/>
                  </a:cubicBezTo>
                  <a:close/>
                  <a:moveTo>
                    <a:pt x="8011" y="4562"/>
                  </a:moveTo>
                  <a:cubicBezTo>
                    <a:pt x="7897" y="4562"/>
                    <a:pt x="7785" y="4601"/>
                    <a:pt x="7690" y="4682"/>
                  </a:cubicBezTo>
                  <a:cubicBezTo>
                    <a:pt x="7447" y="4864"/>
                    <a:pt x="7417" y="5168"/>
                    <a:pt x="7599" y="5411"/>
                  </a:cubicBezTo>
                  <a:cubicBezTo>
                    <a:pt x="7721" y="5502"/>
                    <a:pt x="7873" y="5594"/>
                    <a:pt x="8025" y="5594"/>
                  </a:cubicBezTo>
                  <a:cubicBezTo>
                    <a:pt x="8146" y="5594"/>
                    <a:pt x="8207" y="5563"/>
                    <a:pt x="8329" y="5472"/>
                  </a:cubicBezTo>
                  <a:cubicBezTo>
                    <a:pt x="8572" y="5290"/>
                    <a:pt x="8602" y="4986"/>
                    <a:pt x="8420" y="4743"/>
                  </a:cubicBezTo>
                  <a:cubicBezTo>
                    <a:pt x="8301" y="4624"/>
                    <a:pt x="8154" y="4562"/>
                    <a:pt x="8011" y="4562"/>
                  </a:cubicBezTo>
                  <a:close/>
                  <a:moveTo>
                    <a:pt x="5979" y="6492"/>
                  </a:moveTo>
                  <a:cubicBezTo>
                    <a:pt x="5834" y="6492"/>
                    <a:pt x="5695" y="6556"/>
                    <a:pt x="5593" y="6657"/>
                  </a:cubicBezTo>
                  <a:cubicBezTo>
                    <a:pt x="5411" y="6870"/>
                    <a:pt x="5441" y="7174"/>
                    <a:pt x="5624" y="7387"/>
                  </a:cubicBezTo>
                  <a:cubicBezTo>
                    <a:pt x="5715" y="7448"/>
                    <a:pt x="5867" y="7478"/>
                    <a:pt x="5958" y="7478"/>
                  </a:cubicBezTo>
                  <a:cubicBezTo>
                    <a:pt x="6110" y="7478"/>
                    <a:pt x="6231" y="7448"/>
                    <a:pt x="6353" y="7326"/>
                  </a:cubicBezTo>
                  <a:cubicBezTo>
                    <a:pt x="6535" y="7113"/>
                    <a:pt x="6505" y="6809"/>
                    <a:pt x="6323" y="6627"/>
                  </a:cubicBezTo>
                  <a:cubicBezTo>
                    <a:pt x="6215" y="6533"/>
                    <a:pt x="6095" y="6492"/>
                    <a:pt x="5979" y="6492"/>
                  </a:cubicBezTo>
                  <a:close/>
                  <a:moveTo>
                    <a:pt x="35868" y="6436"/>
                  </a:moveTo>
                  <a:cubicBezTo>
                    <a:pt x="35741" y="6436"/>
                    <a:pt x="35618" y="6482"/>
                    <a:pt x="35533" y="6566"/>
                  </a:cubicBezTo>
                  <a:cubicBezTo>
                    <a:pt x="35320" y="6779"/>
                    <a:pt x="35320" y="7113"/>
                    <a:pt x="35502" y="7296"/>
                  </a:cubicBezTo>
                  <a:cubicBezTo>
                    <a:pt x="35594" y="7387"/>
                    <a:pt x="35715" y="7448"/>
                    <a:pt x="35867" y="7478"/>
                  </a:cubicBezTo>
                  <a:cubicBezTo>
                    <a:pt x="35989" y="7478"/>
                    <a:pt x="36110" y="7417"/>
                    <a:pt x="36232" y="7326"/>
                  </a:cubicBezTo>
                  <a:cubicBezTo>
                    <a:pt x="36445" y="7144"/>
                    <a:pt x="36445" y="6809"/>
                    <a:pt x="36262" y="6627"/>
                  </a:cubicBezTo>
                  <a:cubicBezTo>
                    <a:pt x="36165" y="6497"/>
                    <a:pt x="36015" y="6436"/>
                    <a:pt x="35868" y="6436"/>
                  </a:cubicBezTo>
                  <a:close/>
                  <a:moveTo>
                    <a:pt x="37660" y="8571"/>
                  </a:moveTo>
                  <a:cubicBezTo>
                    <a:pt x="37558" y="8571"/>
                    <a:pt x="37455" y="8602"/>
                    <a:pt x="37357" y="8664"/>
                  </a:cubicBezTo>
                  <a:cubicBezTo>
                    <a:pt x="37144" y="8846"/>
                    <a:pt x="37083" y="9150"/>
                    <a:pt x="37235" y="9393"/>
                  </a:cubicBezTo>
                  <a:cubicBezTo>
                    <a:pt x="37311" y="9520"/>
                    <a:pt x="37429" y="9583"/>
                    <a:pt x="37572" y="9583"/>
                  </a:cubicBezTo>
                  <a:cubicBezTo>
                    <a:pt x="37601" y="9583"/>
                    <a:pt x="37630" y="9581"/>
                    <a:pt x="37661" y="9575"/>
                  </a:cubicBezTo>
                  <a:cubicBezTo>
                    <a:pt x="37782" y="9575"/>
                    <a:pt x="37873" y="9575"/>
                    <a:pt x="37965" y="9515"/>
                  </a:cubicBezTo>
                  <a:cubicBezTo>
                    <a:pt x="38177" y="9302"/>
                    <a:pt x="38238" y="8998"/>
                    <a:pt x="38086" y="8785"/>
                  </a:cubicBezTo>
                  <a:cubicBezTo>
                    <a:pt x="37959" y="8640"/>
                    <a:pt x="37810" y="8571"/>
                    <a:pt x="37660" y="8571"/>
                  </a:cubicBezTo>
                  <a:close/>
                  <a:moveTo>
                    <a:pt x="4189" y="8692"/>
                  </a:moveTo>
                  <a:cubicBezTo>
                    <a:pt x="4035" y="8692"/>
                    <a:pt x="3890" y="8762"/>
                    <a:pt x="3800" y="8907"/>
                  </a:cubicBezTo>
                  <a:cubicBezTo>
                    <a:pt x="3648" y="9120"/>
                    <a:pt x="3678" y="9423"/>
                    <a:pt x="3921" y="9575"/>
                  </a:cubicBezTo>
                  <a:cubicBezTo>
                    <a:pt x="4013" y="9606"/>
                    <a:pt x="4104" y="9667"/>
                    <a:pt x="4195" y="9697"/>
                  </a:cubicBezTo>
                  <a:cubicBezTo>
                    <a:pt x="4347" y="9697"/>
                    <a:pt x="4499" y="9606"/>
                    <a:pt x="4620" y="9454"/>
                  </a:cubicBezTo>
                  <a:cubicBezTo>
                    <a:pt x="4772" y="9241"/>
                    <a:pt x="4712" y="8937"/>
                    <a:pt x="4499" y="8785"/>
                  </a:cubicBezTo>
                  <a:cubicBezTo>
                    <a:pt x="4401" y="8724"/>
                    <a:pt x="4293" y="8692"/>
                    <a:pt x="4189" y="8692"/>
                  </a:cubicBezTo>
                  <a:close/>
                  <a:moveTo>
                    <a:pt x="39118" y="10975"/>
                  </a:moveTo>
                  <a:cubicBezTo>
                    <a:pt x="39037" y="10975"/>
                    <a:pt x="38955" y="10995"/>
                    <a:pt x="38876" y="11034"/>
                  </a:cubicBezTo>
                  <a:cubicBezTo>
                    <a:pt x="38603" y="11126"/>
                    <a:pt x="38542" y="11430"/>
                    <a:pt x="38633" y="11703"/>
                  </a:cubicBezTo>
                  <a:cubicBezTo>
                    <a:pt x="38724" y="11886"/>
                    <a:pt x="38907" y="11977"/>
                    <a:pt x="39089" y="11977"/>
                  </a:cubicBezTo>
                  <a:cubicBezTo>
                    <a:pt x="39180" y="11977"/>
                    <a:pt x="39241" y="11977"/>
                    <a:pt x="39332" y="11946"/>
                  </a:cubicBezTo>
                  <a:cubicBezTo>
                    <a:pt x="39606" y="11794"/>
                    <a:pt x="39667" y="11490"/>
                    <a:pt x="39545" y="11247"/>
                  </a:cubicBezTo>
                  <a:cubicBezTo>
                    <a:pt x="39442" y="11062"/>
                    <a:pt x="39284" y="10975"/>
                    <a:pt x="39118" y="10975"/>
                  </a:cubicBezTo>
                  <a:close/>
                  <a:moveTo>
                    <a:pt x="2757" y="11048"/>
                  </a:moveTo>
                  <a:cubicBezTo>
                    <a:pt x="2556" y="11048"/>
                    <a:pt x="2369" y="11160"/>
                    <a:pt x="2280" y="11338"/>
                  </a:cubicBezTo>
                  <a:cubicBezTo>
                    <a:pt x="2189" y="11582"/>
                    <a:pt x="2250" y="11886"/>
                    <a:pt x="2523" y="12007"/>
                  </a:cubicBezTo>
                  <a:cubicBezTo>
                    <a:pt x="2584" y="12038"/>
                    <a:pt x="2675" y="12038"/>
                    <a:pt x="2736" y="12038"/>
                  </a:cubicBezTo>
                  <a:cubicBezTo>
                    <a:pt x="2949" y="12038"/>
                    <a:pt x="3131" y="11977"/>
                    <a:pt x="3192" y="11764"/>
                  </a:cubicBezTo>
                  <a:cubicBezTo>
                    <a:pt x="3313" y="11521"/>
                    <a:pt x="3253" y="11217"/>
                    <a:pt x="2979" y="11095"/>
                  </a:cubicBezTo>
                  <a:cubicBezTo>
                    <a:pt x="2906" y="11063"/>
                    <a:pt x="2830" y="11048"/>
                    <a:pt x="2757" y="11048"/>
                  </a:cubicBezTo>
                  <a:close/>
                  <a:moveTo>
                    <a:pt x="40199" y="13542"/>
                  </a:moveTo>
                  <a:cubicBezTo>
                    <a:pt x="40155" y="13542"/>
                    <a:pt x="40109" y="13547"/>
                    <a:pt x="40062" y="13557"/>
                  </a:cubicBezTo>
                  <a:cubicBezTo>
                    <a:pt x="39788" y="13679"/>
                    <a:pt x="39636" y="13952"/>
                    <a:pt x="39758" y="14226"/>
                  </a:cubicBezTo>
                  <a:cubicBezTo>
                    <a:pt x="39819" y="14408"/>
                    <a:pt x="40031" y="14560"/>
                    <a:pt x="40244" y="14560"/>
                  </a:cubicBezTo>
                  <a:cubicBezTo>
                    <a:pt x="40275" y="14560"/>
                    <a:pt x="40366" y="14560"/>
                    <a:pt x="40396" y="14530"/>
                  </a:cubicBezTo>
                  <a:cubicBezTo>
                    <a:pt x="40670" y="14408"/>
                    <a:pt x="40822" y="14135"/>
                    <a:pt x="40700" y="13861"/>
                  </a:cubicBezTo>
                  <a:cubicBezTo>
                    <a:pt x="40599" y="13660"/>
                    <a:pt x="40415" y="13542"/>
                    <a:pt x="40199" y="13542"/>
                  </a:cubicBezTo>
                  <a:close/>
                  <a:moveTo>
                    <a:pt x="1648" y="13606"/>
                  </a:moveTo>
                  <a:cubicBezTo>
                    <a:pt x="1459" y="13606"/>
                    <a:pt x="1278" y="13744"/>
                    <a:pt x="1186" y="13952"/>
                  </a:cubicBezTo>
                  <a:cubicBezTo>
                    <a:pt x="1064" y="14226"/>
                    <a:pt x="1216" y="14530"/>
                    <a:pt x="1490" y="14591"/>
                  </a:cubicBezTo>
                  <a:cubicBezTo>
                    <a:pt x="1520" y="14591"/>
                    <a:pt x="1611" y="14621"/>
                    <a:pt x="1642" y="14621"/>
                  </a:cubicBezTo>
                  <a:cubicBezTo>
                    <a:pt x="1885" y="14621"/>
                    <a:pt x="2067" y="14469"/>
                    <a:pt x="2128" y="14287"/>
                  </a:cubicBezTo>
                  <a:cubicBezTo>
                    <a:pt x="2250" y="14013"/>
                    <a:pt x="2098" y="13770"/>
                    <a:pt x="1824" y="13648"/>
                  </a:cubicBezTo>
                  <a:cubicBezTo>
                    <a:pt x="1766" y="13620"/>
                    <a:pt x="1707" y="13606"/>
                    <a:pt x="1648" y="13606"/>
                  </a:cubicBezTo>
                  <a:close/>
                  <a:moveTo>
                    <a:pt x="40922" y="16228"/>
                  </a:moveTo>
                  <a:cubicBezTo>
                    <a:pt x="40899" y="16228"/>
                    <a:pt x="40875" y="16230"/>
                    <a:pt x="40852" y="16232"/>
                  </a:cubicBezTo>
                  <a:cubicBezTo>
                    <a:pt x="40579" y="16293"/>
                    <a:pt x="40396" y="16566"/>
                    <a:pt x="40487" y="16840"/>
                  </a:cubicBezTo>
                  <a:cubicBezTo>
                    <a:pt x="40548" y="17053"/>
                    <a:pt x="40731" y="17205"/>
                    <a:pt x="40974" y="17205"/>
                  </a:cubicBezTo>
                  <a:lnTo>
                    <a:pt x="41095" y="17205"/>
                  </a:lnTo>
                  <a:cubicBezTo>
                    <a:pt x="41338" y="17144"/>
                    <a:pt x="41551" y="16870"/>
                    <a:pt x="41460" y="16597"/>
                  </a:cubicBezTo>
                  <a:cubicBezTo>
                    <a:pt x="41404" y="16374"/>
                    <a:pt x="41171" y="16228"/>
                    <a:pt x="40922" y="16228"/>
                  </a:cubicBezTo>
                  <a:close/>
                  <a:moveTo>
                    <a:pt x="917" y="16281"/>
                  </a:moveTo>
                  <a:cubicBezTo>
                    <a:pt x="663" y="16281"/>
                    <a:pt x="452" y="16450"/>
                    <a:pt x="426" y="16688"/>
                  </a:cubicBezTo>
                  <a:cubicBezTo>
                    <a:pt x="365" y="16992"/>
                    <a:pt x="547" y="17205"/>
                    <a:pt x="821" y="17296"/>
                  </a:cubicBezTo>
                  <a:cubicBezTo>
                    <a:pt x="821" y="17296"/>
                    <a:pt x="851" y="17296"/>
                    <a:pt x="912" y="17326"/>
                  </a:cubicBezTo>
                  <a:cubicBezTo>
                    <a:pt x="1155" y="17326"/>
                    <a:pt x="1368" y="17144"/>
                    <a:pt x="1429" y="16901"/>
                  </a:cubicBezTo>
                  <a:cubicBezTo>
                    <a:pt x="1490" y="16597"/>
                    <a:pt x="1307" y="16384"/>
                    <a:pt x="1034" y="16293"/>
                  </a:cubicBezTo>
                  <a:cubicBezTo>
                    <a:pt x="994" y="16285"/>
                    <a:pt x="955" y="16281"/>
                    <a:pt x="917" y="16281"/>
                  </a:cubicBezTo>
                  <a:close/>
                  <a:moveTo>
                    <a:pt x="41308" y="18998"/>
                  </a:moveTo>
                  <a:cubicBezTo>
                    <a:pt x="41034" y="18998"/>
                    <a:pt x="40852" y="19272"/>
                    <a:pt x="40852" y="19545"/>
                  </a:cubicBezTo>
                  <a:cubicBezTo>
                    <a:pt x="40883" y="19788"/>
                    <a:pt x="41095" y="20001"/>
                    <a:pt x="41338" y="20001"/>
                  </a:cubicBezTo>
                  <a:lnTo>
                    <a:pt x="41399" y="20001"/>
                  </a:lnTo>
                  <a:cubicBezTo>
                    <a:pt x="41642" y="20001"/>
                    <a:pt x="41855" y="19728"/>
                    <a:pt x="41855" y="19454"/>
                  </a:cubicBezTo>
                  <a:cubicBezTo>
                    <a:pt x="41855" y="19180"/>
                    <a:pt x="41582" y="18998"/>
                    <a:pt x="41308" y="18998"/>
                  </a:cubicBezTo>
                  <a:close/>
                  <a:moveTo>
                    <a:pt x="493" y="19080"/>
                  </a:moveTo>
                  <a:cubicBezTo>
                    <a:pt x="256" y="19080"/>
                    <a:pt x="61" y="19300"/>
                    <a:pt x="61" y="19545"/>
                  </a:cubicBezTo>
                  <a:cubicBezTo>
                    <a:pt x="0" y="19788"/>
                    <a:pt x="243" y="20062"/>
                    <a:pt x="517" y="20062"/>
                  </a:cubicBezTo>
                  <a:cubicBezTo>
                    <a:pt x="760" y="20062"/>
                    <a:pt x="1003" y="19880"/>
                    <a:pt x="1034" y="19606"/>
                  </a:cubicBezTo>
                  <a:cubicBezTo>
                    <a:pt x="1064" y="19332"/>
                    <a:pt x="851" y="19089"/>
                    <a:pt x="578" y="19089"/>
                  </a:cubicBezTo>
                  <a:cubicBezTo>
                    <a:pt x="549" y="19083"/>
                    <a:pt x="521" y="19080"/>
                    <a:pt x="493" y="19080"/>
                  </a:cubicBezTo>
                  <a:close/>
                  <a:moveTo>
                    <a:pt x="41344" y="21815"/>
                  </a:moveTo>
                  <a:cubicBezTo>
                    <a:pt x="41102" y="21815"/>
                    <a:pt x="40883" y="22036"/>
                    <a:pt x="40883" y="22281"/>
                  </a:cubicBezTo>
                  <a:cubicBezTo>
                    <a:pt x="40852" y="22524"/>
                    <a:pt x="41065" y="22798"/>
                    <a:pt x="41338" y="22798"/>
                  </a:cubicBezTo>
                  <a:cubicBezTo>
                    <a:pt x="41642" y="22798"/>
                    <a:pt x="41855" y="22585"/>
                    <a:pt x="41886" y="22342"/>
                  </a:cubicBezTo>
                  <a:cubicBezTo>
                    <a:pt x="41916" y="22068"/>
                    <a:pt x="41673" y="21825"/>
                    <a:pt x="41430" y="21825"/>
                  </a:cubicBezTo>
                  <a:cubicBezTo>
                    <a:pt x="41401" y="21819"/>
                    <a:pt x="41372" y="21815"/>
                    <a:pt x="41344" y="21815"/>
                  </a:cubicBezTo>
                  <a:close/>
                  <a:moveTo>
                    <a:pt x="509" y="21852"/>
                  </a:moveTo>
                  <a:cubicBezTo>
                    <a:pt x="491" y="21852"/>
                    <a:pt x="474" y="21853"/>
                    <a:pt x="456" y="21855"/>
                  </a:cubicBezTo>
                  <a:cubicBezTo>
                    <a:pt x="213" y="21855"/>
                    <a:pt x="0" y="22129"/>
                    <a:pt x="0" y="22372"/>
                  </a:cubicBezTo>
                  <a:cubicBezTo>
                    <a:pt x="55" y="22617"/>
                    <a:pt x="231" y="22837"/>
                    <a:pt x="442" y="22837"/>
                  </a:cubicBezTo>
                  <a:cubicBezTo>
                    <a:pt x="466" y="22837"/>
                    <a:pt x="492" y="22834"/>
                    <a:pt x="517" y="22828"/>
                  </a:cubicBezTo>
                  <a:lnTo>
                    <a:pt x="547" y="22828"/>
                  </a:lnTo>
                  <a:cubicBezTo>
                    <a:pt x="821" y="22828"/>
                    <a:pt x="1034" y="22585"/>
                    <a:pt x="1003" y="22311"/>
                  </a:cubicBezTo>
                  <a:cubicBezTo>
                    <a:pt x="1003" y="22055"/>
                    <a:pt x="764" y="21852"/>
                    <a:pt x="509" y="21852"/>
                  </a:cubicBezTo>
                  <a:close/>
                  <a:moveTo>
                    <a:pt x="40971" y="24537"/>
                  </a:moveTo>
                  <a:cubicBezTo>
                    <a:pt x="40741" y="24537"/>
                    <a:pt x="40568" y="24700"/>
                    <a:pt x="40518" y="24925"/>
                  </a:cubicBezTo>
                  <a:cubicBezTo>
                    <a:pt x="40427" y="25229"/>
                    <a:pt x="40639" y="25503"/>
                    <a:pt x="40883" y="25533"/>
                  </a:cubicBezTo>
                  <a:cubicBezTo>
                    <a:pt x="40913" y="25533"/>
                    <a:pt x="40974" y="25533"/>
                    <a:pt x="41004" y="25564"/>
                  </a:cubicBezTo>
                  <a:cubicBezTo>
                    <a:pt x="41247" y="25564"/>
                    <a:pt x="41460" y="25381"/>
                    <a:pt x="41490" y="25168"/>
                  </a:cubicBezTo>
                  <a:cubicBezTo>
                    <a:pt x="41582" y="24864"/>
                    <a:pt x="41399" y="24621"/>
                    <a:pt x="41126" y="24561"/>
                  </a:cubicBezTo>
                  <a:cubicBezTo>
                    <a:pt x="41072" y="24544"/>
                    <a:pt x="41020" y="24537"/>
                    <a:pt x="40971" y="24537"/>
                  </a:cubicBezTo>
                  <a:close/>
                  <a:moveTo>
                    <a:pt x="867" y="24610"/>
                  </a:moveTo>
                  <a:cubicBezTo>
                    <a:pt x="831" y="24610"/>
                    <a:pt x="796" y="24613"/>
                    <a:pt x="760" y="24621"/>
                  </a:cubicBezTo>
                  <a:cubicBezTo>
                    <a:pt x="517" y="24712"/>
                    <a:pt x="365" y="24956"/>
                    <a:pt x="395" y="25229"/>
                  </a:cubicBezTo>
                  <a:cubicBezTo>
                    <a:pt x="456" y="25472"/>
                    <a:pt x="669" y="25624"/>
                    <a:pt x="882" y="25624"/>
                  </a:cubicBezTo>
                  <a:lnTo>
                    <a:pt x="1003" y="25624"/>
                  </a:lnTo>
                  <a:cubicBezTo>
                    <a:pt x="1277" y="25533"/>
                    <a:pt x="1459" y="25260"/>
                    <a:pt x="1368" y="25016"/>
                  </a:cubicBezTo>
                  <a:cubicBezTo>
                    <a:pt x="1315" y="24779"/>
                    <a:pt x="1101" y="24610"/>
                    <a:pt x="867" y="24610"/>
                  </a:cubicBezTo>
                  <a:close/>
                  <a:moveTo>
                    <a:pt x="40246" y="27254"/>
                  </a:moveTo>
                  <a:cubicBezTo>
                    <a:pt x="40051" y="27254"/>
                    <a:pt x="39858" y="27392"/>
                    <a:pt x="39788" y="27600"/>
                  </a:cubicBezTo>
                  <a:cubicBezTo>
                    <a:pt x="39667" y="27843"/>
                    <a:pt x="39819" y="28117"/>
                    <a:pt x="40092" y="28238"/>
                  </a:cubicBezTo>
                  <a:cubicBezTo>
                    <a:pt x="40123" y="28238"/>
                    <a:pt x="40214" y="28238"/>
                    <a:pt x="40244" y="28269"/>
                  </a:cubicBezTo>
                  <a:cubicBezTo>
                    <a:pt x="40487" y="28269"/>
                    <a:pt x="40670" y="28117"/>
                    <a:pt x="40731" y="27934"/>
                  </a:cubicBezTo>
                  <a:cubicBezTo>
                    <a:pt x="40852" y="27661"/>
                    <a:pt x="40700" y="27357"/>
                    <a:pt x="40427" y="27296"/>
                  </a:cubicBezTo>
                  <a:cubicBezTo>
                    <a:pt x="40369" y="27267"/>
                    <a:pt x="40307" y="27254"/>
                    <a:pt x="40246" y="27254"/>
                  </a:cubicBezTo>
                  <a:close/>
                  <a:moveTo>
                    <a:pt x="1683" y="27284"/>
                  </a:moveTo>
                  <a:cubicBezTo>
                    <a:pt x="1620" y="27284"/>
                    <a:pt x="1555" y="27298"/>
                    <a:pt x="1490" y="27327"/>
                  </a:cubicBezTo>
                  <a:cubicBezTo>
                    <a:pt x="1216" y="27448"/>
                    <a:pt x="1064" y="27691"/>
                    <a:pt x="1186" y="27965"/>
                  </a:cubicBezTo>
                  <a:cubicBezTo>
                    <a:pt x="1277" y="28208"/>
                    <a:pt x="1459" y="28299"/>
                    <a:pt x="1642" y="28299"/>
                  </a:cubicBezTo>
                  <a:cubicBezTo>
                    <a:pt x="1733" y="28299"/>
                    <a:pt x="1763" y="28299"/>
                    <a:pt x="1824" y="28269"/>
                  </a:cubicBezTo>
                  <a:cubicBezTo>
                    <a:pt x="2098" y="28147"/>
                    <a:pt x="2250" y="27904"/>
                    <a:pt x="2128" y="27630"/>
                  </a:cubicBezTo>
                  <a:cubicBezTo>
                    <a:pt x="2059" y="27422"/>
                    <a:pt x="1883" y="27284"/>
                    <a:pt x="1683" y="27284"/>
                  </a:cubicBezTo>
                  <a:close/>
                  <a:moveTo>
                    <a:pt x="39141" y="29779"/>
                  </a:moveTo>
                  <a:cubicBezTo>
                    <a:pt x="38949" y="29779"/>
                    <a:pt x="38759" y="29866"/>
                    <a:pt x="38694" y="30062"/>
                  </a:cubicBezTo>
                  <a:cubicBezTo>
                    <a:pt x="38572" y="30336"/>
                    <a:pt x="38694" y="30640"/>
                    <a:pt x="38907" y="30731"/>
                  </a:cubicBezTo>
                  <a:cubicBezTo>
                    <a:pt x="38963" y="30768"/>
                    <a:pt x="39008" y="30794"/>
                    <a:pt x="39055" y="30794"/>
                  </a:cubicBezTo>
                  <a:cubicBezTo>
                    <a:pt x="39085" y="30794"/>
                    <a:pt x="39115" y="30784"/>
                    <a:pt x="39150" y="30761"/>
                  </a:cubicBezTo>
                  <a:cubicBezTo>
                    <a:pt x="39332" y="30761"/>
                    <a:pt x="39515" y="30700"/>
                    <a:pt x="39606" y="30518"/>
                  </a:cubicBezTo>
                  <a:cubicBezTo>
                    <a:pt x="39697" y="30245"/>
                    <a:pt x="39636" y="29941"/>
                    <a:pt x="39363" y="29819"/>
                  </a:cubicBezTo>
                  <a:cubicBezTo>
                    <a:pt x="39294" y="29793"/>
                    <a:pt x="39217" y="29779"/>
                    <a:pt x="39141" y="29779"/>
                  </a:cubicBezTo>
                  <a:close/>
                  <a:moveTo>
                    <a:pt x="2801" y="29857"/>
                  </a:moveTo>
                  <a:cubicBezTo>
                    <a:pt x="2720" y="29857"/>
                    <a:pt x="2635" y="29874"/>
                    <a:pt x="2554" y="29910"/>
                  </a:cubicBezTo>
                  <a:cubicBezTo>
                    <a:pt x="2280" y="30032"/>
                    <a:pt x="2219" y="30366"/>
                    <a:pt x="2341" y="30579"/>
                  </a:cubicBezTo>
                  <a:cubicBezTo>
                    <a:pt x="2402" y="30792"/>
                    <a:pt x="2584" y="30883"/>
                    <a:pt x="2797" y="30883"/>
                  </a:cubicBezTo>
                  <a:cubicBezTo>
                    <a:pt x="2857" y="30883"/>
                    <a:pt x="2949" y="30852"/>
                    <a:pt x="3009" y="30822"/>
                  </a:cubicBezTo>
                  <a:cubicBezTo>
                    <a:pt x="3283" y="30670"/>
                    <a:pt x="3344" y="30366"/>
                    <a:pt x="3253" y="30123"/>
                  </a:cubicBezTo>
                  <a:cubicBezTo>
                    <a:pt x="3167" y="29952"/>
                    <a:pt x="2992" y="29857"/>
                    <a:pt x="2801" y="29857"/>
                  </a:cubicBezTo>
                  <a:close/>
                  <a:moveTo>
                    <a:pt x="37712" y="32210"/>
                  </a:moveTo>
                  <a:cubicBezTo>
                    <a:pt x="37552" y="32210"/>
                    <a:pt x="37389" y="32272"/>
                    <a:pt x="37296" y="32403"/>
                  </a:cubicBezTo>
                  <a:cubicBezTo>
                    <a:pt x="37113" y="32646"/>
                    <a:pt x="37174" y="32950"/>
                    <a:pt x="37387" y="33102"/>
                  </a:cubicBezTo>
                  <a:cubicBezTo>
                    <a:pt x="37509" y="33162"/>
                    <a:pt x="37600" y="33223"/>
                    <a:pt x="37691" y="33223"/>
                  </a:cubicBezTo>
                  <a:cubicBezTo>
                    <a:pt x="37843" y="33223"/>
                    <a:pt x="37995" y="33132"/>
                    <a:pt x="38117" y="32980"/>
                  </a:cubicBezTo>
                  <a:cubicBezTo>
                    <a:pt x="38268" y="32737"/>
                    <a:pt x="38238" y="32433"/>
                    <a:pt x="37995" y="32281"/>
                  </a:cubicBezTo>
                  <a:cubicBezTo>
                    <a:pt x="37913" y="32234"/>
                    <a:pt x="37813" y="32210"/>
                    <a:pt x="37712" y="32210"/>
                  </a:cubicBezTo>
                  <a:close/>
                  <a:moveTo>
                    <a:pt x="4233" y="32249"/>
                  </a:moveTo>
                  <a:cubicBezTo>
                    <a:pt x="4127" y="32249"/>
                    <a:pt x="4019" y="32281"/>
                    <a:pt x="3921" y="32342"/>
                  </a:cubicBezTo>
                  <a:cubicBezTo>
                    <a:pt x="3709" y="32524"/>
                    <a:pt x="3648" y="32828"/>
                    <a:pt x="3800" y="33071"/>
                  </a:cubicBezTo>
                  <a:cubicBezTo>
                    <a:pt x="3921" y="33162"/>
                    <a:pt x="4073" y="33254"/>
                    <a:pt x="4225" y="33254"/>
                  </a:cubicBezTo>
                  <a:cubicBezTo>
                    <a:pt x="4347" y="33254"/>
                    <a:pt x="4468" y="33254"/>
                    <a:pt x="4529" y="33162"/>
                  </a:cubicBezTo>
                  <a:cubicBezTo>
                    <a:pt x="4772" y="32980"/>
                    <a:pt x="4803" y="32676"/>
                    <a:pt x="4651" y="32463"/>
                  </a:cubicBezTo>
                  <a:cubicBezTo>
                    <a:pt x="4542" y="32318"/>
                    <a:pt x="4390" y="32249"/>
                    <a:pt x="4233" y="32249"/>
                  </a:cubicBezTo>
                  <a:close/>
                  <a:moveTo>
                    <a:pt x="35937" y="34347"/>
                  </a:moveTo>
                  <a:cubicBezTo>
                    <a:pt x="35796" y="34347"/>
                    <a:pt x="35662" y="34401"/>
                    <a:pt x="35563" y="34500"/>
                  </a:cubicBezTo>
                  <a:cubicBezTo>
                    <a:pt x="35381" y="34743"/>
                    <a:pt x="35411" y="35047"/>
                    <a:pt x="35594" y="35229"/>
                  </a:cubicBezTo>
                  <a:cubicBezTo>
                    <a:pt x="35654" y="35310"/>
                    <a:pt x="35742" y="35351"/>
                    <a:pt x="35830" y="35351"/>
                  </a:cubicBezTo>
                  <a:cubicBezTo>
                    <a:pt x="35874" y="35351"/>
                    <a:pt x="35918" y="35341"/>
                    <a:pt x="35958" y="35321"/>
                  </a:cubicBezTo>
                  <a:cubicBezTo>
                    <a:pt x="36110" y="35321"/>
                    <a:pt x="36232" y="35290"/>
                    <a:pt x="36323" y="35199"/>
                  </a:cubicBezTo>
                  <a:cubicBezTo>
                    <a:pt x="36506" y="34956"/>
                    <a:pt x="36475" y="34652"/>
                    <a:pt x="36293" y="34470"/>
                  </a:cubicBezTo>
                  <a:cubicBezTo>
                    <a:pt x="36181" y="34386"/>
                    <a:pt x="36057" y="34347"/>
                    <a:pt x="35937" y="34347"/>
                  </a:cubicBezTo>
                  <a:close/>
                  <a:moveTo>
                    <a:pt x="6006" y="34400"/>
                  </a:moveTo>
                  <a:cubicBezTo>
                    <a:pt x="5886" y="34400"/>
                    <a:pt x="5769" y="34446"/>
                    <a:pt x="5684" y="34530"/>
                  </a:cubicBezTo>
                  <a:cubicBezTo>
                    <a:pt x="5441" y="34743"/>
                    <a:pt x="5441" y="35077"/>
                    <a:pt x="5624" y="35260"/>
                  </a:cubicBezTo>
                  <a:cubicBezTo>
                    <a:pt x="5715" y="35381"/>
                    <a:pt x="5867" y="35412"/>
                    <a:pt x="6019" y="35442"/>
                  </a:cubicBezTo>
                  <a:cubicBezTo>
                    <a:pt x="6110" y="35442"/>
                    <a:pt x="6231" y="35381"/>
                    <a:pt x="6353" y="35290"/>
                  </a:cubicBezTo>
                  <a:cubicBezTo>
                    <a:pt x="6596" y="35108"/>
                    <a:pt x="6596" y="34773"/>
                    <a:pt x="6383" y="34591"/>
                  </a:cubicBezTo>
                  <a:cubicBezTo>
                    <a:pt x="6286" y="34461"/>
                    <a:pt x="6144" y="34400"/>
                    <a:pt x="6006" y="34400"/>
                  </a:cubicBezTo>
                  <a:close/>
                  <a:moveTo>
                    <a:pt x="33919" y="36237"/>
                  </a:moveTo>
                  <a:cubicBezTo>
                    <a:pt x="33807" y="36237"/>
                    <a:pt x="33692" y="36276"/>
                    <a:pt x="33588" y="36354"/>
                  </a:cubicBezTo>
                  <a:cubicBezTo>
                    <a:pt x="33375" y="36567"/>
                    <a:pt x="33314" y="36840"/>
                    <a:pt x="33527" y="37084"/>
                  </a:cubicBezTo>
                  <a:cubicBezTo>
                    <a:pt x="33648" y="37205"/>
                    <a:pt x="33740" y="37266"/>
                    <a:pt x="33952" y="37266"/>
                  </a:cubicBezTo>
                  <a:cubicBezTo>
                    <a:pt x="34013" y="37266"/>
                    <a:pt x="34135" y="37236"/>
                    <a:pt x="34226" y="37175"/>
                  </a:cubicBezTo>
                  <a:cubicBezTo>
                    <a:pt x="34469" y="36962"/>
                    <a:pt x="34499" y="36658"/>
                    <a:pt x="34317" y="36445"/>
                  </a:cubicBezTo>
                  <a:cubicBezTo>
                    <a:pt x="34213" y="36306"/>
                    <a:pt x="34069" y="36237"/>
                    <a:pt x="33919" y="36237"/>
                  </a:cubicBezTo>
                  <a:close/>
                  <a:moveTo>
                    <a:pt x="8051" y="36282"/>
                  </a:moveTo>
                  <a:cubicBezTo>
                    <a:pt x="7907" y="36282"/>
                    <a:pt x="7764" y="36354"/>
                    <a:pt x="7660" y="36476"/>
                  </a:cubicBezTo>
                  <a:cubicBezTo>
                    <a:pt x="7447" y="36719"/>
                    <a:pt x="7478" y="37023"/>
                    <a:pt x="7721" y="37205"/>
                  </a:cubicBezTo>
                  <a:cubicBezTo>
                    <a:pt x="7812" y="37266"/>
                    <a:pt x="7903" y="37327"/>
                    <a:pt x="8055" y="37327"/>
                  </a:cubicBezTo>
                  <a:cubicBezTo>
                    <a:pt x="8207" y="37327"/>
                    <a:pt x="8329" y="37236"/>
                    <a:pt x="8450" y="37114"/>
                  </a:cubicBezTo>
                  <a:cubicBezTo>
                    <a:pt x="8602" y="36901"/>
                    <a:pt x="8602" y="36597"/>
                    <a:pt x="8359" y="36415"/>
                  </a:cubicBezTo>
                  <a:cubicBezTo>
                    <a:pt x="8268" y="36323"/>
                    <a:pt x="8159" y="36282"/>
                    <a:pt x="8051" y="36282"/>
                  </a:cubicBezTo>
                  <a:close/>
                  <a:moveTo>
                    <a:pt x="31609" y="37920"/>
                  </a:moveTo>
                  <a:cubicBezTo>
                    <a:pt x="31525" y="37920"/>
                    <a:pt x="31441" y="37943"/>
                    <a:pt x="31369" y="37995"/>
                  </a:cubicBezTo>
                  <a:cubicBezTo>
                    <a:pt x="31125" y="38147"/>
                    <a:pt x="31065" y="38451"/>
                    <a:pt x="31217" y="38694"/>
                  </a:cubicBezTo>
                  <a:cubicBezTo>
                    <a:pt x="31308" y="38846"/>
                    <a:pt x="31460" y="38907"/>
                    <a:pt x="31612" y="38907"/>
                  </a:cubicBezTo>
                  <a:cubicBezTo>
                    <a:pt x="31703" y="38907"/>
                    <a:pt x="31794" y="38877"/>
                    <a:pt x="31885" y="38846"/>
                  </a:cubicBezTo>
                  <a:cubicBezTo>
                    <a:pt x="32129" y="38694"/>
                    <a:pt x="32189" y="38391"/>
                    <a:pt x="32037" y="38147"/>
                  </a:cubicBezTo>
                  <a:cubicBezTo>
                    <a:pt x="31937" y="38007"/>
                    <a:pt x="31771" y="37920"/>
                    <a:pt x="31609" y="37920"/>
                  </a:cubicBezTo>
                  <a:close/>
                  <a:moveTo>
                    <a:pt x="10316" y="37950"/>
                  </a:moveTo>
                  <a:cubicBezTo>
                    <a:pt x="10145" y="37950"/>
                    <a:pt x="9979" y="38038"/>
                    <a:pt x="9879" y="38178"/>
                  </a:cubicBezTo>
                  <a:cubicBezTo>
                    <a:pt x="9727" y="38421"/>
                    <a:pt x="9818" y="38725"/>
                    <a:pt x="10031" y="38877"/>
                  </a:cubicBezTo>
                  <a:cubicBezTo>
                    <a:pt x="10122" y="38907"/>
                    <a:pt x="10244" y="38938"/>
                    <a:pt x="10304" y="38938"/>
                  </a:cubicBezTo>
                  <a:cubicBezTo>
                    <a:pt x="10456" y="38938"/>
                    <a:pt x="10639" y="38877"/>
                    <a:pt x="10730" y="38725"/>
                  </a:cubicBezTo>
                  <a:cubicBezTo>
                    <a:pt x="10882" y="38482"/>
                    <a:pt x="10791" y="38178"/>
                    <a:pt x="10578" y="38026"/>
                  </a:cubicBezTo>
                  <a:cubicBezTo>
                    <a:pt x="10495" y="37974"/>
                    <a:pt x="10405" y="37950"/>
                    <a:pt x="10316" y="37950"/>
                  </a:cubicBezTo>
                  <a:close/>
                  <a:moveTo>
                    <a:pt x="29174" y="39207"/>
                  </a:moveTo>
                  <a:cubicBezTo>
                    <a:pt x="29106" y="39207"/>
                    <a:pt x="29036" y="39219"/>
                    <a:pt x="28967" y="39242"/>
                  </a:cubicBezTo>
                  <a:cubicBezTo>
                    <a:pt x="28694" y="39363"/>
                    <a:pt x="28572" y="39637"/>
                    <a:pt x="28694" y="39910"/>
                  </a:cubicBezTo>
                  <a:cubicBezTo>
                    <a:pt x="28755" y="40093"/>
                    <a:pt x="28967" y="40214"/>
                    <a:pt x="29180" y="40214"/>
                  </a:cubicBezTo>
                  <a:cubicBezTo>
                    <a:pt x="29241" y="40214"/>
                    <a:pt x="29302" y="40214"/>
                    <a:pt x="29393" y="40153"/>
                  </a:cubicBezTo>
                  <a:cubicBezTo>
                    <a:pt x="29636" y="40062"/>
                    <a:pt x="29758" y="39789"/>
                    <a:pt x="29636" y="39515"/>
                  </a:cubicBezTo>
                  <a:cubicBezTo>
                    <a:pt x="29568" y="39310"/>
                    <a:pt x="29380" y="39207"/>
                    <a:pt x="29174" y="39207"/>
                  </a:cubicBezTo>
                  <a:close/>
                  <a:moveTo>
                    <a:pt x="12775" y="39255"/>
                  </a:moveTo>
                  <a:cubicBezTo>
                    <a:pt x="12586" y="39255"/>
                    <a:pt x="12400" y="39368"/>
                    <a:pt x="12311" y="39546"/>
                  </a:cubicBezTo>
                  <a:cubicBezTo>
                    <a:pt x="12219" y="39789"/>
                    <a:pt x="12311" y="40093"/>
                    <a:pt x="12584" y="40214"/>
                  </a:cubicBezTo>
                  <a:cubicBezTo>
                    <a:pt x="12675" y="40214"/>
                    <a:pt x="12736" y="40245"/>
                    <a:pt x="12766" y="40245"/>
                  </a:cubicBezTo>
                  <a:cubicBezTo>
                    <a:pt x="12979" y="40245"/>
                    <a:pt x="13162" y="40123"/>
                    <a:pt x="13222" y="39941"/>
                  </a:cubicBezTo>
                  <a:cubicBezTo>
                    <a:pt x="13344" y="39698"/>
                    <a:pt x="13222" y="39394"/>
                    <a:pt x="12979" y="39302"/>
                  </a:cubicBezTo>
                  <a:cubicBezTo>
                    <a:pt x="12914" y="39270"/>
                    <a:pt x="12845" y="39255"/>
                    <a:pt x="12775" y="39255"/>
                  </a:cubicBezTo>
                  <a:close/>
                  <a:moveTo>
                    <a:pt x="26502" y="40140"/>
                  </a:moveTo>
                  <a:cubicBezTo>
                    <a:pt x="26464" y="40140"/>
                    <a:pt x="26424" y="40145"/>
                    <a:pt x="26384" y="40153"/>
                  </a:cubicBezTo>
                  <a:cubicBezTo>
                    <a:pt x="26110" y="40245"/>
                    <a:pt x="25958" y="40518"/>
                    <a:pt x="26049" y="40761"/>
                  </a:cubicBezTo>
                  <a:cubicBezTo>
                    <a:pt x="26105" y="40984"/>
                    <a:pt x="26262" y="41130"/>
                    <a:pt x="26452" y="41130"/>
                  </a:cubicBezTo>
                  <a:cubicBezTo>
                    <a:pt x="26469" y="41130"/>
                    <a:pt x="26487" y="41129"/>
                    <a:pt x="26505" y="41126"/>
                  </a:cubicBezTo>
                  <a:lnTo>
                    <a:pt x="26657" y="41126"/>
                  </a:lnTo>
                  <a:cubicBezTo>
                    <a:pt x="26900" y="41035"/>
                    <a:pt x="27052" y="40761"/>
                    <a:pt x="26992" y="40518"/>
                  </a:cubicBezTo>
                  <a:cubicBezTo>
                    <a:pt x="26914" y="40285"/>
                    <a:pt x="26726" y="40140"/>
                    <a:pt x="26502" y="40140"/>
                  </a:cubicBezTo>
                  <a:close/>
                  <a:moveTo>
                    <a:pt x="15403" y="40188"/>
                  </a:moveTo>
                  <a:cubicBezTo>
                    <a:pt x="15190" y="40188"/>
                    <a:pt x="15004" y="40329"/>
                    <a:pt x="14955" y="40549"/>
                  </a:cubicBezTo>
                  <a:cubicBezTo>
                    <a:pt x="14864" y="40822"/>
                    <a:pt x="15016" y="41065"/>
                    <a:pt x="15289" y="41157"/>
                  </a:cubicBezTo>
                  <a:cubicBezTo>
                    <a:pt x="15320" y="41157"/>
                    <a:pt x="15411" y="41157"/>
                    <a:pt x="15411" y="41187"/>
                  </a:cubicBezTo>
                  <a:cubicBezTo>
                    <a:pt x="15624" y="41187"/>
                    <a:pt x="15806" y="41035"/>
                    <a:pt x="15897" y="40822"/>
                  </a:cubicBezTo>
                  <a:cubicBezTo>
                    <a:pt x="15958" y="40549"/>
                    <a:pt x="15806" y="40275"/>
                    <a:pt x="15563" y="40214"/>
                  </a:cubicBezTo>
                  <a:cubicBezTo>
                    <a:pt x="15509" y="40196"/>
                    <a:pt x="15455" y="40188"/>
                    <a:pt x="15403" y="40188"/>
                  </a:cubicBezTo>
                  <a:close/>
                  <a:moveTo>
                    <a:pt x="23804" y="40690"/>
                  </a:moveTo>
                  <a:cubicBezTo>
                    <a:pt x="23773" y="40690"/>
                    <a:pt x="23741" y="40694"/>
                    <a:pt x="23709" y="40701"/>
                  </a:cubicBezTo>
                  <a:cubicBezTo>
                    <a:pt x="23435" y="40731"/>
                    <a:pt x="23253" y="41005"/>
                    <a:pt x="23314" y="41278"/>
                  </a:cubicBezTo>
                  <a:cubicBezTo>
                    <a:pt x="23341" y="41493"/>
                    <a:pt x="23510" y="41684"/>
                    <a:pt x="23716" y="41684"/>
                  </a:cubicBezTo>
                  <a:cubicBezTo>
                    <a:pt x="23744" y="41684"/>
                    <a:pt x="23772" y="41680"/>
                    <a:pt x="23800" y="41673"/>
                  </a:cubicBezTo>
                  <a:lnTo>
                    <a:pt x="23861" y="41673"/>
                  </a:lnTo>
                  <a:cubicBezTo>
                    <a:pt x="24134" y="41643"/>
                    <a:pt x="24317" y="41369"/>
                    <a:pt x="24286" y="41126"/>
                  </a:cubicBezTo>
                  <a:cubicBezTo>
                    <a:pt x="24260" y="40884"/>
                    <a:pt x="24043" y="40690"/>
                    <a:pt x="23804" y="40690"/>
                  </a:cubicBezTo>
                  <a:close/>
                  <a:moveTo>
                    <a:pt x="18184" y="40728"/>
                  </a:moveTo>
                  <a:cubicBezTo>
                    <a:pt x="17956" y="40728"/>
                    <a:pt x="17719" y="40903"/>
                    <a:pt x="17691" y="41157"/>
                  </a:cubicBezTo>
                  <a:cubicBezTo>
                    <a:pt x="17630" y="41430"/>
                    <a:pt x="17843" y="41673"/>
                    <a:pt x="18086" y="41734"/>
                  </a:cubicBezTo>
                  <a:lnTo>
                    <a:pt x="18177" y="41734"/>
                  </a:lnTo>
                  <a:cubicBezTo>
                    <a:pt x="18390" y="41734"/>
                    <a:pt x="18633" y="41582"/>
                    <a:pt x="18663" y="41309"/>
                  </a:cubicBezTo>
                  <a:cubicBezTo>
                    <a:pt x="18694" y="41035"/>
                    <a:pt x="18511" y="40761"/>
                    <a:pt x="18238" y="40731"/>
                  </a:cubicBezTo>
                  <a:cubicBezTo>
                    <a:pt x="18220" y="40729"/>
                    <a:pt x="18202" y="40728"/>
                    <a:pt x="18184" y="40728"/>
                  </a:cubicBezTo>
                  <a:close/>
                  <a:moveTo>
                    <a:pt x="20943" y="40913"/>
                  </a:moveTo>
                  <a:cubicBezTo>
                    <a:pt x="20669" y="40913"/>
                    <a:pt x="20457" y="41157"/>
                    <a:pt x="20457" y="41430"/>
                  </a:cubicBezTo>
                  <a:cubicBezTo>
                    <a:pt x="20457" y="41673"/>
                    <a:pt x="20669" y="41916"/>
                    <a:pt x="20943" y="41916"/>
                  </a:cubicBezTo>
                  <a:lnTo>
                    <a:pt x="21034" y="41916"/>
                  </a:lnTo>
                  <a:cubicBezTo>
                    <a:pt x="21277" y="41916"/>
                    <a:pt x="21520" y="41673"/>
                    <a:pt x="21520" y="41430"/>
                  </a:cubicBezTo>
                  <a:cubicBezTo>
                    <a:pt x="21520" y="41157"/>
                    <a:pt x="21277" y="40913"/>
                    <a:pt x="21034" y="409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0"/>
            <p:cNvSpPr/>
            <p:nvPr/>
          </p:nvSpPr>
          <p:spPr>
            <a:xfrm>
              <a:off x="4937300" y="4280750"/>
              <a:ext cx="884525" cy="883075"/>
            </a:xfrm>
            <a:custGeom>
              <a:avLst/>
              <a:gdLst/>
              <a:ahLst/>
              <a:cxnLst/>
              <a:rect l="l" t="t" r="r" b="b"/>
              <a:pathLst>
                <a:path w="35381" h="35323" extrusionOk="0">
                  <a:moveTo>
                    <a:pt x="17630" y="1"/>
                  </a:moveTo>
                  <a:cubicBezTo>
                    <a:pt x="17326" y="1"/>
                    <a:pt x="17082" y="213"/>
                    <a:pt x="17082" y="517"/>
                  </a:cubicBezTo>
                  <a:cubicBezTo>
                    <a:pt x="17082" y="821"/>
                    <a:pt x="17326" y="1064"/>
                    <a:pt x="17630" y="1064"/>
                  </a:cubicBezTo>
                  <a:cubicBezTo>
                    <a:pt x="17933" y="1064"/>
                    <a:pt x="18146" y="821"/>
                    <a:pt x="18146" y="517"/>
                  </a:cubicBezTo>
                  <a:cubicBezTo>
                    <a:pt x="18146" y="213"/>
                    <a:pt x="17933" y="1"/>
                    <a:pt x="17630" y="1"/>
                  </a:cubicBezTo>
                  <a:close/>
                  <a:moveTo>
                    <a:pt x="20481" y="180"/>
                  </a:moveTo>
                  <a:cubicBezTo>
                    <a:pt x="20201" y="180"/>
                    <a:pt x="19937" y="357"/>
                    <a:pt x="19909" y="639"/>
                  </a:cubicBezTo>
                  <a:cubicBezTo>
                    <a:pt x="19879" y="943"/>
                    <a:pt x="20061" y="1247"/>
                    <a:pt x="20365" y="1277"/>
                  </a:cubicBezTo>
                  <a:lnTo>
                    <a:pt x="20487" y="1277"/>
                  </a:lnTo>
                  <a:cubicBezTo>
                    <a:pt x="20730" y="1277"/>
                    <a:pt x="20973" y="1095"/>
                    <a:pt x="21003" y="821"/>
                  </a:cubicBezTo>
                  <a:cubicBezTo>
                    <a:pt x="21034" y="517"/>
                    <a:pt x="20851" y="213"/>
                    <a:pt x="20548" y="183"/>
                  </a:cubicBezTo>
                  <a:cubicBezTo>
                    <a:pt x="20525" y="181"/>
                    <a:pt x="20503" y="180"/>
                    <a:pt x="20481" y="180"/>
                  </a:cubicBezTo>
                  <a:close/>
                  <a:moveTo>
                    <a:pt x="14808" y="210"/>
                  </a:moveTo>
                  <a:cubicBezTo>
                    <a:pt x="14786" y="210"/>
                    <a:pt x="14764" y="211"/>
                    <a:pt x="14742" y="213"/>
                  </a:cubicBezTo>
                  <a:cubicBezTo>
                    <a:pt x="14438" y="305"/>
                    <a:pt x="14225" y="548"/>
                    <a:pt x="14286" y="852"/>
                  </a:cubicBezTo>
                  <a:cubicBezTo>
                    <a:pt x="14316" y="1125"/>
                    <a:pt x="14560" y="1308"/>
                    <a:pt x="14833" y="1308"/>
                  </a:cubicBezTo>
                  <a:lnTo>
                    <a:pt x="14924" y="1308"/>
                  </a:lnTo>
                  <a:cubicBezTo>
                    <a:pt x="15228" y="1247"/>
                    <a:pt x="15411" y="973"/>
                    <a:pt x="15380" y="669"/>
                  </a:cubicBezTo>
                  <a:cubicBezTo>
                    <a:pt x="15324" y="387"/>
                    <a:pt x="15084" y="210"/>
                    <a:pt x="14808" y="210"/>
                  </a:cubicBezTo>
                  <a:close/>
                  <a:moveTo>
                    <a:pt x="12095" y="901"/>
                  </a:moveTo>
                  <a:cubicBezTo>
                    <a:pt x="12027" y="901"/>
                    <a:pt x="11956" y="914"/>
                    <a:pt x="11885" y="943"/>
                  </a:cubicBezTo>
                  <a:cubicBezTo>
                    <a:pt x="11581" y="1004"/>
                    <a:pt x="11429" y="1308"/>
                    <a:pt x="11550" y="1612"/>
                  </a:cubicBezTo>
                  <a:cubicBezTo>
                    <a:pt x="11611" y="1855"/>
                    <a:pt x="11854" y="2007"/>
                    <a:pt x="12037" y="2007"/>
                  </a:cubicBezTo>
                  <a:cubicBezTo>
                    <a:pt x="12128" y="2007"/>
                    <a:pt x="12158" y="2007"/>
                    <a:pt x="12219" y="1976"/>
                  </a:cubicBezTo>
                  <a:cubicBezTo>
                    <a:pt x="12523" y="1885"/>
                    <a:pt x="12675" y="1581"/>
                    <a:pt x="12553" y="1277"/>
                  </a:cubicBezTo>
                  <a:cubicBezTo>
                    <a:pt x="12507" y="1044"/>
                    <a:pt x="12318" y="901"/>
                    <a:pt x="12095" y="901"/>
                  </a:cubicBezTo>
                  <a:close/>
                  <a:moveTo>
                    <a:pt x="23166" y="901"/>
                  </a:moveTo>
                  <a:cubicBezTo>
                    <a:pt x="22968" y="901"/>
                    <a:pt x="22768" y="1044"/>
                    <a:pt x="22675" y="1277"/>
                  </a:cubicBezTo>
                  <a:cubicBezTo>
                    <a:pt x="22554" y="1551"/>
                    <a:pt x="22706" y="1855"/>
                    <a:pt x="23010" y="1976"/>
                  </a:cubicBezTo>
                  <a:cubicBezTo>
                    <a:pt x="23070" y="1976"/>
                    <a:pt x="23131" y="1976"/>
                    <a:pt x="23162" y="2007"/>
                  </a:cubicBezTo>
                  <a:cubicBezTo>
                    <a:pt x="23405" y="2007"/>
                    <a:pt x="23617" y="1855"/>
                    <a:pt x="23709" y="1612"/>
                  </a:cubicBezTo>
                  <a:cubicBezTo>
                    <a:pt x="23830" y="1368"/>
                    <a:pt x="23648" y="1064"/>
                    <a:pt x="23344" y="943"/>
                  </a:cubicBezTo>
                  <a:cubicBezTo>
                    <a:pt x="23287" y="914"/>
                    <a:pt x="23227" y="901"/>
                    <a:pt x="23166" y="901"/>
                  </a:cubicBezTo>
                  <a:close/>
                  <a:moveTo>
                    <a:pt x="25795" y="1971"/>
                  </a:moveTo>
                  <a:cubicBezTo>
                    <a:pt x="25593" y="1971"/>
                    <a:pt x="25396" y="2088"/>
                    <a:pt x="25289" y="2280"/>
                  </a:cubicBezTo>
                  <a:cubicBezTo>
                    <a:pt x="25137" y="2523"/>
                    <a:pt x="25259" y="2888"/>
                    <a:pt x="25532" y="3040"/>
                  </a:cubicBezTo>
                  <a:cubicBezTo>
                    <a:pt x="25593" y="3101"/>
                    <a:pt x="25684" y="3101"/>
                    <a:pt x="25806" y="3101"/>
                  </a:cubicBezTo>
                  <a:cubicBezTo>
                    <a:pt x="25988" y="3101"/>
                    <a:pt x="26171" y="2979"/>
                    <a:pt x="26292" y="2797"/>
                  </a:cubicBezTo>
                  <a:cubicBezTo>
                    <a:pt x="26444" y="2523"/>
                    <a:pt x="26323" y="2189"/>
                    <a:pt x="26049" y="2037"/>
                  </a:cubicBezTo>
                  <a:cubicBezTo>
                    <a:pt x="25968" y="1992"/>
                    <a:pt x="25881" y="1971"/>
                    <a:pt x="25795" y="1971"/>
                  </a:cubicBezTo>
                  <a:close/>
                  <a:moveTo>
                    <a:pt x="9481" y="2001"/>
                  </a:moveTo>
                  <a:cubicBezTo>
                    <a:pt x="9396" y="2001"/>
                    <a:pt x="9313" y="2022"/>
                    <a:pt x="9240" y="2067"/>
                  </a:cubicBezTo>
                  <a:cubicBezTo>
                    <a:pt x="8967" y="2219"/>
                    <a:pt x="8845" y="2584"/>
                    <a:pt x="8997" y="2827"/>
                  </a:cubicBezTo>
                  <a:cubicBezTo>
                    <a:pt x="9088" y="3040"/>
                    <a:pt x="9271" y="3131"/>
                    <a:pt x="9483" y="3131"/>
                  </a:cubicBezTo>
                  <a:cubicBezTo>
                    <a:pt x="9575" y="3131"/>
                    <a:pt x="9666" y="3101"/>
                    <a:pt x="9757" y="3071"/>
                  </a:cubicBezTo>
                  <a:cubicBezTo>
                    <a:pt x="10031" y="2919"/>
                    <a:pt x="10152" y="2584"/>
                    <a:pt x="10000" y="2311"/>
                  </a:cubicBezTo>
                  <a:cubicBezTo>
                    <a:pt x="9893" y="2118"/>
                    <a:pt x="9682" y="2001"/>
                    <a:pt x="9481" y="2001"/>
                  </a:cubicBezTo>
                  <a:close/>
                  <a:moveTo>
                    <a:pt x="28141" y="3586"/>
                  </a:moveTo>
                  <a:cubicBezTo>
                    <a:pt x="27973" y="3586"/>
                    <a:pt x="27799" y="3655"/>
                    <a:pt x="27691" y="3800"/>
                  </a:cubicBezTo>
                  <a:cubicBezTo>
                    <a:pt x="27539" y="4013"/>
                    <a:pt x="27569" y="4347"/>
                    <a:pt x="27812" y="4560"/>
                  </a:cubicBezTo>
                  <a:cubicBezTo>
                    <a:pt x="27934" y="4621"/>
                    <a:pt x="28025" y="4651"/>
                    <a:pt x="28146" y="4651"/>
                  </a:cubicBezTo>
                  <a:cubicBezTo>
                    <a:pt x="28298" y="4651"/>
                    <a:pt x="28450" y="4590"/>
                    <a:pt x="28572" y="4438"/>
                  </a:cubicBezTo>
                  <a:cubicBezTo>
                    <a:pt x="28724" y="4195"/>
                    <a:pt x="28694" y="3861"/>
                    <a:pt x="28450" y="3678"/>
                  </a:cubicBezTo>
                  <a:cubicBezTo>
                    <a:pt x="28365" y="3617"/>
                    <a:pt x="28254" y="3586"/>
                    <a:pt x="28141" y="3586"/>
                  </a:cubicBezTo>
                  <a:close/>
                  <a:moveTo>
                    <a:pt x="7081" y="3594"/>
                  </a:moveTo>
                  <a:cubicBezTo>
                    <a:pt x="6966" y="3594"/>
                    <a:pt x="6849" y="3633"/>
                    <a:pt x="6748" y="3709"/>
                  </a:cubicBezTo>
                  <a:cubicBezTo>
                    <a:pt x="6535" y="3891"/>
                    <a:pt x="6474" y="4256"/>
                    <a:pt x="6687" y="4469"/>
                  </a:cubicBezTo>
                  <a:cubicBezTo>
                    <a:pt x="6809" y="4621"/>
                    <a:pt x="6961" y="4712"/>
                    <a:pt x="7052" y="4712"/>
                  </a:cubicBezTo>
                  <a:cubicBezTo>
                    <a:pt x="7173" y="4712"/>
                    <a:pt x="7295" y="4651"/>
                    <a:pt x="7417" y="4590"/>
                  </a:cubicBezTo>
                  <a:cubicBezTo>
                    <a:pt x="7660" y="4408"/>
                    <a:pt x="7721" y="4043"/>
                    <a:pt x="7508" y="3830"/>
                  </a:cubicBezTo>
                  <a:cubicBezTo>
                    <a:pt x="7401" y="3671"/>
                    <a:pt x="7243" y="3594"/>
                    <a:pt x="7081" y="3594"/>
                  </a:cubicBezTo>
                  <a:close/>
                  <a:moveTo>
                    <a:pt x="30279" y="5468"/>
                  </a:moveTo>
                  <a:cubicBezTo>
                    <a:pt x="30143" y="5468"/>
                    <a:pt x="30012" y="5521"/>
                    <a:pt x="29909" y="5624"/>
                  </a:cubicBezTo>
                  <a:cubicBezTo>
                    <a:pt x="29666" y="5806"/>
                    <a:pt x="29666" y="6140"/>
                    <a:pt x="29849" y="6384"/>
                  </a:cubicBezTo>
                  <a:cubicBezTo>
                    <a:pt x="29940" y="6536"/>
                    <a:pt x="30092" y="6566"/>
                    <a:pt x="30274" y="6566"/>
                  </a:cubicBezTo>
                  <a:cubicBezTo>
                    <a:pt x="30426" y="6566"/>
                    <a:pt x="30548" y="6536"/>
                    <a:pt x="30669" y="6414"/>
                  </a:cubicBezTo>
                  <a:cubicBezTo>
                    <a:pt x="30882" y="6232"/>
                    <a:pt x="30882" y="5867"/>
                    <a:pt x="30700" y="5654"/>
                  </a:cubicBezTo>
                  <a:cubicBezTo>
                    <a:pt x="30574" y="5529"/>
                    <a:pt x="30424" y="5468"/>
                    <a:pt x="30279" y="5468"/>
                  </a:cubicBezTo>
                  <a:close/>
                  <a:moveTo>
                    <a:pt x="5028" y="5551"/>
                  </a:moveTo>
                  <a:cubicBezTo>
                    <a:pt x="4882" y="5551"/>
                    <a:pt x="4731" y="5604"/>
                    <a:pt x="4620" y="5715"/>
                  </a:cubicBezTo>
                  <a:cubicBezTo>
                    <a:pt x="4438" y="5928"/>
                    <a:pt x="4438" y="6292"/>
                    <a:pt x="4681" y="6475"/>
                  </a:cubicBezTo>
                  <a:cubicBezTo>
                    <a:pt x="4772" y="6566"/>
                    <a:pt x="4894" y="6596"/>
                    <a:pt x="5015" y="6627"/>
                  </a:cubicBezTo>
                  <a:cubicBezTo>
                    <a:pt x="5167" y="6627"/>
                    <a:pt x="5319" y="6566"/>
                    <a:pt x="5441" y="6444"/>
                  </a:cubicBezTo>
                  <a:cubicBezTo>
                    <a:pt x="5623" y="6262"/>
                    <a:pt x="5623" y="5867"/>
                    <a:pt x="5380" y="5685"/>
                  </a:cubicBezTo>
                  <a:cubicBezTo>
                    <a:pt x="5292" y="5597"/>
                    <a:pt x="5163" y="5551"/>
                    <a:pt x="5028" y="5551"/>
                  </a:cubicBezTo>
                  <a:close/>
                  <a:moveTo>
                    <a:pt x="32007" y="7691"/>
                  </a:moveTo>
                  <a:cubicBezTo>
                    <a:pt x="31896" y="7691"/>
                    <a:pt x="31779" y="7722"/>
                    <a:pt x="31672" y="7782"/>
                  </a:cubicBezTo>
                  <a:cubicBezTo>
                    <a:pt x="31429" y="7934"/>
                    <a:pt x="31368" y="8268"/>
                    <a:pt x="31520" y="8542"/>
                  </a:cubicBezTo>
                  <a:cubicBezTo>
                    <a:pt x="31620" y="8666"/>
                    <a:pt x="31740" y="8770"/>
                    <a:pt x="31881" y="8770"/>
                  </a:cubicBezTo>
                  <a:cubicBezTo>
                    <a:pt x="31912" y="8770"/>
                    <a:pt x="31943" y="8765"/>
                    <a:pt x="31976" y="8755"/>
                  </a:cubicBezTo>
                  <a:cubicBezTo>
                    <a:pt x="32098" y="8755"/>
                    <a:pt x="32219" y="8755"/>
                    <a:pt x="32280" y="8694"/>
                  </a:cubicBezTo>
                  <a:cubicBezTo>
                    <a:pt x="32554" y="8542"/>
                    <a:pt x="32584" y="8177"/>
                    <a:pt x="32432" y="7934"/>
                  </a:cubicBezTo>
                  <a:cubicBezTo>
                    <a:pt x="32340" y="7767"/>
                    <a:pt x="32180" y="7691"/>
                    <a:pt x="32007" y="7691"/>
                  </a:cubicBezTo>
                  <a:close/>
                  <a:moveTo>
                    <a:pt x="3307" y="7746"/>
                  </a:moveTo>
                  <a:cubicBezTo>
                    <a:pt x="3125" y="7746"/>
                    <a:pt x="2954" y="7840"/>
                    <a:pt x="2857" y="7995"/>
                  </a:cubicBezTo>
                  <a:cubicBezTo>
                    <a:pt x="2644" y="8268"/>
                    <a:pt x="2736" y="8603"/>
                    <a:pt x="3009" y="8755"/>
                  </a:cubicBezTo>
                  <a:cubicBezTo>
                    <a:pt x="3070" y="8846"/>
                    <a:pt x="3192" y="8846"/>
                    <a:pt x="3313" y="8876"/>
                  </a:cubicBezTo>
                  <a:cubicBezTo>
                    <a:pt x="3496" y="8876"/>
                    <a:pt x="3648" y="8755"/>
                    <a:pt x="3769" y="8603"/>
                  </a:cubicBezTo>
                  <a:cubicBezTo>
                    <a:pt x="3951" y="8359"/>
                    <a:pt x="3860" y="7995"/>
                    <a:pt x="3617" y="7843"/>
                  </a:cubicBezTo>
                  <a:cubicBezTo>
                    <a:pt x="3518" y="7777"/>
                    <a:pt x="3411" y="7746"/>
                    <a:pt x="3307" y="7746"/>
                  </a:cubicBezTo>
                  <a:close/>
                  <a:moveTo>
                    <a:pt x="33355" y="10166"/>
                  </a:moveTo>
                  <a:cubicBezTo>
                    <a:pt x="33279" y="10166"/>
                    <a:pt x="33203" y="10182"/>
                    <a:pt x="33131" y="10214"/>
                  </a:cubicBezTo>
                  <a:cubicBezTo>
                    <a:pt x="32858" y="10335"/>
                    <a:pt x="32736" y="10669"/>
                    <a:pt x="32858" y="10943"/>
                  </a:cubicBezTo>
                  <a:cubicBezTo>
                    <a:pt x="32940" y="11134"/>
                    <a:pt x="33095" y="11252"/>
                    <a:pt x="33280" y="11252"/>
                  </a:cubicBezTo>
                  <a:cubicBezTo>
                    <a:pt x="33301" y="11252"/>
                    <a:pt x="33322" y="11250"/>
                    <a:pt x="33344" y="11247"/>
                  </a:cubicBezTo>
                  <a:cubicBezTo>
                    <a:pt x="33435" y="11247"/>
                    <a:pt x="33496" y="11247"/>
                    <a:pt x="33587" y="11186"/>
                  </a:cubicBezTo>
                  <a:cubicBezTo>
                    <a:pt x="33861" y="11095"/>
                    <a:pt x="33952" y="10730"/>
                    <a:pt x="33861" y="10487"/>
                  </a:cubicBezTo>
                  <a:cubicBezTo>
                    <a:pt x="33771" y="10285"/>
                    <a:pt x="33566" y="10166"/>
                    <a:pt x="33355" y="10166"/>
                  </a:cubicBezTo>
                  <a:close/>
                  <a:moveTo>
                    <a:pt x="1967" y="10274"/>
                  </a:moveTo>
                  <a:cubicBezTo>
                    <a:pt x="1764" y="10274"/>
                    <a:pt x="1555" y="10402"/>
                    <a:pt x="1489" y="10578"/>
                  </a:cubicBezTo>
                  <a:cubicBezTo>
                    <a:pt x="1337" y="10852"/>
                    <a:pt x="1489" y="11186"/>
                    <a:pt x="1733" y="11308"/>
                  </a:cubicBezTo>
                  <a:cubicBezTo>
                    <a:pt x="1793" y="11308"/>
                    <a:pt x="1854" y="11338"/>
                    <a:pt x="2006" y="11399"/>
                  </a:cubicBezTo>
                  <a:cubicBezTo>
                    <a:pt x="2189" y="11399"/>
                    <a:pt x="2432" y="11247"/>
                    <a:pt x="2492" y="11034"/>
                  </a:cubicBezTo>
                  <a:cubicBezTo>
                    <a:pt x="2614" y="10791"/>
                    <a:pt x="2462" y="10426"/>
                    <a:pt x="2189" y="10335"/>
                  </a:cubicBezTo>
                  <a:cubicBezTo>
                    <a:pt x="2121" y="10293"/>
                    <a:pt x="2045" y="10274"/>
                    <a:pt x="1967" y="10274"/>
                  </a:cubicBezTo>
                  <a:close/>
                  <a:moveTo>
                    <a:pt x="34222" y="12846"/>
                  </a:moveTo>
                  <a:cubicBezTo>
                    <a:pt x="34183" y="12846"/>
                    <a:pt x="34144" y="12850"/>
                    <a:pt x="34104" y="12858"/>
                  </a:cubicBezTo>
                  <a:cubicBezTo>
                    <a:pt x="33830" y="12949"/>
                    <a:pt x="33648" y="13253"/>
                    <a:pt x="33739" y="13557"/>
                  </a:cubicBezTo>
                  <a:cubicBezTo>
                    <a:pt x="33800" y="13770"/>
                    <a:pt x="34043" y="13922"/>
                    <a:pt x="34256" y="13922"/>
                  </a:cubicBezTo>
                  <a:lnTo>
                    <a:pt x="34408" y="13922"/>
                  </a:lnTo>
                  <a:cubicBezTo>
                    <a:pt x="34682" y="13861"/>
                    <a:pt x="34864" y="13557"/>
                    <a:pt x="34803" y="13253"/>
                  </a:cubicBezTo>
                  <a:cubicBezTo>
                    <a:pt x="34724" y="13015"/>
                    <a:pt x="34484" y="12846"/>
                    <a:pt x="34222" y="12846"/>
                  </a:cubicBezTo>
                  <a:close/>
                  <a:moveTo>
                    <a:pt x="1053" y="12906"/>
                  </a:moveTo>
                  <a:cubicBezTo>
                    <a:pt x="797" y="12906"/>
                    <a:pt x="564" y="13054"/>
                    <a:pt x="486" y="13314"/>
                  </a:cubicBezTo>
                  <a:cubicBezTo>
                    <a:pt x="456" y="13618"/>
                    <a:pt x="608" y="13922"/>
                    <a:pt x="912" y="14013"/>
                  </a:cubicBezTo>
                  <a:lnTo>
                    <a:pt x="1064" y="14013"/>
                  </a:lnTo>
                  <a:cubicBezTo>
                    <a:pt x="1277" y="14013"/>
                    <a:pt x="1520" y="13861"/>
                    <a:pt x="1581" y="13587"/>
                  </a:cubicBezTo>
                  <a:cubicBezTo>
                    <a:pt x="1641" y="13283"/>
                    <a:pt x="1489" y="12980"/>
                    <a:pt x="1185" y="12919"/>
                  </a:cubicBezTo>
                  <a:cubicBezTo>
                    <a:pt x="1141" y="12910"/>
                    <a:pt x="1097" y="12906"/>
                    <a:pt x="1053" y="12906"/>
                  </a:cubicBezTo>
                  <a:close/>
                  <a:moveTo>
                    <a:pt x="34775" y="15645"/>
                  </a:moveTo>
                  <a:cubicBezTo>
                    <a:pt x="34745" y="15645"/>
                    <a:pt x="34713" y="15648"/>
                    <a:pt x="34682" y="15654"/>
                  </a:cubicBezTo>
                  <a:cubicBezTo>
                    <a:pt x="34378" y="15685"/>
                    <a:pt x="34165" y="15958"/>
                    <a:pt x="34195" y="16262"/>
                  </a:cubicBezTo>
                  <a:cubicBezTo>
                    <a:pt x="34226" y="16505"/>
                    <a:pt x="34469" y="16749"/>
                    <a:pt x="34773" y="16749"/>
                  </a:cubicBezTo>
                  <a:lnTo>
                    <a:pt x="34803" y="16749"/>
                  </a:lnTo>
                  <a:cubicBezTo>
                    <a:pt x="35107" y="16718"/>
                    <a:pt x="35320" y="16445"/>
                    <a:pt x="35289" y="16141"/>
                  </a:cubicBezTo>
                  <a:cubicBezTo>
                    <a:pt x="35262" y="15868"/>
                    <a:pt x="35040" y="15645"/>
                    <a:pt x="34775" y="15645"/>
                  </a:cubicBezTo>
                  <a:close/>
                  <a:moveTo>
                    <a:pt x="581" y="15712"/>
                  </a:moveTo>
                  <a:cubicBezTo>
                    <a:pt x="300" y="15712"/>
                    <a:pt x="59" y="15917"/>
                    <a:pt x="30" y="16201"/>
                  </a:cubicBezTo>
                  <a:cubicBezTo>
                    <a:pt x="0" y="16505"/>
                    <a:pt x="213" y="16779"/>
                    <a:pt x="517" y="16809"/>
                  </a:cubicBezTo>
                  <a:lnTo>
                    <a:pt x="608" y="16809"/>
                  </a:lnTo>
                  <a:cubicBezTo>
                    <a:pt x="882" y="16809"/>
                    <a:pt x="1094" y="16627"/>
                    <a:pt x="1125" y="16323"/>
                  </a:cubicBezTo>
                  <a:cubicBezTo>
                    <a:pt x="1185" y="16019"/>
                    <a:pt x="942" y="15746"/>
                    <a:pt x="638" y="15715"/>
                  </a:cubicBezTo>
                  <a:cubicBezTo>
                    <a:pt x="619" y="15713"/>
                    <a:pt x="600" y="15712"/>
                    <a:pt x="581" y="15712"/>
                  </a:cubicBezTo>
                  <a:close/>
                  <a:moveTo>
                    <a:pt x="34776" y="18448"/>
                  </a:moveTo>
                  <a:cubicBezTo>
                    <a:pt x="34496" y="18448"/>
                    <a:pt x="34254" y="18652"/>
                    <a:pt x="34226" y="18937"/>
                  </a:cubicBezTo>
                  <a:cubicBezTo>
                    <a:pt x="34195" y="19241"/>
                    <a:pt x="34408" y="19515"/>
                    <a:pt x="34712" y="19545"/>
                  </a:cubicBezTo>
                  <a:lnTo>
                    <a:pt x="34803" y="19545"/>
                  </a:lnTo>
                  <a:cubicBezTo>
                    <a:pt x="35077" y="19545"/>
                    <a:pt x="35289" y="19363"/>
                    <a:pt x="35320" y="19059"/>
                  </a:cubicBezTo>
                  <a:cubicBezTo>
                    <a:pt x="35381" y="18755"/>
                    <a:pt x="35137" y="18481"/>
                    <a:pt x="34834" y="18451"/>
                  </a:cubicBezTo>
                  <a:cubicBezTo>
                    <a:pt x="34814" y="18449"/>
                    <a:pt x="34795" y="18448"/>
                    <a:pt x="34776" y="18448"/>
                  </a:cubicBezTo>
                  <a:close/>
                  <a:moveTo>
                    <a:pt x="611" y="18533"/>
                  </a:moveTo>
                  <a:cubicBezTo>
                    <a:pt x="580" y="18533"/>
                    <a:pt x="548" y="18536"/>
                    <a:pt x="517" y="18542"/>
                  </a:cubicBezTo>
                  <a:cubicBezTo>
                    <a:pt x="213" y="18572"/>
                    <a:pt x="0" y="18846"/>
                    <a:pt x="30" y="19150"/>
                  </a:cubicBezTo>
                  <a:cubicBezTo>
                    <a:pt x="30" y="19454"/>
                    <a:pt x="304" y="19636"/>
                    <a:pt x="608" y="19636"/>
                  </a:cubicBezTo>
                  <a:lnTo>
                    <a:pt x="638" y="19636"/>
                  </a:lnTo>
                  <a:cubicBezTo>
                    <a:pt x="942" y="19606"/>
                    <a:pt x="1185" y="19332"/>
                    <a:pt x="1125" y="19028"/>
                  </a:cubicBezTo>
                  <a:cubicBezTo>
                    <a:pt x="1097" y="18756"/>
                    <a:pt x="875" y="18533"/>
                    <a:pt x="611" y="18533"/>
                  </a:cubicBezTo>
                  <a:close/>
                  <a:moveTo>
                    <a:pt x="34276" y="21264"/>
                  </a:moveTo>
                  <a:cubicBezTo>
                    <a:pt x="34020" y="21264"/>
                    <a:pt x="33791" y="21413"/>
                    <a:pt x="33739" y="21673"/>
                  </a:cubicBezTo>
                  <a:cubicBezTo>
                    <a:pt x="33648" y="21946"/>
                    <a:pt x="33861" y="22250"/>
                    <a:pt x="34165" y="22341"/>
                  </a:cubicBezTo>
                  <a:cubicBezTo>
                    <a:pt x="34226" y="22372"/>
                    <a:pt x="34256" y="22372"/>
                    <a:pt x="34317" y="22372"/>
                  </a:cubicBezTo>
                  <a:cubicBezTo>
                    <a:pt x="34530" y="22372"/>
                    <a:pt x="34742" y="22220"/>
                    <a:pt x="34834" y="21946"/>
                  </a:cubicBezTo>
                  <a:cubicBezTo>
                    <a:pt x="34864" y="21642"/>
                    <a:pt x="34712" y="21338"/>
                    <a:pt x="34408" y="21278"/>
                  </a:cubicBezTo>
                  <a:cubicBezTo>
                    <a:pt x="34364" y="21269"/>
                    <a:pt x="34319" y="21264"/>
                    <a:pt x="34276" y="21264"/>
                  </a:cubicBezTo>
                  <a:close/>
                  <a:moveTo>
                    <a:pt x="1030" y="21327"/>
                  </a:moveTo>
                  <a:cubicBezTo>
                    <a:pt x="991" y="21327"/>
                    <a:pt x="952" y="21330"/>
                    <a:pt x="912" y="21338"/>
                  </a:cubicBezTo>
                  <a:cubicBezTo>
                    <a:pt x="638" y="21399"/>
                    <a:pt x="456" y="21733"/>
                    <a:pt x="517" y="22037"/>
                  </a:cubicBezTo>
                  <a:cubicBezTo>
                    <a:pt x="573" y="22234"/>
                    <a:pt x="760" y="22405"/>
                    <a:pt x="1004" y="22405"/>
                  </a:cubicBezTo>
                  <a:cubicBezTo>
                    <a:pt x="1024" y="22405"/>
                    <a:pt x="1044" y="22404"/>
                    <a:pt x="1064" y="22402"/>
                  </a:cubicBezTo>
                  <a:lnTo>
                    <a:pt x="1216" y="22402"/>
                  </a:lnTo>
                  <a:cubicBezTo>
                    <a:pt x="1489" y="22341"/>
                    <a:pt x="1672" y="22037"/>
                    <a:pt x="1581" y="21733"/>
                  </a:cubicBezTo>
                  <a:cubicBezTo>
                    <a:pt x="1528" y="21496"/>
                    <a:pt x="1291" y="21327"/>
                    <a:pt x="1030" y="21327"/>
                  </a:cubicBezTo>
                  <a:close/>
                  <a:moveTo>
                    <a:pt x="33352" y="23952"/>
                  </a:moveTo>
                  <a:cubicBezTo>
                    <a:pt x="33145" y="23952"/>
                    <a:pt x="32946" y="24080"/>
                    <a:pt x="32858" y="24256"/>
                  </a:cubicBezTo>
                  <a:cubicBezTo>
                    <a:pt x="32736" y="24530"/>
                    <a:pt x="32888" y="24864"/>
                    <a:pt x="33162" y="24986"/>
                  </a:cubicBezTo>
                  <a:cubicBezTo>
                    <a:pt x="33253" y="25016"/>
                    <a:pt x="33314" y="25077"/>
                    <a:pt x="33405" y="25077"/>
                  </a:cubicBezTo>
                  <a:cubicBezTo>
                    <a:pt x="33587" y="25077"/>
                    <a:pt x="33800" y="24925"/>
                    <a:pt x="33891" y="24712"/>
                  </a:cubicBezTo>
                  <a:cubicBezTo>
                    <a:pt x="34013" y="24469"/>
                    <a:pt x="33861" y="24104"/>
                    <a:pt x="33587" y="24013"/>
                  </a:cubicBezTo>
                  <a:cubicBezTo>
                    <a:pt x="33512" y="23971"/>
                    <a:pt x="33431" y="23952"/>
                    <a:pt x="33352" y="23952"/>
                  </a:cubicBezTo>
                  <a:close/>
                  <a:moveTo>
                    <a:pt x="1926" y="24027"/>
                  </a:moveTo>
                  <a:cubicBezTo>
                    <a:pt x="1850" y="24027"/>
                    <a:pt x="1774" y="24042"/>
                    <a:pt x="1702" y="24074"/>
                  </a:cubicBezTo>
                  <a:cubicBezTo>
                    <a:pt x="1429" y="24196"/>
                    <a:pt x="1337" y="24530"/>
                    <a:pt x="1429" y="24803"/>
                  </a:cubicBezTo>
                  <a:cubicBezTo>
                    <a:pt x="1550" y="24986"/>
                    <a:pt x="1733" y="25107"/>
                    <a:pt x="1915" y="25107"/>
                  </a:cubicBezTo>
                  <a:cubicBezTo>
                    <a:pt x="2006" y="25107"/>
                    <a:pt x="2097" y="25107"/>
                    <a:pt x="2158" y="25077"/>
                  </a:cubicBezTo>
                  <a:cubicBezTo>
                    <a:pt x="2432" y="24955"/>
                    <a:pt x="2553" y="24621"/>
                    <a:pt x="2432" y="24347"/>
                  </a:cubicBezTo>
                  <a:cubicBezTo>
                    <a:pt x="2342" y="24146"/>
                    <a:pt x="2137" y="24027"/>
                    <a:pt x="1926" y="24027"/>
                  </a:cubicBezTo>
                  <a:close/>
                  <a:moveTo>
                    <a:pt x="32062" y="26440"/>
                  </a:moveTo>
                  <a:cubicBezTo>
                    <a:pt x="31879" y="26440"/>
                    <a:pt x="31708" y="26533"/>
                    <a:pt x="31612" y="26688"/>
                  </a:cubicBezTo>
                  <a:cubicBezTo>
                    <a:pt x="31429" y="26962"/>
                    <a:pt x="31490" y="27296"/>
                    <a:pt x="31764" y="27448"/>
                  </a:cubicBezTo>
                  <a:cubicBezTo>
                    <a:pt x="31824" y="27509"/>
                    <a:pt x="31946" y="27539"/>
                    <a:pt x="32067" y="27569"/>
                  </a:cubicBezTo>
                  <a:cubicBezTo>
                    <a:pt x="32250" y="27569"/>
                    <a:pt x="32402" y="27448"/>
                    <a:pt x="32523" y="27296"/>
                  </a:cubicBezTo>
                  <a:cubicBezTo>
                    <a:pt x="32706" y="27053"/>
                    <a:pt x="32645" y="26688"/>
                    <a:pt x="32371" y="26536"/>
                  </a:cubicBezTo>
                  <a:cubicBezTo>
                    <a:pt x="32272" y="26470"/>
                    <a:pt x="32165" y="26440"/>
                    <a:pt x="32062" y="26440"/>
                  </a:cubicBezTo>
                  <a:close/>
                  <a:moveTo>
                    <a:pt x="3341" y="26504"/>
                  </a:moveTo>
                  <a:cubicBezTo>
                    <a:pt x="3225" y="26504"/>
                    <a:pt x="3107" y="26535"/>
                    <a:pt x="3009" y="26597"/>
                  </a:cubicBezTo>
                  <a:cubicBezTo>
                    <a:pt x="2736" y="26718"/>
                    <a:pt x="2705" y="27083"/>
                    <a:pt x="2857" y="27357"/>
                  </a:cubicBezTo>
                  <a:cubicBezTo>
                    <a:pt x="2937" y="27489"/>
                    <a:pt x="3108" y="27575"/>
                    <a:pt x="3252" y="27575"/>
                  </a:cubicBezTo>
                  <a:cubicBezTo>
                    <a:pt x="3273" y="27575"/>
                    <a:pt x="3294" y="27573"/>
                    <a:pt x="3313" y="27569"/>
                  </a:cubicBezTo>
                  <a:cubicBezTo>
                    <a:pt x="3404" y="27569"/>
                    <a:pt x="3496" y="27569"/>
                    <a:pt x="3617" y="27478"/>
                  </a:cubicBezTo>
                  <a:cubicBezTo>
                    <a:pt x="3860" y="27357"/>
                    <a:pt x="3891" y="26992"/>
                    <a:pt x="3769" y="26718"/>
                  </a:cubicBezTo>
                  <a:cubicBezTo>
                    <a:pt x="3678" y="26573"/>
                    <a:pt x="3512" y="26504"/>
                    <a:pt x="3341" y="26504"/>
                  </a:cubicBezTo>
                  <a:close/>
                  <a:moveTo>
                    <a:pt x="30308" y="28686"/>
                  </a:moveTo>
                  <a:cubicBezTo>
                    <a:pt x="30157" y="28686"/>
                    <a:pt x="30007" y="28746"/>
                    <a:pt x="29909" y="28876"/>
                  </a:cubicBezTo>
                  <a:cubicBezTo>
                    <a:pt x="29697" y="29059"/>
                    <a:pt x="29697" y="29424"/>
                    <a:pt x="29940" y="29636"/>
                  </a:cubicBezTo>
                  <a:cubicBezTo>
                    <a:pt x="30015" y="29711"/>
                    <a:pt x="30152" y="29766"/>
                    <a:pt x="30232" y="29766"/>
                  </a:cubicBezTo>
                  <a:cubicBezTo>
                    <a:pt x="30249" y="29766"/>
                    <a:pt x="30263" y="29763"/>
                    <a:pt x="30274" y="29758"/>
                  </a:cubicBezTo>
                  <a:cubicBezTo>
                    <a:pt x="30426" y="29758"/>
                    <a:pt x="30578" y="29697"/>
                    <a:pt x="30700" y="29576"/>
                  </a:cubicBezTo>
                  <a:cubicBezTo>
                    <a:pt x="30882" y="29393"/>
                    <a:pt x="30882" y="28998"/>
                    <a:pt x="30669" y="28816"/>
                  </a:cubicBezTo>
                  <a:cubicBezTo>
                    <a:pt x="30571" y="28731"/>
                    <a:pt x="30439" y="28686"/>
                    <a:pt x="30308" y="28686"/>
                  </a:cubicBezTo>
                  <a:close/>
                  <a:moveTo>
                    <a:pt x="5045" y="28774"/>
                  </a:moveTo>
                  <a:cubicBezTo>
                    <a:pt x="4914" y="28774"/>
                    <a:pt x="4783" y="28819"/>
                    <a:pt x="4681" y="28907"/>
                  </a:cubicBezTo>
                  <a:cubicBezTo>
                    <a:pt x="4438" y="29089"/>
                    <a:pt x="4438" y="29424"/>
                    <a:pt x="4620" y="29667"/>
                  </a:cubicBezTo>
                  <a:cubicBezTo>
                    <a:pt x="4742" y="29788"/>
                    <a:pt x="4894" y="29819"/>
                    <a:pt x="5015" y="29849"/>
                  </a:cubicBezTo>
                  <a:cubicBezTo>
                    <a:pt x="5167" y="29849"/>
                    <a:pt x="5289" y="29819"/>
                    <a:pt x="5380" y="29697"/>
                  </a:cubicBezTo>
                  <a:cubicBezTo>
                    <a:pt x="5623" y="29515"/>
                    <a:pt x="5623" y="29180"/>
                    <a:pt x="5441" y="28937"/>
                  </a:cubicBezTo>
                  <a:cubicBezTo>
                    <a:pt x="5330" y="28827"/>
                    <a:pt x="5187" y="28774"/>
                    <a:pt x="5045" y="28774"/>
                  </a:cubicBezTo>
                  <a:close/>
                  <a:moveTo>
                    <a:pt x="28228" y="30611"/>
                  </a:moveTo>
                  <a:cubicBezTo>
                    <a:pt x="28106" y="30611"/>
                    <a:pt x="27981" y="30650"/>
                    <a:pt x="27873" y="30731"/>
                  </a:cubicBezTo>
                  <a:cubicBezTo>
                    <a:pt x="27660" y="30913"/>
                    <a:pt x="27630" y="31247"/>
                    <a:pt x="27812" y="31490"/>
                  </a:cubicBezTo>
                  <a:cubicBezTo>
                    <a:pt x="27913" y="31617"/>
                    <a:pt x="28036" y="31680"/>
                    <a:pt x="28127" y="31680"/>
                  </a:cubicBezTo>
                  <a:cubicBezTo>
                    <a:pt x="28145" y="31680"/>
                    <a:pt x="28162" y="31678"/>
                    <a:pt x="28177" y="31673"/>
                  </a:cubicBezTo>
                  <a:cubicBezTo>
                    <a:pt x="28298" y="31673"/>
                    <a:pt x="28420" y="31642"/>
                    <a:pt x="28542" y="31551"/>
                  </a:cubicBezTo>
                  <a:cubicBezTo>
                    <a:pt x="28785" y="31369"/>
                    <a:pt x="28846" y="31035"/>
                    <a:pt x="28633" y="30791"/>
                  </a:cubicBezTo>
                  <a:cubicBezTo>
                    <a:pt x="28531" y="30673"/>
                    <a:pt x="28382" y="30611"/>
                    <a:pt x="28228" y="30611"/>
                  </a:cubicBezTo>
                  <a:close/>
                  <a:moveTo>
                    <a:pt x="7124" y="30668"/>
                  </a:moveTo>
                  <a:cubicBezTo>
                    <a:pt x="6959" y="30668"/>
                    <a:pt x="6796" y="30737"/>
                    <a:pt x="6687" y="30883"/>
                  </a:cubicBezTo>
                  <a:cubicBezTo>
                    <a:pt x="6505" y="31095"/>
                    <a:pt x="6566" y="31460"/>
                    <a:pt x="6809" y="31642"/>
                  </a:cubicBezTo>
                  <a:cubicBezTo>
                    <a:pt x="6900" y="31703"/>
                    <a:pt x="7021" y="31764"/>
                    <a:pt x="7143" y="31764"/>
                  </a:cubicBezTo>
                  <a:cubicBezTo>
                    <a:pt x="7295" y="31764"/>
                    <a:pt x="7447" y="31673"/>
                    <a:pt x="7569" y="31521"/>
                  </a:cubicBezTo>
                  <a:cubicBezTo>
                    <a:pt x="7721" y="31278"/>
                    <a:pt x="7660" y="30943"/>
                    <a:pt x="7447" y="30761"/>
                  </a:cubicBezTo>
                  <a:cubicBezTo>
                    <a:pt x="7349" y="30700"/>
                    <a:pt x="7236" y="30668"/>
                    <a:pt x="7124" y="30668"/>
                  </a:cubicBezTo>
                  <a:close/>
                  <a:moveTo>
                    <a:pt x="25919" y="32147"/>
                  </a:moveTo>
                  <a:cubicBezTo>
                    <a:pt x="25825" y="32147"/>
                    <a:pt x="25733" y="32170"/>
                    <a:pt x="25654" y="32220"/>
                  </a:cubicBezTo>
                  <a:cubicBezTo>
                    <a:pt x="25380" y="32372"/>
                    <a:pt x="25259" y="32706"/>
                    <a:pt x="25411" y="32980"/>
                  </a:cubicBezTo>
                  <a:cubicBezTo>
                    <a:pt x="25472" y="33162"/>
                    <a:pt x="25684" y="33284"/>
                    <a:pt x="25897" y="33284"/>
                  </a:cubicBezTo>
                  <a:cubicBezTo>
                    <a:pt x="25988" y="33284"/>
                    <a:pt x="26110" y="33223"/>
                    <a:pt x="26171" y="33193"/>
                  </a:cubicBezTo>
                  <a:cubicBezTo>
                    <a:pt x="26444" y="33041"/>
                    <a:pt x="26566" y="32706"/>
                    <a:pt x="26414" y="32433"/>
                  </a:cubicBezTo>
                  <a:cubicBezTo>
                    <a:pt x="26311" y="32248"/>
                    <a:pt x="26112" y="32147"/>
                    <a:pt x="25919" y="32147"/>
                  </a:cubicBezTo>
                  <a:close/>
                  <a:moveTo>
                    <a:pt x="9498" y="32183"/>
                  </a:moveTo>
                  <a:cubicBezTo>
                    <a:pt x="9297" y="32183"/>
                    <a:pt x="9103" y="32294"/>
                    <a:pt x="8997" y="32463"/>
                  </a:cubicBezTo>
                  <a:cubicBezTo>
                    <a:pt x="8845" y="32737"/>
                    <a:pt x="8967" y="33071"/>
                    <a:pt x="9240" y="33223"/>
                  </a:cubicBezTo>
                  <a:cubicBezTo>
                    <a:pt x="9332" y="33284"/>
                    <a:pt x="9423" y="33314"/>
                    <a:pt x="9483" y="33314"/>
                  </a:cubicBezTo>
                  <a:cubicBezTo>
                    <a:pt x="9696" y="33314"/>
                    <a:pt x="9879" y="33193"/>
                    <a:pt x="10000" y="33010"/>
                  </a:cubicBezTo>
                  <a:cubicBezTo>
                    <a:pt x="10152" y="32737"/>
                    <a:pt x="10031" y="32402"/>
                    <a:pt x="9757" y="32250"/>
                  </a:cubicBezTo>
                  <a:cubicBezTo>
                    <a:pt x="9674" y="32204"/>
                    <a:pt x="9585" y="32183"/>
                    <a:pt x="9498" y="32183"/>
                  </a:cubicBezTo>
                  <a:close/>
                  <a:moveTo>
                    <a:pt x="23342" y="33303"/>
                  </a:moveTo>
                  <a:cubicBezTo>
                    <a:pt x="23274" y="33303"/>
                    <a:pt x="23202" y="33316"/>
                    <a:pt x="23131" y="33345"/>
                  </a:cubicBezTo>
                  <a:cubicBezTo>
                    <a:pt x="22827" y="33436"/>
                    <a:pt x="22675" y="33740"/>
                    <a:pt x="22797" y="34044"/>
                  </a:cubicBezTo>
                  <a:cubicBezTo>
                    <a:pt x="22858" y="34256"/>
                    <a:pt x="23070" y="34408"/>
                    <a:pt x="23283" y="34408"/>
                  </a:cubicBezTo>
                  <a:cubicBezTo>
                    <a:pt x="23374" y="34408"/>
                    <a:pt x="23405" y="34378"/>
                    <a:pt x="23466" y="34378"/>
                  </a:cubicBezTo>
                  <a:cubicBezTo>
                    <a:pt x="23769" y="34287"/>
                    <a:pt x="23921" y="33983"/>
                    <a:pt x="23830" y="33679"/>
                  </a:cubicBezTo>
                  <a:cubicBezTo>
                    <a:pt x="23760" y="33446"/>
                    <a:pt x="23566" y="33303"/>
                    <a:pt x="23342" y="33303"/>
                  </a:cubicBezTo>
                  <a:close/>
                  <a:moveTo>
                    <a:pt x="12118" y="33349"/>
                  </a:moveTo>
                  <a:cubicBezTo>
                    <a:pt x="11895" y="33349"/>
                    <a:pt x="11679" y="33495"/>
                    <a:pt x="11581" y="33740"/>
                  </a:cubicBezTo>
                  <a:cubicBezTo>
                    <a:pt x="11459" y="33983"/>
                    <a:pt x="11611" y="34287"/>
                    <a:pt x="11915" y="34408"/>
                  </a:cubicBezTo>
                  <a:cubicBezTo>
                    <a:pt x="11976" y="34408"/>
                    <a:pt x="12037" y="34439"/>
                    <a:pt x="12067" y="34439"/>
                  </a:cubicBezTo>
                  <a:cubicBezTo>
                    <a:pt x="12310" y="34439"/>
                    <a:pt x="12523" y="34287"/>
                    <a:pt x="12614" y="34074"/>
                  </a:cubicBezTo>
                  <a:cubicBezTo>
                    <a:pt x="12736" y="33801"/>
                    <a:pt x="12553" y="33497"/>
                    <a:pt x="12280" y="33375"/>
                  </a:cubicBezTo>
                  <a:cubicBezTo>
                    <a:pt x="12227" y="33357"/>
                    <a:pt x="12172" y="33349"/>
                    <a:pt x="12118" y="33349"/>
                  </a:cubicBezTo>
                  <a:close/>
                  <a:moveTo>
                    <a:pt x="20552" y="33980"/>
                  </a:moveTo>
                  <a:cubicBezTo>
                    <a:pt x="20531" y="33980"/>
                    <a:pt x="20509" y="33981"/>
                    <a:pt x="20487" y="33983"/>
                  </a:cubicBezTo>
                  <a:cubicBezTo>
                    <a:pt x="20152" y="34074"/>
                    <a:pt x="19970" y="34348"/>
                    <a:pt x="20031" y="34652"/>
                  </a:cubicBezTo>
                  <a:cubicBezTo>
                    <a:pt x="20061" y="34895"/>
                    <a:pt x="20274" y="35108"/>
                    <a:pt x="20578" y="35108"/>
                  </a:cubicBezTo>
                  <a:lnTo>
                    <a:pt x="20669" y="35108"/>
                  </a:lnTo>
                  <a:cubicBezTo>
                    <a:pt x="20973" y="35016"/>
                    <a:pt x="21155" y="34743"/>
                    <a:pt x="21125" y="34439"/>
                  </a:cubicBezTo>
                  <a:cubicBezTo>
                    <a:pt x="21040" y="34157"/>
                    <a:pt x="20825" y="33980"/>
                    <a:pt x="20552" y="33980"/>
                  </a:cubicBezTo>
                  <a:close/>
                  <a:moveTo>
                    <a:pt x="14819" y="34033"/>
                  </a:moveTo>
                  <a:cubicBezTo>
                    <a:pt x="14554" y="34033"/>
                    <a:pt x="14313" y="34231"/>
                    <a:pt x="14286" y="34500"/>
                  </a:cubicBezTo>
                  <a:cubicBezTo>
                    <a:pt x="14256" y="34804"/>
                    <a:pt x="14438" y="35077"/>
                    <a:pt x="14742" y="35138"/>
                  </a:cubicBezTo>
                  <a:lnTo>
                    <a:pt x="14864" y="35138"/>
                  </a:lnTo>
                  <a:cubicBezTo>
                    <a:pt x="15107" y="35138"/>
                    <a:pt x="15350" y="34956"/>
                    <a:pt x="15380" y="34682"/>
                  </a:cubicBezTo>
                  <a:cubicBezTo>
                    <a:pt x="15411" y="34378"/>
                    <a:pt x="15228" y="34074"/>
                    <a:pt x="14924" y="34044"/>
                  </a:cubicBezTo>
                  <a:cubicBezTo>
                    <a:pt x="14889" y="34037"/>
                    <a:pt x="14854" y="34033"/>
                    <a:pt x="14819" y="34033"/>
                  </a:cubicBezTo>
                  <a:close/>
                  <a:moveTo>
                    <a:pt x="17660" y="34256"/>
                  </a:moveTo>
                  <a:cubicBezTo>
                    <a:pt x="17356" y="34256"/>
                    <a:pt x="17113" y="34500"/>
                    <a:pt x="17113" y="34804"/>
                  </a:cubicBezTo>
                  <a:cubicBezTo>
                    <a:pt x="17113" y="35090"/>
                    <a:pt x="17329" y="35323"/>
                    <a:pt x="17634" y="35323"/>
                  </a:cubicBezTo>
                  <a:cubicBezTo>
                    <a:pt x="17653" y="35323"/>
                    <a:pt x="17671" y="35322"/>
                    <a:pt x="17690" y="35320"/>
                  </a:cubicBezTo>
                  <a:lnTo>
                    <a:pt x="17782" y="35320"/>
                  </a:lnTo>
                  <a:cubicBezTo>
                    <a:pt x="18085" y="35320"/>
                    <a:pt x="18298" y="35108"/>
                    <a:pt x="18298" y="34804"/>
                  </a:cubicBezTo>
                  <a:cubicBezTo>
                    <a:pt x="18268" y="34500"/>
                    <a:pt x="18025" y="34256"/>
                    <a:pt x="17751" y="342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0"/>
            <p:cNvSpPr/>
            <p:nvPr/>
          </p:nvSpPr>
          <p:spPr>
            <a:xfrm>
              <a:off x="5017825" y="4361300"/>
              <a:ext cx="721925" cy="721925"/>
            </a:xfrm>
            <a:custGeom>
              <a:avLst/>
              <a:gdLst/>
              <a:ahLst/>
              <a:cxnLst/>
              <a:rect l="l" t="t" r="r" b="b"/>
              <a:pathLst>
                <a:path w="28877" h="28877" extrusionOk="0">
                  <a:moveTo>
                    <a:pt x="14409" y="1"/>
                  </a:moveTo>
                  <a:cubicBezTo>
                    <a:pt x="14074" y="1"/>
                    <a:pt x="13801" y="274"/>
                    <a:pt x="13801" y="608"/>
                  </a:cubicBezTo>
                  <a:cubicBezTo>
                    <a:pt x="13801" y="943"/>
                    <a:pt x="14105" y="1216"/>
                    <a:pt x="14409" y="1216"/>
                  </a:cubicBezTo>
                  <a:cubicBezTo>
                    <a:pt x="14743" y="1216"/>
                    <a:pt x="15016" y="943"/>
                    <a:pt x="15016" y="608"/>
                  </a:cubicBezTo>
                  <a:cubicBezTo>
                    <a:pt x="15016" y="274"/>
                    <a:pt x="14743" y="1"/>
                    <a:pt x="14409" y="1"/>
                  </a:cubicBezTo>
                  <a:close/>
                  <a:moveTo>
                    <a:pt x="11717" y="285"/>
                  </a:moveTo>
                  <a:cubicBezTo>
                    <a:pt x="11671" y="285"/>
                    <a:pt x="11626" y="291"/>
                    <a:pt x="11582" y="304"/>
                  </a:cubicBezTo>
                  <a:cubicBezTo>
                    <a:pt x="11278" y="335"/>
                    <a:pt x="11065" y="669"/>
                    <a:pt x="11126" y="973"/>
                  </a:cubicBezTo>
                  <a:cubicBezTo>
                    <a:pt x="11183" y="1258"/>
                    <a:pt x="11399" y="1462"/>
                    <a:pt x="11651" y="1462"/>
                  </a:cubicBezTo>
                  <a:cubicBezTo>
                    <a:pt x="11669" y="1462"/>
                    <a:pt x="11686" y="1461"/>
                    <a:pt x="11703" y="1459"/>
                  </a:cubicBezTo>
                  <a:lnTo>
                    <a:pt x="11825" y="1459"/>
                  </a:lnTo>
                  <a:cubicBezTo>
                    <a:pt x="12129" y="1399"/>
                    <a:pt x="12342" y="1064"/>
                    <a:pt x="12281" y="760"/>
                  </a:cubicBezTo>
                  <a:cubicBezTo>
                    <a:pt x="12255" y="500"/>
                    <a:pt x="11984" y="285"/>
                    <a:pt x="11717" y="285"/>
                  </a:cubicBezTo>
                  <a:close/>
                  <a:moveTo>
                    <a:pt x="17100" y="324"/>
                  </a:moveTo>
                  <a:cubicBezTo>
                    <a:pt x="16834" y="324"/>
                    <a:pt x="16590" y="522"/>
                    <a:pt x="16536" y="791"/>
                  </a:cubicBezTo>
                  <a:cubicBezTo>
                    <a:pt x="16445" y="1095"/>
                    <a:pt x="16688" y="1399"/>
                    <a:pt x="16992" y="1490"/>
                  </a:cubicBezTo>
                  <a:cubicBezTo>
                    <a:pt x="17023" y="1490"/>
                    <a:pt x="17053" y="1490"/>
                    <a:pt x="17083" y="1520"/>
                  </a:cubicBezTo>
                  <a:cubicBezTo>
                    <a:pt x="17357" y="1520"/>
                    <a:pt x="17630" y="1338"/>
                    <a:pt x="17661" y="1034"/>
                  </a:cubicBezTo>
                  <a:cubicBezTo>
                    <a:pt x="17752" y="730"/>
                    <a:pt x="17509" y="426"/>
                    <a:pt x="17205" y="335"/>
                  </a:cubicBezTo>
                  <a:cubicBezTo>
                    <a:pt x="17170" y="328"/>
                    <a:pt x="17135" y="324"/>
                    <a:pt x="17100" y="324"/>
                  </a:cubicBezTo>
                  <a:close/>
                  <a:moveTo>
                    <a:pt x="9107" y="1091"/>
                  </a:moveTo>
                  <a:cubicBezTo>
                    <a:pt x="9029" y="1091"/>
                    <a:pt x="8951" y="1103"/>
                    <a:pt x="8877" y="1125"/>
                  </a:cubicBezTo>
                  <a:cubicBezTo>
                    <a:pt x="8573" y="1247"/>
                    <a:pt x="8481" y="1581"/>
                    <a:pt x="8573" y="1885"/>
                  </a:cubicBezTo>
                  <a:cubicBezTo>
                    <a:pt x="8664" y="2128"/>
                    <a:pt x="8907" y="2280"/>
                    <a:pt x="9150" y="2280"/>
                  </a:cubicBezTo>
                  <a:cubicBezTo>
                    <a:pt x="9241" y="2280"/>
                    <a:pt x="9302" y="2280"/>
                    <a:pt x="9393" y="2250"/>
                  </a:cubicBezTo>
                  <a:cubicBezTo>
                    <a:pt x="9697" y="2098"/>
                    <a:pt x="9788" y="1733"/>
                    <a:pt x="9697" y="1429"/>
                  </a:cubicBezTo>
                  <a:cubicBezTo>
                    <a:pt x="9582" y="1200"/>
                    <a:pt x="9346" y="1091"/>
                    <a:pt x="9107" y="1091"/>
                  </a:cubicBezTo>
                  <a:close/>
                  <a:moveTo>
                    <a:pt x="19664" y="1066"/>
                  </a:moveTo>
                  <a:cubicBezTo>
                    <a:pt x="19442" y="1066"/>
                    <a:pt x="19239" y="1207"/>
                    <a:pt x="19150" y="1429"/>
                  </a:cubicBezTo>
                  <a:cubicBezTo>
                    <a:pt x="18998" y="1733"/>
                    <a:pt x="19150" y="2098"/>
                    <a:pt x="19454" y="2189"/>
                  </a:cubicBezTo>
                  <a:cubicBezTo>
                    <a:pt x="19545" y="2250"/>
                    <a:pt x="19606" y="2250"/>
                    <a:pt x="19697" y="2280"/>
                  </a:cubicBezTo>
                  <a:cubicBezTo>
                    <a:pt x="19910" y="2280"/>
                    <a:pt x="20093" y="2128"/>
                    <a:pt x="20214" y="1885"/>
                  </a:cubicBezTo>
                  <a:cubicBezTo>
                    <a:pt x="20366" y="1581"/>
                    <a:pt x="20214" y="1247"/>
                    <a:pt x="19910" y="1125"/>
                  </a:cubicBezTo>
                  <a:cubicBezTo>
                    <a:pt x="19829" y="1084"/>
                    <a:pt x="19745" y="1066"/>
                    <a:pt x="19664" y="1066"/>
                  </a:cubicBezTo>
                  <a:close/>
                  <a:moveTo>
                    <a:pt x="22121" y="2328"/>
                  </a:moveTo>
                  <a:cubicBezTo>
                    <a:pt x="21932" y="2328"/>
                    <a:pt x="21743" y="2416"/>
                    <a:pt x="21612" y="2584"/>
                  </a:cubicBezTo>
                  <a:cubicBezTo>
                    <a:pt x="21430" y="2888"/>
                    <a:pt x="21491" y="3222"/>
                    <a:pt x="21764" y="3405"/>
                  </a:cubicBezTo>
                  <a:cubicBezTo>
                    <a:pt x="21855" y="3496"/>
                    <a:pt x="21977" y="3526"/>
                    <a:pt x="22129" y="3526"/>
                  </a:cubicBezTo>
                  <a:cubicBezTo>
                    <a:pt x="22311" y="3526"/>
                    <a:pt x="22494" y="3466"/>
                    <a:pt x="22615" y="3253"/>
                  </a:cubicBezTo>
                  <a:cubicBezTo>
                    <a:pt x="22798" y="2949"/>
                    <a:pt x="22737" y="2615"/>
                    <a:pt x="22463" y="2432"/>
                  </a:cubicBezTo>
                  <a:cubicBezTo>
                    <a:pt x="22358" y="2362"/>
                    <a:pt x="22240" y="2328"/>
                    <a:pt x="22121" y="2328"/>
                  </a:cubicBezTo>
                  <a:close/>
                  <a:moveTo>
                    <a:pt x="6726" y="2358"/>
                  </a:moveTo>
                  <a:cubicBezTo>
                    <a:pt x="6608" y="2358"/>
                    <a:pt x="6489" y="2392"/>
                    <a:pt x="6384" y="2463"/>
                  </a:cubicBezTo>
                  <a:cubicBezTo>
                    <a:pt x="6111" y="2645"/>
                    <a:pt x="6050" y="3040"/>
                    <a:pt x="6232" y="3314"/>
                  </a:cubicBezTo>
                  <a:cubicBezTo>
                    <a:pt x="6354" y="3466"/>
                    <a:pt x="6536" y="3557"/>
                    <a:pt x="6718" y="3557"/>
                  </a:cubicBezTo>
                  <a:cubicBezTo>
                    <a:pt x="6840" y="3557"/>
                    <a:pt x="6962" y="3526"/>
                    <a:pt x="7083" y="3466"/>
                  </a:cubicBezTo>
                  <a:cubicBezTo>
                    <a:pt x="7326" y="3253"/>
                    <a:pt x="7418" y="2888"/>
                    <a:pt x="7235" y="2615"/>
                  </a:cubicBezTo>
                  <a:cubicBezTo>
                    <a:pt x="7104" y="2446"/>
                    <a:pt x="6915" y="2358"/>
                    <a:pt x="6726" y="2358"/>
                  </a:cubicBezTo>
                  <a:close/>
                  <a:moveTo>
                    <a:pt x="24166" y="4043"/>
                  </a:moveTo>
                  <a:cubicBezTo>
                    <a:pt x="24014" y="4043"/>
                    <a:pt x="23862" y="4104"/>
                    <a:pt x="23740" y="4225"/>
                  </a:cubicBezTo>
                  <a:cubicBezTo>
                    <a:pt x="23527" y="4438"/>
                    <a:pt x="23527" y="4833"/>
                    <a:pt x="23740" y="5046"/>
                  </a:cubicBezTo>
                  <a:cubicBezTo>
                    <a:pt x="23892" y="5168"/>
                    <a:pt x="24044" y="5229"/>
                    <a:pt x="24166" y="5229"/>
                  </a:cubicBezTo>
                  <a:cubicBezTo>
                    <a:pt x="24318" y="5229"/>
                    <a:pt x="24470" y="5168"/>
                    <a:pt x="24591" y="5046"/>
                  </a:cubicBezTo>
                  <a:cubicBezTo>
                    <a:pt x="24804" y="4833"/>
                    <a:pt x="24804" y="4438"/>
                    <a:pt x="24591" y="4225"/>
                  </a:cubicBezTo>
                  <a:cubicBezTo>
                    <a:pt x="24470" y="4104"/>
                    <a:pt x="24318" y="4043"/>
                    <a:pt x="24166" y="4043"/>
                  </a:cubicBezTo>
                  <a:close/>
                  <a:moveTo>
                    <a:pt x="4636" y="4074"/>
                  </a:moveTo>
                  <a:cubicBezTo>
                    <a:pt x="4484" y="4074"/>
                    <a:pt x="4332" y="4134"/>
                    <a:pt x="4226" y="4256"/>
                  </a:cubicBezTo>
                  <a:cubicBezTo>
                    <a:pt x="3983" y="4469"/>
                    <a:pt x="3983" y="4864"/>
                    <a:pt x="4226" y="5077"/>
                  </a:cubicBezTo>
                  <a:cubicBezTo>
                    <a:pt x="4348" y="5198"/>
                    <a:pt x="4500" y="5289"/>
                    <a:pt x="4652" y="5289"/>
                  </a:cubicBezTo>
                  <a:cubicBezTo>
                    <a:pt x="4773" y="5289"/>
                    <a:pt x="4955" y="5198"/>
                    <a:pt x="5047" y="5077"/>
                  </a:cubicBezTo>
                  <a:cubicBezTo>
                    <a:pt x="5290" y="4864"/>
                    <a:pt x="5290" y="4469"/>
                    <a:pt x="5047" y="4256"/>
                  </a:cubicBezTo>
                  <a:cubicBezTo>
                    <a:pt x="4940" y="4134"/>
                    <a:pt x="4788" y="4074"/>
                    <a:pt x="4636" y="4074"/>
                  </a:cubicBezTo>
                  <a:close/>
                  <a:moveTo>
                    <a:pt x="25914" y="6127"/>
                  </a:moveTo>
                  <a:cubicBezTo>
                    <a:pt x="25792" y="6127"/>
                    <a:pt x="25669" y="6162"/>
                    <a:pt x="25564" y="6232"/>
                  </a:cubicBezTo>
                  <a:cubicBezTo>
                    <a:pt x="25321" y="6414"/>
                    <a:pt x="25229" y="6809"/>
                    <a:pt x="25412" y="7052"/>
                  </a:cubicBezTo>
                  <a:cubicBezTo>
                    <a:pt x="25533" y="7204"/>
                    <a:pt x="25716" y="7326"/>
                    <a:pt x="25929" y="7326"/>
                  </a:cubicBezTo>
                  <a:cubicBezTo>
                    <a:pt x="26020" y="7326"/>
                    <a:pt x="26141" y="7295"/>
                    <a:pt x="26263" y="7204"/>
                  </a:cubicBezTo>
                  <a:cubicBezTo>
                    <a:pt x="26536" y="7022"/>
                    <a:pt x="26597" y="6657"/>
                    <a:pt x="26415" y="6384"/>
                  </a:cubicBezTo>
                  <a:cubicBezTo>
                    <a:pt x="26303" y="6215"/>
                    <a:pt x="26110" y="6127"/>
                    <a:pt x="25914" y="6127"/>
                  </a:cubicBezTo>
                  <a:close/>
                  <a:moveTo>
                    <a:pt x="2954" y="6196"/>
                  </a:moveTo>
                  <a:cubicBezTo>
                    <a:pt x="2752" y="6196"/>
                    <a:pt x="2549" y="6289"/>
                    <a:pt x="2433" y="6444"/>
                  </a:cubicBezTo>
                  <a:cubicBezTo>
                    <a:pt x="2250" y="6718"/>
                    <a:pt x="2311" y="7113"/>
                    <a:pt x="2585" y="7295"/>
                  </a:cubicBezTo>
                  <a:lnTo>
                    <a:pt x="2919" y="7417"/>
                  </a:lnTo>
                  <a:cubicBezTo>
                    <a:pt x="3132" y="7417"/>
                    <a:pt x="3314" y="7326"/>
                    <a:pt x="3436" y="7143"/>
                  </a:cubicBezTo>
                  <a:cubicBezTo>
                    <a:pt x="3618" y="6870"/>
                    <a:pt x="3527" y="6505"/>
                    <a:pt x="3284" y="6292"/>
                  </a:cubicBezTo>
                  <a:cubicBezTo>
                    <a:pt x="3185" y="6226"/>
                    <a:pt x="3069" y="6196"/>
                    <a:pt x="2954" y="6196"/>
                  </a:cubicBezTo>
                  <a:close/>
                  <a:moveTo>
                    <a:pt x="27170" y="8495"/>
                  </a:moveTo>
                  <a:cubicBezTo>
                    <a:pt x="27091" y="8495"/>
                    <a:pt x="27010" y="8510"/>
                    <a:pt x="26932" y="8542"/>
                  </a:cubicBezTo>
                  <a:cubicBezTo>
                    <a:pt x="26628" y="8694"/>
                    <a:pt x="26536" y="9028"/>
                    <a:pt x="26628" y="9332"/>
                  </a:cubicBezTo>
                  <a:cubicBezTo>
                    <a:pt x="26739" y="9554"/>
                    <a:pt x="26952" y="9701"/>
                    <a:pt x="27150" y="9701"/>
                  </a:cubicBezTo>
                  <a:cubicBezTo>
                    <a:pt x="27169" y="9701"/>
                    <a:pt x="27187" y="9699"/>
                    <a:pt x="27205" y="9697"/>
                  </a:cubicBezTo>
                  <a:cubicBezTo>
                    <a:pt x="27296" y="9697"/>
                    <a:pt x="27357" y="9697"/>
                    <a:pt x="27448" y="9636"/>
                  </a:cubicBezTo>
                  <a:cubicBezTo>
                    <a:pt x="27722" y="9484"/>
                    <a:pt x="27843" y="9150"/>
                    <a:pt x="27722" y="8846"/>
                  </a:cubicBezTo>
                  <a:cubicBezTo>
                    <a:pt x="27609" y="8620"/>
                    <a:pt x="27396" y="8495"/>
                    <a:pt x="27170" y="8495"/>
                  </a:cubicBezTo>
                  <a:close/>
                  <a:moveTo>
                    <a:pt x="1692" y="8591"/>
                  </a:moveTo>
                  <a:cubicBezTo>
                    <a:pt x="1442" y="8591"/>
                    <a:pt x="1188" y="8735"/>
                    <a:pt x="1095" y="8967"/>
                  </a:cubicBezTo>
                  <a:cubicBezTo>
                    <a:pt x="1004" y="9271"/>
                    <a:pt x="1156" y="9606"/>
                    <a:pt x="1460" y="9727"/>
                  </a:cubicBezTo>
                  <a:cubicBezTo>
                    <a:pt x="1521" y="9758"/>
                    <a:pt x="1612" y="9758"/>
                    <a:pt x="1642" y="9788"/>
                  </a:cubicBezTo>
                  <a:cubicBezTo>
                    <a:pt x="1916" y="9788"/>
                    <a:pt x="2098" y="9636"/>
                    <a:pt x="2220" y="9423"/>
                  </a:cubicBezTo>
                  <a:cubicBezTo>
                    <a:pt x="2372" y="9119"/>
                    <a:pt x="2220" y="8724"/>
                    <a:pt x="1916" y="8633"/>
                  </a:cubicBezTo>
                  <a:cubicBezTo>
                    <a:pt x="1845" y="8604"/>
                    <a:pt x="1768" y="8591"/>
                    <a:pt x="1692" y="8591"/>
                  </a:cubicBezTo>
                  <a:close/>
                  <a:moveTo>
                    <a:pt x="27951" y="11115"/>
                  </a:moveTo>
                  <a:cubicBezTo>
                    <a:pt x="27915" y="11115"/>
                    <a:pt x="27879" y="11118"/>
                    <a:pt x="27843" y="11125"/>
                  </a:cubicBezTo>
                  <a:cubicBezTo>
                    <a:pt x="27539" y="11156"/>
                    <a:pt x="27327" y="11520"/>
                    <a:pt x="27388" y="11824"/>
                  </a:cubicBezTo>
                  <a:cubicBezTo>
                    <a:pt x="27479" y="12128"/>
                    <a:pt x="27691" y="12311"/>
                    <a:pt x="27965" y="12311"/>
                  </a:cubicBezTo>
                  <a:lnTo>
                    <a:pt x="28087" y="12311"/>
                  </a:lnTo>
                  <a:cubicBezTo>
                    <a:pt x="28391" y="12220"/>
                    <a:pt x="28603" y="11885"/>
                    <a:pt x="28543" y="11581"/>
                  </a:cubicBezTo>
                  <a:cubicBezTo>
                    <a:pt x="28516" y="11312"/>
                    <a:pt x="28227" y="11115"/>
                    <a:pt x="27951" y="11115"/>
                  </a:cubicBezTo>
                  <a:close/>
                  <a:moveTo>
                    <a:pt x="861" y="11195"/>
                  </a:moveTo>
                  <a:cubicBezTo>
                    <a:pt x="610" y="11195"/>
                    <a:pt x="382" y="11391"/>
                    <a:pt x="305" y="11672"/>
                  </a:cubicBezTo>
                  <a:cubicBezTo>
                    <a:pt x="244" y="11976"/>
                    <a:pt x="457" y="12280"/>
                    <a:pt x="761" y="12341"/>
                  </a:cubicBezTo>
                  <a:cubicBezTo>
                    <a:pt x="791" y="12341"/>
                    <a:pt x="852" y="12341"/>
                    <a:pt x="882" y="12372"/>
                  </a:cubicBezTo>
                  <a:cubicBezTo>
                    <a:pt x="1156" y="12372"/>
                    <a:pt x="1369" y="12189"/>
                    <a:pt x="1460" y="11885"/>
                  </a:cubicBezTo>
                  <a:cubicBezTo>
                    <a:pt x="1521" y="11581"/>
                    <a:pt x="1308" y="11277"/>
                    <a:pt x="1004" y="11216"/>
                  </a:cubicBezTo>
                  <a:cubicBezTo>
                    <a:pt x="956" y="11202"/>
                    <a:pt x="908" y="11195"/>
                    <a:pt x="861" y="11195"/>
                  </a:cubicBezTo>
                  <a:close/>
                  <a:moveTo>
                    <a:pt x="28269" y="13800"/>
                  </a:moveTo>
                  <a:cubicBezTo>
                    <a:pt x="27935" y="13800"/>
                    <a:pt x="27661" y="14043"/>
                    <a:pt x="27661" y="14408"/>
                  </a:cubicBezTo>
                  <a:cubicBezTo>
                    <a:pt x="27661" y="14742"/>
                    <a:pt x="27935" y="15016"/>
                    <a:pt x="28269" y="15016"/>
                  </a:cubicBezTo>
                  <a:cubicBezTo>
                    <a:pt x="28603" y="15016"/>
                    <a:pt x="28877" y="14742"/>
                    <a:pt x="28877" y="14408"/>
                  </a:cubicBezTo>
                  <a:cubicBezTo>
                    <a:pt x="28877" y="14043"/>
                    <a:pt x="28603" y="13800"/>
                    <a:pt x="28269" y="13800"/>
                  </a:cubicBezTo>
                  <a:close/>
                  <a:moveTo>
                    <a:pt x="609" y="13861"/>
                  </a:moveTo>
                  <a:cubicBezTo>
                    <a:pt x="275" y="13861"/>
                    <a:pt x="1" y="14134"/>
                    <a:pt x="1" y="14469"/>
                  </a:cubicBezTo>
                  <a:cubicBezTo>
                    <a:pt x="1" y="14773"/>
                    <a:pt x="305" y="15046"/>
                    <a:pt x="609" y="15077"/>
                  </a:cubicBezTo>
                  <a:cubicBezTo>
                    <a:pt x="943" y="15077"/>
                    <a:pt x="1217" y="14803"/>
                    <a:pt x="1217" y="14469"/>
                  </a:cubicBezTo>
                  <a:cubicBezTo>
                    <a:pt x="1217" y="14134"/>
                    <a:pt x="943" y="13861"/>
                    <a:pt x="609" y="13861"/>
                  </a:cubicBezTo>
                  <a:close/>
                  <a:moveTo>
                    <a:pt x="27974" y="16515"/>
                  </a:moveTo>
                  <a:cubicBezTo>
                    <a:pt x="27723" y="16515"/>
                    <a:pt x="27500" y="16710"/>
                    <a:pt x="27448" y="16992"/>
                  </a:cubicBezTo>
                  <a:cubicBezTo>
                    <a:pt x="27357" y="17296"/>
                    <a:pt x="27600" y="17600"/>
                    <a:pt x="27904" y="17660"/>
                  </a:cubicBezTo>
                  <a:cubicBezTo>
                    <a:pt x="27935" y="17691"/>
                    <a:pt x="27965" y="17691"/>
                    <a:pt x="27995" y="17691"/>
                  </a:cubicBezTo>
                  <a:cubicBezTo>
                    <a:pt x="28269" y="17691"/>
                    <a:pt x="28543" y="17508"/>
                    <a:pt x="28573" y="17204"/>
                  </a:cubicBezTo>
                  <a:cubicBezTo>
                    <a:pt x="28634" y="16900"/>
                    <a:pt x="28421" y="16597"/>
                    <a:pt x="28117" y="16536"/>
                  </a:cubicBezTo>
                  <a:cubicBezTo>
                    <a:pt x="28069" y="16521"/>
                    <a:pt x="28021" y="16515"/>
                    <a:pt x="27974" y="16515"/>
                  </a:cubicBezTo>
                  <a:close/>
                  <a:moveTo>
                    <a:pt x="894" y="16547"/>
                  </a:moveTo>
                  <a:cubicBezTo>
                    <a:pt x="850" y="16547"/>
                    <a:pt x="805" y="16553"/>
                    <a:pt x="761" y="16566"/>
                  </a:cubicBezTo>
                  <a:cubicBezTo>
                    <a:pt x="457" y="16627"/>
                    <a:pt x="244" y="16931"/>
                    <a:pt x="305" y="17296"/>
                  </a:cubicBezTo>
                  <a:cubicBezTo>
                    <a:pt x="332" y="17510"/>
                    <a:pt x="548" y="17701"/>
                    <a:pt x="787" y="17701"/>
                  </a:cubicBezTo>
                  <a:cubicBezTo>
                    <a:pt x="818" y="17701"/>
                    <a:pt x="850" y="17698"/>
                    <a:pt x="882" y="17691"/>
                  </a:cubicBezTo>
                  <a:lnTo>
                    <a:pt x="1004" y="17691"/>
                  </a:lnTo>
                  <a:cubicBezTo>
                    <a:pt x="1308" y="17660"/>
                    <a:pt x="1521" y="17326"/>
                    <a:pt x="1460" y="17022"/>
                  </a:cubicBezTo>
                  <a:cubicBezTo>
                    <a:pt x="1408" y="16762"/>
                    <a:pt x="1156" y="16547"/>
                    <a:pt x="894" y="16547"/>
                  </a:cubicBezTo>
                  <a:close/>
                  <a:moveTo>
                    <a:pt x="1630" y="19177"/>
                  </a:moveTo>
                  <a:cubicBezTo>
                    <a:pt x="1552" y="19177"/>
                    <a:pt x="1474" y="19188"/>
                    <a:pt x="1399" y="19211"/>
                  </a:cubicBezTo>
                  <a:cubicBezTo>
                    <a:pt x="1095" y="19332"/>
                    <a:pt x="1004" y="19666"/>
                    <a:pt x="1095" y="19970"/>
                  </a:cubicBezTo>
                  <a:cubicBezTo>
                    <a:pt x="1217" y="20214"/>
                    <a:pt x="1460" y="20335"/>
                    <a:pt x="1673" y="20335"/>
                  </a:cubicBezTo>
                  <a:cubicBezTo>
                    <a:pt x="1764" y="20335"/>
                    <a:pt x="1825" y="20335"/>
                    <a:pt x="1916" y="20274"/>
                  </a:cubicBezTo>
                  <a:cubicBezTo>
                    <a:pt x="2220" y="20183"/>
                    <a:pt x="2311" y="19818"/>
                    <a:pt x="2220" y="19515"/>
                  </a:cubicBezTo>
                  <a:cubicBezTo>
                    <a:pt x="2105" y="19285"/>
                    <a:pt x="1869" y="19177"/>
                    <a:pt x="1630" y="19177"/>
                  </a:cubicBezTo>
                  <a:close/>
                  <a:moveTo>
                    <a:pt x="27228" y="19121"/>
                  </a:moveTo>
                  <a:cubicBezTo>
                    <a:pt x="26999" y="19121"/>
                    <a:pt x="26786" y="19262"/>
                    <a:pt x="26719" y="19484"/>
                  </a:cubicBezTo>
                  <a:cubicBezTo>
                    <a:pt x="26567" y="19788"/>
                    <a:pt x="26719" y="20122"/>
                    <a:pt x="27023" y="20244"/>
                  </a:cubicBezTo>
                  <a:cubicBezTo>
                    <a:pt x="27084" y="20274"/>
                    <a:pt x="27175" y="20274"/>
                    <a:pt x="27205" y="20335"/>
                  </a:cubicBezTo>
                  <a:cubicBezTo>
                    <a:pt x="27479" y="20335"/>
                    <a:pt x="27661" y="20183"/>
                    <a:pt x="27783" y="19940"/>
                  </a:cubicBezTo>
                  <a:cubicBezTo>
                    <a:pt x="27935" y="19636"/>
                    <a:pt x="27783" y="19302"/>
                    <a:pt x="27479" y="19180"/>
                  </a:cubicBezTo>
                  <a:cubicBezTo>
                    <a:pt x="27397" y="19139"/>
                    <a:pt x="27311" y="19121"/>
                    <a:pt x="27228" y="19121"/>
                  </a:cubicBezTo>
                  <a:close/>
                  <a:moveTo>
                    <a:pt x="25997" y="21477"/>
                  </a:moveTo>
                  <a:cubicBezTo>
                    <a:pt x="25808" y="21477"/>
                    <a:pt x="25615" y="21565"/>
                    <a:pt x="25503" y="21733"/>
                  </a:cubicBezTo>
                  <a:cubicBezTo>
                    <a:pt x="25321" y="22037"/>
                    <a:pt x="25381" y="22372"/>
                    <a:pt x="25655" y="22554"/>
                  </a:cubicBezTo>
                  <a:cubicBezTo>
                    <a:pt x="25716" y="22645"/>
                    <a:pt x="25837" y="22676"/>
                    <a:pt x="25989" y="22676"/>
                  </a:cubicBezTo>
                  <a:cubicBezTo>
                    <a:pt x="26172" y="22676"/>
                    <a:pt x="26384" y="22615"/>
                    <a:pt x="26476" y="22402"/>
                  </a:cubicBezTo>
                  <a:cubicBezTo>
                    <a:pt x="26688" y="22159"/>
                    <a:pt x="26597" y="21764"/>
                    <a:pt x="26324" y="21581"/>
                  </a:cubicBezTo>
                  <a:cubicBezTo>
                    <a:pt x="26230" y="21511"/>
                    <a:pt x="26114" y="21477"/>
                    <a:pt x="25997" y="21477"/>
                  </a:cubicBezTo>
                  <a:close/>
                  <a:moveTo>
                    <a:pt x="2957" y="21508"/>
                  </a:moveTo>
                  <a:cubicBezTo>
                    <a:pt x="2839" y="21508"/>
                    <a:pt x="2720" y="21542"/>
                    <a:pt x="2615" y="21612"/>
                  </a:cubicBezTo>
                  <a:cubicBezTo>
                    <a:pt x="2372" y="21794"/>
                    <a:pt x="2281" y="22189"/>
                    <a:pt x="2463" y="22463"/>
                  </a:cubicBezTo>
                  <a:cubicBezTo>
                    <a:pt x="2585" y="22645"/>
                    <a:pt x="2767" y="22706"/>
                    <a:pt x="2980" y="22706"/>
                  </a:cubicBezTo>
                  <a:cubicBezTo>
                    <a:pt x="3071" y="22706"/>
                    <a:pt x="3193" y="22676"/>
                    <a:pt x="3314" y="22615"/>
                  </a:cubicBezTo>
                  <a:cubicBezTo>
                    <a:pt x="3557" y="22402"/>
                    <a:pt x="3648" y="22037"/>
                    <a:pt x="3466" y="21764"/>
                  </a:cubicBezTo>
                  <a:cubicBezTo>
                    <a:pt x="3335" y="21595"/>
                    <a:pt x="3146" y="21508"/>
                    <a:pt x="2957" y="21508"/>
                  </a:cubicBezTo>
                  <a:close/>
                  <a:moveTo>
                    <a:pt x="24242" y="23610"/>
                  </a:moveTo>
                  <a:cubicBezTo>
                    <a:pt x="24090" y="23610"/>
                    <a:pt x="23938" y="23664"/>
                    <a:pt x="23831" y="23770"/>
                  </a:cubicBezTo>
                  <a:cubicBezTo>
                    <a:pt x="23588" y="24013"/>
                    <a:pt x="23588" y="24378"/>
                    <a:pt x="23831" y="24621"/>
                  </a:cubicBezTo>
                  <a:cubicBezTo>
                    <a:pt x="23953" y="24743"/>
                    <a:pt x="24105" y="24773"/>
                    <a:pt x="24257" y="24803"/>
                  </a:cubicBezTo>
                  <a:cubicBezTo>
                    <a:pt x="24409" y="24803"/>
                    <a:pt x="24561" y="24743"/>
                    <a:pt x="24652" y="24621"/>
                  </a:cubicBezTo>
                  <a:cubicBezTo>
                    <a:pt x="24895" y="24378"/>
                    <a:pt x="24895" y="24013"/>
                    <a:pt x="24652" y="23770"/>
                  </a:cubicBezTo>
                  <a:cubicBezTo>
                    <a:pt x="24546" y="23664"/>
                    <a:pt x="24394" y="23610"/>
                    <a:pt x="24242" y="23610"/>
                  </a:cubicBezTo>
                  <a:close/>
                  <a:moveTo>
                    <a:pt x="4682" y="23648"/>
                  </a:moveTo>
                  <a:cubicBezTo>
                    <a:pt x="4530" y="23648"/>
                    <a:pt x="4378" y="23709"/>
                    <a:pt x="4256" y="23831"/>
                  </a:cubicBezTo>
                  <a:cubicBezTo>
                    <a:pt x="4013" y="24043"/>
                    <a:pt x="4013" y="24439"/>
                    <a:pt x="4256" y="24651"/>
                  </a:cubicBezTo>
                  <a:cubicBezTo>
                    <a:pt x="4378" y="24773"/>
                    <a:pt x="4530" y="24803"/>
                    <a:pt x="4682" y="24834"/>
                  </a:cubicBezTo>
                  <a:cubicBezTo>
                    <a:pt x="4834" y="24834"/>
                    <a:pt x="4986" y="24773"/>
                    <a:pt x="5107" y="24651"/>
                  </a:cubicBezTo>
                  <a:cubicBezTo>
                    <a:pt x="5320" y="24439"/>
                    <a:pt x="5320" y="24043"/>
                    <a:pt x="5107" y="23831"/>
                  </a:cubicBezTo>
                  <a:cubicBezTo>
                    <a:pt x="4986" y="23709"/>
                    <a:pt x="4834" y="23648"/>
                    <a:pt x="4682" y="23648"/>
                  </a:cubicBezTo>
                  <a:close/>
                  <a:moveTo>
                    <a:pt x="22152" y="25307"/>
                  </a:moveTo>
                  <a:cubicBezTo>
                    <a:pt x="22034" y="25307"/>
                    <a:pt x="21919" y="25341"/>
                    <a:pt x="21825" y="25411"/>
                  </a:cubicBezTo>
                  <a:cubicBezTo>
                    <a:pt x="21552" y="25594"/>
                    <a:pt x="21460" y="25989"/>
                    <a:pt x="21673" y="26262"/>
                  </a:cubicBezTo>
                  <a:cubicBezTo>
                    <a:pt x="21764" y="26414"/>
                    <a:pt x="21977" y="26506"/>
                    <a:pt x="22159" y="26506"/>
                  </a:cubicBezTo>
                  <a:cubicBezTo>
                    <a:pt x="22281" y="26506"/>
                    <a:pt x="22372" y="26475"/>
                    <a:pt x="22494" y="26414"/>
                  </a:cubicBezTo>
                  <a:cubicBezTo>
                    <a:pt x="22767" y="26202"/>
                    <a:pt x="22828" y="25837"/>
                    <a:pt x="22646" y="25563"/>
                  </a:cubicBezTo>
                  <a:cubicBezTo>
                    <a:pt x="22533" y="25395"/>
                    <a:pt x="22340" y="25307"/>
                    <a:pt x="22152" y="25307"/>
                  </a:cubicBezTo>
                  <a:close/>
                  <a:moveTo>
                    <a:pt x="6792" y="25345"/>
                  </a:moveTo>
                  <a:cubicBezTo>
                    <a:pt x="6596" y="25345"/>
                    <a:pt x="6398" y="25439"/>
                    <a:pt x="6262" y="25594"/>
                  </a:cubicBezTo>
                  <a:cubicBezTo>
                    <a:pt x="6080" y="25867"/>
                    <a:pt x="6171" y="26262"/>
                    <a:pt x="6414" y="26445"/>
                  </a:cubicBezTo>
                  <a:cubicBezTo>
                    <a:pt x="6536" y="26506"/>
                    <a:pt x="6658" y="26506"/>
                    <a:pt x="6779" y="26566"/>
                  </a:cubicBezTo>
                  <a:cubicBezTo>
                    <a:pt x="6962" y="26566"/>
                    <a:pt x="7144" y="26475"/>
                    <a:pt x="7266" y="26293"/>
                  </a:cubicBezTo>
                  <a:cubicBezTo>
                    <a:pt x="7448" y="25989"/>
                    <a:pt x="7387" y="25654"/>
                    <a:pt x="7114" y="25442"/>
                  </a:cubicBezTo>
                  <a:cubicBezTo>
                    <a:pt x="7014" y="25376"/>
                    <a:pt x="6903" y="25345"/>
                    <a:pt x="6792" y="25345"/>
                  </a:cubicBezTo>
                  <a:close/>
                  <a:moveTo>
                    <a:pt x="19758" y="26581"/>
                  </a:moveTo>
                  <a:cubicBezTo>
                    <a:pt x="19676" y="26581"/>
                    <a:pt x="19594" y="26596"/>
                    <a:pt x="19515" y="26627"/>
                  </a:cubicBezTo>
                  <a:cubicBezTo>
                    <a:pt x="19211" y="26779"/>
                    <a:pt x="19120" y="27113"/>
                    <a:pt x="19211" y="27417"/>
                  </a:cubicBezTo>
                  <a:cubicBezTo>
                    <a:pt x="19322" y="27640"/>
                    <a:pt x="19510" y="27786"/>
                    <a:pt x="19727" y="27786"/>
                  </a:cubicBezTo>
                  <a:cubicBezTo>
                    <a:pt x="19747" y="27786"/>
                    <a:pt x="19768" y="27785"/>
                    <a:pt x="19789" y="27782"/>
                  </a:cubicBezTo>
                  <a:cubicBezTo>
                    <a:pt x="19880" y="27782"/>
                    <a:pt x="19941" y="27782"/>
                    <a:pt x="20032" y="27721"/>
                  </a:cubicBezTo>
                  <a:cubicBezTo>
                    <a:pt x="20336" y="27569"/>
                    <a:pt x="20427" y="27235"/>
                    <a:pt x="20336" y="26931"/>
                  </a:cubicBezTo>
                  <a:cubicBezTo>
                    <a:pt x="20223" y="26706"/>
                    <a:pt x="19993" y="26581"/>
                    <a:pt x="19758" y="26581"/>
                  </a:cubicBezTo>
                  <a:close/>
                  <a:moveTo>
                    <a:pt x="9172" y="26659"/>
                  </a:moveTo>
                  <a:cubicBezTo>
                    <a:pt x="8942" y="26659"/>
                    <a:pt x="8722" y="26800"/>
                    <a:pt x="8633" y="27022"/>
                  </a:cubicBezTo>
                  <a:cubicBezTo>
                    <a:pt x="8481" y="27326"/>
                    <a:pt x="8633" y="27661"/>
                    <a:pt x="8937" y="27782"/>
                  </a:cubicBezTo>
                  <a:cubicBezTo>
                    <a:pt x="8998" y="27813"/>
                    <a:pt x="9089" y="27813"/>
                    <a:pt x="9211" y="27843"/>
                  </a:cubicBezTo>
                  <a:cubicBezTo>
                    <a:pt x="9424" y="27843"/>
                    <a:pt x="9667" y="27691"/>
                    <a:pt x="9728" y="27478"/>
                  </a:cubicBezTo>
                  <a:cubicBezTo>
                    <a:pt x="9880" y="27174"/>
                    <a:pt x="9728" y="26809"/>
                    <a:pt x="9424" y="26718"/>
                  </a:cubicBezTo>
                  <a:cubicBezTo>
                    <a:pt x="9342" y="26678"/>
                    <a:pt x="9256" y="26659"/>
                    <a:pt x="9172" y="26659"/>
                  </a:cubicBezTo>
                  <a:close/>
                  <a:moveTo>
                    <a:pt x="17160" y="27407"/>
                  </a:moveTo>
                  <a:cubicBezTo>
                    <a:pt x="17124" y="27407"/>
                    <a:pt x="17088" y="27410"/>
                    <a:pt x="17053" y="27417"/>
                  </a:cubicBezTo>
                  <a:cubicBezTo>
                    <a:pt x="16749" y="27478"/>
                    <a:pt x="16536" y="27813"/>
                    <a:pt x="16597" y="28116"/>
                  </a:cubicBezTo>
                  <a:cubicBezTo>
                    <a:pt x="16688" y="28390"/>
                    <a:pt x="16901" y="28572"/>
                    <a:pt x="17175" y="28572"/>
                  </a:cubicBezTo>
                  <a:lnTo>
                    <a:pt x="17296" y="28572"/>
                  </a:lnTo>
                  <a:cubicBezTo>
                    <a:pt x="17600" y="28512"/>
                    <a:pt x="17813" y="28177"/>
                    <a:pt x="17752" y="27873"/>
                  </a:cubicBezTo>
                  <a:cubicBezTo>
                    <a:pt x="17725" y="27604"/>
                    <a:pt x="17437" y="27407"/>
                    <a:pt x="17160" y="27407"/>
                  </a:cubicBezTo>
                  <a:close/>
                  <a:moveTo>
                    <a:pt x="11750" y="27407"/>
                  </a:moveTo>
                  <a:cubicBezTo>
                    <a:pt x="11484" y="27407"/>
                    <a:pt x="11237" y="27604"/>
                    <a:pt x="11156" y="27873"/>
                  </a:cubicBezTo>
                  <a:cubicBezTo>
                    <a:pt x="11095" y="28177"/>
                    <a:pt x="11339" y="28481"/>
                    <a:pt x="11612" y="28572"/>
                  </a:cubicBezTo>
                  <a:cubicBezTo>
                    <a:pt x="11673" y="28603"/>
                    <a:pt x="11703" y="28603"/>
                    <a:pt x="11734" y="28603"/>
                  </a:cubicBezTo>
                  <a:cubicBezTo>
                    <a:pt x="12007" y="28603"/>
                    <a:pt x="12281" y="28390"/>
                    <a:pt x="12311" y="28116"/>
                  </a:cubicBezTo>
                  <a:cubicBezTo>
                    <a:pt x="12372" y="27813"/>
                    <a:pt x="12159" y="27509"/>
                    <a:pt x="11855" y="27417"/>
                  </a:cubicBezTo>
                  <a:cubicBezTo>
                    <a:pt x="11820" y="27410"/>
                    <a:pt x="11785" y="27407"/>
                    <a:pt x="11750" y="27407"/>
                  </a:cubicBezTo>
                  <a:close/>
                  <a:moveTo>
                    <a:pt x="14439" y="27661"/>
                  </a:moveTo>
                  <a:cubicBezTo>
                    <a:pt x="14105" y="27661"/>
                    <a:pt x="13831" y="27934"/>
                    <a:pt x="13831" y="28268"/>
                  </a:cubicBezTo>
                  <a:cubicBezTo>
                    <a:pt x="13831" y="28603"/>
                    <a:pt x="14105" y="28876"/>
                    <a:pt x="14409" y="28876"/>
                  </a:cubicBezTo>
                  <a:lnTo>
                    <a:pt x="14469" y="28876"/>
                  </a:lnTo>
                  <a:cubicBezTo>
                    <a:pt x="14834" y="28876"/>
                    <a:pt x="15077" y="28603"/>
                    <a:pt x="15077" y="28268"/>
                  </a:cubicBezTo>
                  <a:cubicBezTo>
                    <a:pt x="15077" y="27934"/>
                    <a:pt x="14834" y="27661"/>
                    <a:pt x="14469" y="276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0"/>
            <p:cNvSpPr/>
            <p:nvPr/>
          </p:nvSpPr>
          <p:spPr>
            <a:xfrm>
              <a:off x="5100675" y="4444125"/>
              <a:ext cx="556250" cy="556275"/>
            </a:xfrm>
            <a:custGeom>
              <a:avLst/>
              <a:gdLst/>
              <a:ahLst/>
              <a:cxnLst/>
              <a:rect l="l" t="t" r="r" b="b"/>
              <a:pathLst>
                <a:path w="22250" h="22251" extrusionOk="0">
                  <a:moveTo>
                    <a:pt x="11125" y="1"/>
                  </a:moveTo>
                  <a:cubicBezTo>
                    <a:pt x="10791" y="1"/>
                    <a:pt x="10487" y="305"/>
                    <a:pt x="10487" y="639"/>
                  </a:cubicBezTo>
                  <a:cubicBezTo>
                    <a:pt x="10487" y="973"/>
                    <a:pt x="10760" y="1277"/>
                    <a:pt x="11125" y="1277"/>
                  </a:cubicBezTo>
                  <a:cubicBezTo>
                    <a:pt x="11459" y="1277"/>
                    <a:pt x="11763" y="973"/>
                    <a:pt x="11763" y="639"/>
                  </a:cubicBezTo>
                  <a:cubicBezTo>
                    <a:pt x="11763" y="305"/>
                    <a:pt x="11459" y="1"/>
                    <a:pt x="11125" y="1"/>
                  </a:cubicBezTo>
                  <a:close/>
                  <a:moveTo>
                    <a:pt x="13852" y="314"/>
                  </a:moveTo>
                  <a:cubicBezTo>
                    <a:pt x="13562" y="314"/>
                    <a:pt x="13273" y="509"/>
                    <a:pt x="13222" y="791"/>
                  </a:cubicBezTo>
                  <a:cubicBezTo>
                    <a:pt x="13131" y="1125"/>
                    <a:pt x="13344" y="1520"/>
                    <a:pt x="13678" y="1581"/>
                  </a:cubicBezTo>
                  <a:cubicBezTo>
                    <a:pt x="13709" y="1612"/>
                    <a:pt x="13739" y="1612"/>
                    <a:pt x="13861" y="1612"/>
                  </a:cubicBezTo>
                  <a:cubicBezTo>
                    <a:pt x="14134" y="1612"/>
                    <a:pt x="14377" y="1429"/>
                    <a:pt x="14468" y="1125"/>
                  </a:cubicBezTo>
                  <a:cubicBezTo>
                    <a:pt x="14529" y="791"/>
                    <a:pt x="14347" y="396"/>
                    <a:pt x="14013" y="335"/>
                  </a:cubicBezTo>
                  <a:cubicBezTo>
                    <a:pt x="13960" y="321"/>
                    <a:pt x="13906" y="314"/>
                    <a:pt x="13852" y="314"/>
                  </a:cubicBezTo>
                  <a:close/>
                  <a:moveTo>
                    <a:pt x="8367" y="354"/>
                  </a:moveTo>
                  <a:cubicBezTo>
                    <a:pt x="8323" y="354"/>
                    <a:pt x="8280" y="358"/>
                    <a:pt x="8237" y="365"/>
                  </a:cubicBezTo>
                  <a:cubicBezTo>
                    <a:pt x="7903" y="487"/>
                    <a:pt x="7690" y="821"/>
                    <a:pt x="7781" y="1156"/>
                  </a:cubicBezTo>
                  <a:cubicBezTo>
                    <a:pt x="7873" y="1429"/>
                    <a:pt x="8085" y="1612"/>
                    <a:pt x="8420" y="1672"/>
                  </a:cubicBezTo>
                  <a:cubicBezTo>
                    <a:pt x="8481" y="1672"/>
                    <a:pt x="8511" y="1612"/>
                    <a:pt x="8572" y="1612"/>
                  </a:cubicBezTo>
                  <a:cubicBezTo>
                    <a:pt x="8936" y="1520"/>
                    <a:pt x="9119" y="1156"/>
                    <a:pt x="9028" y="821"/>
                  </a:cubicBezTo>
                  <a:cubicBezTo>
                    <a:pt x="8948" y="530"/>
                    <a:pt x="8661" y="354"/>
                    <a:pt x="8367" y="354"/>
                  </a:cubicBezTo>
                  <a:close/>
                  <a:moveTo>
                    <a:pt x="16367" y="1374"/>
                  </a:moveTo>
                  <a:cubicBezTo>
                    <a:pt x="16152" y="1374"/>
                    <a:pt x="15930" y="1496"/>
                    <a:pt x="15806" y="1703"/>
                  </a:cubicBezTo>
                  <a:cubicBezTo>
                    <a:pt x="15623" y="2007"/>
                    <a:pt x="15715" y="2371"/>
                    <a:pt x="16019" y="2584"/>
                  </a:cubicBezTo>
                  <a:cubicBezTo>
                    <a:pt x="16140" y="2645"/>
                    <a:pt x="16262" y="2645"/>
                    <a:pt x="16323" y="2645"/>
                  </a:cubicBezTo>
                  <a:cubicBezTo>
                    <a:pt x="16566" y="2645"/>
                    <a:pt x="16779" y="2523"/>
                    <a:pt x="16900" y="2341"/>
                  </a:cubicBezTo>
                  <a:cubicBezTo>
                    <a:pt x="17082" y="2037"/>
                    <a:pt x="16961" y="1642"/>
                    <a:pt x="16657" y="1460"/>
                  </a:cubicBezTo>
                  <a:cubicBezTo>
                    <a:pt x="16569" y="1401"/>
                    <a:pt x="16469" y="1374"/>
                    <a:pt x="16367" y="1374"/>
                  </a:cubicBezTo>
                  <a:close/>
                  <a:moveTo>
                    <a:pt x="5843" y="1374"/>
                  </a:moveTo>
                  <a:cubicBezTo>
                    <a:pt x="5736" y="1374"/>
                    <a:pt x="5630" y="1401"/>
                    <a:pt x="5532" y="1460"/>
                  </a:cubicBezTo>
                  <a:cubicBezTo>
                    <a:pt x="5228" y="1672"/>
                    <a:pt x="5137" y="2037"/>
                    <a:pt x="5319" y="2341"/>
                  </a:cubicBezTo>
                  <a:cubicBezTo>
                    <a:pt x="5426" y="2554"/>
                    <a:pt x="5603" y="2651"/>
                    <a:pt x="5809" y="2651"/>
                  </a:cubicBezTo>
                  <a:cubicBezTo>
                    <a:pt x="5837" y="2651"/>
                    <a:pt x="5867" y="2649"/>
                    <a:pt x="5897" y="2645"/>
                  </a:cubicBezTo>
                  <a:cubicBezTo>
                    <a:pt x="5958" y="2645"/>
                    <a:pt x="6079" y="2645"/>
                    <a:pt x="6170" y="2584"/>
                  </a:cubicBezTo>
                  <a:cubicBezTo>
                    <a:pt x="6505" y="2371"/>
                    <a:pt x="6596" y="2007"/>
                    <a:pt x="6414" y="1703"/>
                  </a:cubicBezTo>
                  <a:cubicBezTo>
                    <a:pt x="6290" y="1496"/>
                    <a:pt x="6068" y="1374"/>
                    <a:pt x="5843" y="1374"/>
                  </a:cubicBezTo>
                  <a:close/>
                  <a:moveTo>
                    <a:pt x="18541" y="3017"/>
                  </a:moveTo>
                  <a:cubicBezTo>
                    <a:pt x="18382" y="3017"/>
                    <a:pt x="18222" y="3086"/>
                    <a:pt x="18086" y="3223"/>
                  </a:cubicBezTo>
                  <a:cubicBezTo>
                    <a:pt x="17812" y="3496"/>
                    <a:pt x="17812" y="3861"/>
                    <a:pt x="18086" y="4134"/>
                  </a:cubicBezTo>
                  <a:cubicBezTo>
                    <a:pt x="18177" y="4286"/>
                    <a:pt x="18390" y="4317"/>
                    <a:pt x="18541" y="4317"/>
                  </a:cubicBezTo>
                  <a:cubicBezTo>
                    <a:pt x="18693" y="4317"/>
                    <a:pt x="18876" y="4256"/>
                    <a:pt x="18997" y="4134"/>
                  </a:cubicBezTo>
                  <a:cubicBezTo>
                    <a:pt x="19271" y="3861"/>
                    <a:pt x="19271" y="3496"/>
                    <a:pt x="18997" y="3223"/>
                  </a:cubicBezTo>
                  <a:cubicBezTo>
                    <a:pt x="18861" y="3086"/>
                    <a:pt x="18701" y="3017"/>
                    <a:pt x="18541" y="3017"/>
                  </a:cubicBezTo>
                  <a:close/>
                  <a:moveTo>
                    <a:pt x="3678" y="3048"/>
                  </a:moveTo>
                  <a:cubicBezTo>
                    <a:pt x="3518" y="3048"/>
                    <a:pt x="3359" y="3116"/>
                    <a:pt x="3222" y="3253"/>
                  </a:cubicBezTo>
                  <a:cubicBezTo>
                    <a:pt x="2948" y="3527"/>
                    <a:pt x="2948" y="3891"/>
                    <a:pt x="3222" y="4165"/>
                  </a:cubicBezTo>
                  <a:cubicBezTo>
                    <a:pt x="3374" y="4286"/>
                    <a:pt x="3526" y="4347"/>
                    <a:pt x="3678" y="4347"/>
                  </a:cubicBezTo>
                  <a:cubicBezTo>
                    <a:pt x="3830" y="4347"/>
                    <a:pt x="4012" y="4286"/>
                    <a:pt x="4134" y="4165"/>
                  </a:cubicBezTo>
                  <a:cubicBezTo>
                    <a:pt x="4407" y="3891"/>
                    <a:pt x="4407" y="3527"/>
                    <a:pt x="4134" y="3253"/>
                  </a:cubicBezTo>
                  <a:cubicBezTo>
                    <a:pt x="3997" y="3116"/>
                    <a:pt x="3838" y="3048"/>
                    <a:pt x="3678" y="3048"/>
                  </a:cubicBezTo>
                  <a:close/>
                  <a:moveTo>
                    <a:pt x="20205" y="5213"/>
                  </a:moveTo>
                  <a:cubicBezTo>
                    <a:pt x="20096" y="5213"/>
                    <a:pt x="19984" y="5246"/>
                    <a:pt x="19879" y="5320"/>
                  </a:cubicBezTo>
                  <a:cubicBezTo>
                    <a:pt x="19575" y="5502"/>
                    <a:pt x="19453" y="5867"/>
                    <a:pt x="19636" y="6171"/>
                  </a:cubicBezTo>
                  <a:cubicBezTo>
                    <a:pt x="19788" y="6384"/>
                    <a:pt x="19970" y="6475"/>
                    <a:pt x="20213" y="6475"/>
                  </a:cubicBezTo>
                  <a:cubicBezTo>
                    <a:pt x="20274" y="6475"/>
                    <a:pt x="20396" y="6475"/>
                    <a:pt x="20517" y="6414"/>
                  </a:cubicBezTo>
                  <a:cubicBezTo>
                    <a:pt x="20821" y="6232"/>
                    <a:pt x="20943" y="5837"/>
                    <a:pt x="20730" y="5533"/>
                  </a:cubicBezTo>
                  <a:cubicBezTo>
                    <a:pt x="20611" y="5334"/>
                    <a:pt x="20413" y="5213"/>
                    <a:pt x="20205" y="5213"/>
                  </a:cubicBezTo>
                  <a:close/>
                  <a:moveTo>
                    <a:pt x="2011" y="5257"/>
                  </a:moveTo>
                  <a:cubicBezTo>
                    <a:pt x="1802" y="5257"/>
                    <a:pt x="1598" y="5364"/>
                    <a:pt x="1459" y="5563"/>
                  </a:cubicBezTo>
                  <a:cubicBezTo>
                    <a:pt x="1277" y="5867"/>
                    <a:pt x="1398" y="6262"/>
                    <a:pt x="1702" y="6445"/>
                  </a:cubicBezTo>
                  <a:cubicBezTo>
                    <a:pt x="1824" y="6475"/>
                    <a:pt x="1945" y="6536"/>
                    <a:pt x="2006" y="6536"/>
                  </a:cubicBezTo>
                  <a:cubicBezTo>
                    <a:pt x="2219" y="6536"/>
                    <a:pt x="2462" y="6414"/>
                    <a:pt x="2584" y="6232"/>
                  </a:cubicBezTo>
                  <a:cubicBezTo>
                    <a:pt x="2766" y="5928"/>
                    <a:pt x="2645" y="5533"/>
                    <a:pt x="2341" y="5350"/>
                  </a:cubicBezTo>
                  <a:cubicBezTo>
                    <a:pt x="2235" y="5287"/>
                    <a:pt x="2123" y="5257"/>
                    <a:pt x="2011" y="5257"/>
                  </a:cubicBezTo>
                  <a:close/>
                  <a:moveTo>
                    <a:pt x="21266" y="7728"/>
                  </a:moveTo>
                  <a:cubicBezTo>
                    <a:pt x="21209" y="7728"/>
                    <a:pt x="21152" y="7736"/>
                    <a:pt x="21095" y="7752"/>
                  </a:cubicBezTo>
                  <a:cubicBezTo>
                    <a:pt x="20730" y="7843"/>
                    <a:pt x="20548" y="8207"/>
                    <a:pt x="20639" y="8542"/>
                  </a:cubicBezTo>
                  <a:cubicBezTo>
                    <a:pt x="20730" y="8846"/>
                    <a:pt x="20973" y="9028"/>
                    <a:pt x="21277" y="9028"/>
                  </a:cubicBezTo>
                  <a:cubicBezTo>
                    <a:pt x="21307" y="9028"/>
                    <a:pt x="21399" y="8998"/>
                    <a:pt x="21429" y="8998"/>
                  </a:cubicBezTo>
                  <a:cubicBezTo>
                    <a:pt x="21763" y="8876"/>
                    <a:pt x="22007" y="8542"/>
                    <a:pt x="21885" y="8207"/>
                  </a:cubicBezTo>
                  <a:cubicBezTo>
                    <a:pt x="21784" y="7905"/>
                    <a:pt x="21538" y="7728"/>
                    <a:pt x="21266" y="7728"/>
                  </a:cubicBezTo>
                  <a:close/>
                  <a:moveTo>
                    <a:pt x="1014" y="7761"/>
                  </a:moveTo>
                  <a:cubicBezTo>
                    <a:pt x="713" y="7761"/>
                    <a:pt x="442" y="7956"/>
                    <a:pt x="365" y="8238"/>
                  </a:cubicBezTo>
                  <a:cubicBezTo>
                    <a:pt x="304" y="8572"/>
                    <a:pt x="486" y="8967"/>
                    <a:pt x="821" y="9028"/>
                  </a:cubicBezTo>
                  <a:cubicBezTo>
                    <a:pt x="882" y="9059"/>
                    <a:pt x="942" y="9059"/>
                    <a:pt x="1034" y="9059"/>
                  </a:cubicBezTo>
                  <a:cubicBezTo>
                    <a:pt x="1277" y="9059"/>
                    <a:pt x="1550" y="8876"/>
                    <a:pt x="1641" y="8572"/>
                  </a:cubicBezTo>
                  <a:cubicBezTo>
                    <a:pt x="1702" y="8238"/>
                    <a:pt x="1520" y="7843"/>
                    <a:pt x="1186" y="7782"/>
                  </a:cubicBezTo>
                  <a:cubicBezTo>
                    <a:pt x="1128" y="7768"/>
                    <a:pt x="1071" y="7761"/>
                    <a:pt x="1014" y="7761"/>
                  </a:cubicBezTo>
                  <a:close/>
                  <a:moveTo>
                    <a:pt x="21611" y="10426"/>
                  </a:moveTo>
                  <a:cubicBezTo>
                    <a:pt x="21247" y="10426"/>
                    <a:pt x="20973" y="10730"/>
                    <a:pt x="20973" y="11095"/>
                  </a:cubicBezTo>
                  <a:cubicBezTo>
                    <a:pt x="20973" y="11460"/>
                    <a:pt x="21277" y="11733"/>
                    <a:pt x="21611" y="11733"/>
                  </a:cubicBezTo>
                  <a:cubicBezTo>
                    <a:pt x="21946" y="11733"/>
                    <a:pt x="22250" y="11429"/>
                    <a:pt x="22250" y="11095"/>
                  </a:cubicBezTo>
                  <a:cubicBezTo>
                    <a:pt x="22250" y="10730"/>
                    <a:pt x="21946" y="10426"/>
                    <a:pt x="21611" y="10426"/>
                  </a:cubicBezTo>
                  <a:close/>
                  <a:moveTo>
                    <a:pt x="638" y="10487"/>
                  </a:moveTo>
                  <a:cubicBezTo>
                    <a:pt x="304" y="10487"/>
                    <a:pt x="0" y="10791"/>
                    <a:pt x="0" y="11125"/>
                  </a:cubicBezTo>
                  <a:cubicBezTo>
                    <a:pt x="0" y="11490"/>
                    <a:pt x="274" y="11764"/>
                    <a:pt x="638" y="11764"/>
                  </a:cubicBezTo>
                  <a:cubicBezTo>
                    <a:pt x="973" y="11764"/>
                    <a:pt x="1277" y="11460"/>
                    <a:pt x="1277" y="11125"/>
                  </a:cubicBezTo>
                  <a:cubicBezTo>
                    <a:pt x="1277" y="10791"/>
                    <a:pt x="973" y="10487"/>
                    <a:pt x="638" y="10487"/>
                  </a:cubicBezTo>
                  <a:close/>
                  <a:moveTo>
                    <a:pt x="21329" y="13150"/>
                  </a:moveTo>
                  <a:cubicBezTo>
                    <a:pt x="21029" y="13150"/>
                    <a:pt x="20722" y="13326"/>
                    <a:pt x="20669" y="13618"/>
                  </a:cubicBezTo>
                  <a:cubicBezTo>
                    <a:pt x="20578" y="13983"/>
                    <a:pt x="20791" y="14347"/>
                    <a:pt x="21125" y="14439"/>
                  </a:cubicBezTo>
                  <a:cubicBezTo>
                    <a:pt x="21156" y="14439"/>
                    <a:pt x="21216" y="14469"/>
                    <a:pt x="21307" y="14469"/>
                  </a:cubicBezTo>
                  <a:cubicBezTo>
                    <a:pt x="21581" y="14469"/>
                    <a:pt x="21855" y="14287"/>
                    <a:pt x="21915" y="13983"/>
                  </a:cubicBezTo>
                  <a:cubicBezTo>
                    <a:pt x="21976" y="13618"/>
                    <a:pt x="21794" y="13253"/>
                    <a:pt x="21459" y="13162"/>
                  </a:cubicBezTo>
                  <a:cubicBezTo>
                    <a:pt x="21417" y="13154"/>
                    <a:pt x="21373" y="13150"/>
                    <a:pt x="21329" y="13150"/>
                  </a:cubicBezTo>
                  <a:close/>
                  <a:moveTo>
                    <a:pt x="1005" y="13200"/>
                  </a:moveTo>
                  <a:cubicBezTo>
                    <a:pt x="945" y="13200"/>
                    <a:pt x="883" y="13207"/>
                    <a:pt x="821" y="13223"/>
                  </a:cubicBezTo>
                  <a:cubicBezTo>
                    <a:pt x="486" y="13314"/>
                    <a:pt x="304" y="13679"/>
                    <a:pt x="365" y="14013"/>
                  </a:cubicBezTo>
                  <a:cubicBezTo>
                    <a:pt x="456" y="14317"/>
                    <a:pt x="699" y="14499"/>
                    <a:pt x="1034" y="14499"/>
                  </a:cubicBezTo>
                  <a:cubicBezTo>
                    <a:pt x="1064" y="14499"/>
                    <a:pt x="1125" y="14469"/>
                    <a:pt x="1186" y="14469"/>
                  </a:cubicBezTo>
                  <a:cubicBezTo>
                    <a:pt x="1520" y="14347"/>
                    <a:pt x="1702" y="14013"/>
                    <a:pt x="1641" y="13679"/>
                  </a:cubicBezTo>
                  <a:cubicBezTo>
                    <a:pt x="1541" y="13377"/>
                    <a:pt x="1294" y="13200"/>
                    <a:pt x="1005" y="13200"/>
                  </a:cubicBezTo>
                  <a:close/>
                  <a:moveTo>
                    <a:pt x="20213" y="15699"/>
                  </a:moveTo>
                  <a:cubicBezTo>
                    <a:pt x="19996" y="15699"/>
                    <a:pt x="19786" y="15820"/>
                    <a:pt x="19666" y="16019"/>
                  </a:cubicBezTo>
                  <a:cubicBezTo>
                    <a:pt x="19484" y="16323"/>
                    <a:pt x="19605" y="16718"/>
                    <a:pt x="19909" y="16901"/>
                  </a:cubicBezTo>
                  <a:cubicBezTo>
                    <a:pt x="20031" y="16961"/>
                    <a:pt x="20122" y="16961"/>
                    <a:pt x="20213" y="16961"/>
                  </a:cubicBezTo>
                  <a:cubicBezTo>
                    <a:pt x="20426" y="16961"/>
                    <a:pt x="20669" y="16870"/>
                    <a:pt x="20760" y="16657"/>
                  </a:cubicBezTo>
                  <a:cubicBezTo>
                    <a:pt x="20973" y="16353"/>
                    <a:pt x="20852" y="15989"/>
                    <a:pt x="20548" y="15806"/>
                  </a:cubicBezTo>
                  <a:cubicBezTo>
                    <a:pt x="20443" y="15733"/>
                    <a:pt x="20327" y="15699"/>
                    <a:pt x="20213" y="15699"/>
                  </a:cubicBezTo>
                  <a:close/>
                  <a:moveTo>
                    <a:pt x="2031" y="15743"/>
                  </a:moveTo>
                  <a:cubicBezTo>
                    <a:pt x="1920" y="15743"/>
                    <a:pt x="1808" y="15774"/>
                    <a:pt x="1702" y="15837"/>
                  </a:cubicBezTo>
                  <a:cubicBezTo>
                    <a:pt x="1398" y="16019"/>
                    <a:pt x="1277" y="16414"/>
                    <a:pt x="1459" y="16718"/>
                  </a:cubicBezTo>
                  <a:cubicBezTo>
                    <a:pt x="1581" y="16901"/>
                    <a:pt x="1824" y="17022"/>
                    <a:pt x="2037" y="17022"/>
                  </a:cubicBezTo>
                  <a:cubicBezTo>
                    <a:pt x="2128" y="17022"/>
                    <a:pt x="2219" y="17022"/>
                    <a:pt x="2341" y="16931"/>
                  </a:cubicBezTo>
                  <a:cubicBezTo>
                    <a:pt x="2645" y="16749"/>
                    <a:pt x="2766" y="16353"/>
                    <a:pt x="2584" y="16050"/>
                  </a:cubicBezTo>
                  <a:cubicBezTo>
                    <a:pt x="2445" y="15851"/>
                    <a:pt x="2241" y="15743"/>
                    <a:pt x="2031" y="15743"/>
                  </a:cubicBezTo>
                  <a:close/>
                  <a:moveTo>
                    <a:pt x="18572" y="17881"/>
                  </a:moveTo>
                  <a:cubicBezTo>
                    <a:pt x="18412" y="17881"/>
                    <a:pt x="18253" y="17949"/>
                    <a:pt x="18116" y="18086"/>
                  </a:cubicBezTo>
                  <a:cubicBezTo>
                    <a:pt x="17842" y="18329"/>
                    <a:pt x="17842" y="18724"/>
                    <a:pt x="18116" y="18998"/>
                  </a:cubicBezTo>
                  <a:cubicBezTo>
                    <a:pt x="18238" y="19089"/>
                    <a:pt x="18420" y="19180"/>
                    <a:pt x="18572" y="19180"/>
                  </a:cubicBezTo>
                  <a:cubicBezTo>
                    <a:pt x="18724" y="19180"/>
                    <a:pt x="18906" y="19089"/>
                    <a:pt x="19028" y="18998"/>
                  </a:cubicBezTo>
                  <a:cubicBezTo>
                    <a:pt x="19301" y="18724"/>
                    <a:pt x="19301" y="18329"/>
                    <a:pt x="19028" y="18086"/>
                  </a:cubicBezTo>
                  <a:cubicBezTo>
                    <a:pt x="18891" y="17949"/>
                    <a:pt x="18731" y="17881"/>
                    <a:pt x="18572" y="17881"/>
                  </a:cubicBezTo>
                  <a:close/>
                  <a:moveTo>
                    <a:pt x="3720" y="17911"/>
                  </a:moveTo>
                  <a:cubicBezTo>
                    <a:pt x="3556" y="17911"/>
                    <a:pt x="3389" y="17980"/>
                    <a:pt x="3252" y="18116"/>
                  </a:cubicBezTo>
                  <a:cubicBezTo>
                    <a:pt x="2979" y="18390"/>
                    <a:pt x="2979" y="18755"/>
                    <a:pt x="3252" y="19028"/>
                  </a:cubicBezTo>
                  <a:cubicBezTo>
                    <a:pt x="3374" y="19150"/>
                    <a:pt x="3526" y="19211"/>
                    <a:pt x="3708" y="19211"/>
                  </a:cubicBezTo>
                  <a:cubicBezTo>
                    <a:pt x="3860" y="19211"/>
                    <a:pt x="4073" y="19150"/>
                    <a:pt x="4164" y="19028"/>
                  </a:cubicBezTo>
                  <a:cubicBezTo>
                    <a:pt x="4438" y="18755"/>
                    <a:pt x="4438" y="18390"/>
                    <a:pt x="4164" y="18116"/>
                  </a:cubicBezTo>
                  <a:cubicBezTo>
                    <a:pt x="4043" y="17980"/>
                    <a:pt x="3883" y="17911"/>
                    <a:pt x="3720" y="17911"/>
                  </a:cubicBezTo>
                  <a:close/>
                  <a:moveTo>
                    <a:pt x="5881" y="19581"/>
                  </a:moveTo>
                  <a:cubicBezTo>
                    <a:pt x="5665" y="19581"/>
                    <a:pt x="5443" y="19703"/>
                    <a:pt x="5319" y="19910"/>
                  </a:cubicBezTo>
                  <a:cubicBezTo>
                    <a:pt x="5137" y="20214"/>
                    <a:pt x="5228" y="20578"/>
                    <a:pt x="5532" y="20761"/>
                  </a:cubicBezTo>
                  <a:cubicBezTo>
                    <a:pt x="5654" y="20852"/>
                    <a:pt x="5775" y="20852"/>
                    <a:pt x="5836" y="20852"/>
                  </a:cubicBezTo>
                  <a:cubicBezTo>
                    <a:pt x="6079" y="20852"/>
                    <a:pt x="6292" y="20730"/>
                    <a:pt x="6414" y="20548"/>
                  </a:cubicBezTo>
                  <a:cubicBezTo>
                    <a:pt x="6596" y="20244"/>
                    <a:pt x="6474" y="19849"/>
                    <a:pt x="6170" y="19667"/>
                  </a:cubicBezTo>
                  <a:cubicBezTo>
                    <a:pt x="6083" y="19608"/>
                    <a:pt x="5983" y="19581"/>
                    <a:pt x="5881" y="19581"/>
                  </a:cubicBezTo>
                  <a:close/>
                  <a:moveTo>
                    <a:pt x="16382" y="19581"/>
                  </a:moveTo>
                  <a:cubicBezTo>
                    <a:pt x="16281" y="19581"/>
                    <a:pt x="16177" y="19608"/>
                    <a:pt x="16079" y="19667"/>
                  </a:cubicBezTo>
                  <a:cubicBezTo>
                    <a:pt x="15775" y="19849"/>
                    <a:pt x="15654" y="20244"/>
                    <a:pt x="15836" y="20548"/>
                  </a:cubicBezTo>
                  <a:cubicBezTo>
                    <a:pt x="15988" y="20730"/>
                    <a:pt x="16171" y="20852"/>
                    <a:pt x="16414" y="20852"/>
                  </a:cubicBezTo>
                  <a:cubicBezTo>
                    <a:pt x="16475" y="20852"/>
                    <a:pt x="16596" y="20852"/>
                    <a:pt x="16718" y="20761"/>
                  </a:cubicBezTo>
                  <a:cubicBezTo>
                    <a:pt x="17022" y="20578"/>
                    <a:pt x="17143" y="20214"/>
                    <a:pt x="16931" y="19910"/>
                  </a:cubicBezTo>
                  <a:cubicBezTo>
                    <a:pt x="16807" y="19703"/>
                    <a:pt x="16598" y="19581"/>
                    <a:pt x="16382" y="19581"/>
                  </a:cubicBezTo>
                  <a:close/>
                  <a:moveTo>
                    <a:pt x="8442" y="20597"/>
                  </a:moveTo>
                  <a:cubicBezTo>
                    <a:pt x="8148" y="20597"/>
                    <a:pt x="7861" y="20773"/>
                    <a:pt x="7781" y="21065"/>
                  </a:cubicBezTo>
                  <a:cubicBezTo>
                    <a:pt x="7721" y="21430"/>
                    <a:pt x="7903" y="21794"/>
                    <a:pt x="8237" y="21885"/>
                  </a:cubicBezTo>
                  <a:cubicBezTo>
                    <a:pt x="8298" y="21916"/>
                    <a:pt x="8359" y="21916"/>
                    <a:pt x="8420" y="21916"/>
                  </a:cubicBezTo>
                  <a:cubicBezTo>
                    <a:pt x="8693" y="21916"/>
                    <a:pt x="8967" y="21734"/>
                    <a:pt x="9028" y="21430"/>
                  </a:cubicBezTo>
                  <a:cubicBezTo>
                    <a:pt x="9119" y="21065"/>
                    <a:pt x="8936" y="20700"/>
                    <a:pt x="8572" y="20609"/>
                  </a:cubicBezTo>
                  <a:cubicBezTo>
                    <a:pt x="8529" y="20601"/>
                    <a:pt x="8486" y="20597"/>
                    <a:pt x="8442" y="20597"/>
                  </a:cubicBezTo>
                  <a:close/>
                  <a:moveTo>
                    <a:pt x="13837" y="20597"/>
                  </a:moveTo>
                  <a:cubicBezTo>
                    <a:pt x="13794" y="20597"/>
                    <a:pt x="13751" y="20601"/>
                    <a:pt x="13709" y="20609"/>
                  </a:cubicBezTo>
                  <a:cubicBezTo>
                    <a:pt x="13374" y="20730"/>
                    <a:pt x="13161" y="21065"/>
                    <a:pt x="13253" y="21430"/>
                  </a:cubicBezTo>
                  <a:cubicBezTo>
                    <a:pt x="13344" y="21734"/>
                    <a:pt x="13587" y="21916"/>
                    <a:pt x="13891" y="21916"/>
                  </a:cubicBezTo>
                  <a:cubicBezTo>
                    <a:pt x="13952" y="21916"/>
                    <a:pt x="13982" y="21885"/>
                    <a:pt x="14043" y="21885"/>
                  </a:cubicBezTo>
                  <a:cubicBezTo>
                    <a:pt x="14408" y="21764"/>
                    <a:pt x="14590" y="21399"/>
                    <a:pt x="14499" y="21065"/>
                  </a:cubicBezTo>
                  <a:cubicBezTo>
                    <a:pt x="14393" y="20773"/>
                    <a:pt x="14125" y="20597"/>
                    <a:pt x="13837" y="20597"/>
                  </a:cubicBezTo>
                  <a:close/>
                  <a:moveTo>
                    <a:pt x="11125" y="20974"/>
                  </a:moveTo>
                  <a:cubicBezTo>
                    <a:pt x="10791" y="20974"/>
                    <a:pt x="10487" y="21278"/>
                    <a:pt x="10487" y="21612"/>
                  </a:cubicBezTo>
                  <a:cubicBezTo>
                    <a:pt x="10487" y="21977"/>
                    <a:pt x="10791" y="22250"/>
                    <a:pt x="11095" y="22250"/>
                  </a:cubicBezTo>
                  <a:lnTo>
                    <a:pt x="11155" y="22250"/>
                  </a:lnTo>
                  <a:cubicBezTo>
                    <a:pt x="11550" y="22250"/>
                    <a:pt x="11824" y="21946"/>
                    <a:pt x="11824" y="21612"/>
                  </a:cubicBezTo>
                  <a:cubicBezTo>
                    <a:pt x="11824" y="21278"/>
                    <a:pt x="11520" y="20974"/>
                    <a:pt x="11155" y="209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0"/>
            <p:cNvSpPr/>
            <p:nvPr/>
          </p:nvSpPr>
          <p:spPr>
            <a:xfrm>
              <a:off x="5181975" y="4525425"/>
              <a:ext cx="393650" cy="393650"/>
            </a:xfrm>
            <a:custGeom>
              <a:avLst/>
              <a:gdLst/>
              <a:ahLst/>
              <a:cxnLst/>
              <a:rect l="l" t="t" r="r" b="b"/>
              <a:pathLst>
                <a:path w="15746" h="15746" extrusionOk="0">
                  <a:moveTo>
                    <a:pt x="7843" y="1"/>
                  </a:moveTo>
                  <a:cubicBezTo>
                    <a:pt x="7447" y="1"/>
                    <a:pt x="7143" y="305"/>
                    <a:pt x="7143" y="700"/>
                  </a:cubicBezTo>
                  <a:cubicBezTo>
                    <a:pt x="7143" y="1065"/>
                    <a:pt x="7508" y="1369"/>
                    <a:pt x="7843" y="1369"/>
                  </a:cubicBezTo>
                  <a:cubicBezTo>
                    <a:pt x="8207" y="1369"/>
                    <a:pt x="8511" y="1065"/>
                    <a:pt x="8511" y="700"/>
                  </a:cubicBezTo>
                  <a:cubicBezTo>
                    <a:pt x="8511" y="305"/>
                    <a:pt x="8207" y="1"/>
                    <a:pt x="7843" y="1"/>
                  </a:cubicBezTo>
                  <a:close/>
                  <a:moveTo>
                    <a:pt x="10602" y="524"/>
                  </a:moveTo>
                  <a:cubicBezTo>
                    <a:pt x="10322" y="524"/>
                    <a:pt x="10085" y="690"/>
                    <a:pt x="9970" y="943"/>
                  </a:cubicBezTo>
                  <a:cubicBezTo>
                    <a:pt x="9818" y="1338"/>
                    <a:pt x="10001" y="1703"/>
                    <a:pt x="10335" y="1855"/>
                  </a:cubicBezTo>
                  <a:cubicBezTo>
                    <a:pt x="10402" y="1900"/>
                    <a:pt x="10485" y="1928"/>
                    <a:pt x="10548" y="1928"/>
                  </a:cubicBezTo>
                  <a:cubicBezTo>
                    <a:pt x="10572" y="1928"/>
                    <a:pt x="10592" y="1924"/>
                    <a:pt x="10609" y="1916"/>
                  </a:cubicBezTo>
                  <a:cubicBezTo>
                    <a:pt x="10882" y="1916"/>
                    <a:pt x="11156" y="1764"/>
                    <a:pt x="11247" y="1490"/>
                  </a:cubicBezTo>
                  <a:cubicBezTo>
                    <a:pt x="11399" y="1095"/>
                    <a:pt x="11216" y="730"/>
                    <a:pt x="10882" y="578"/>
                  </a:cubicBezTo>
                  <a:cubicBezTo>
                    <a:pt x="10786" y="541"/>
                    <a:pt x="10692" y="524"/>
                    <a:pt x="10602" y="524"/>
                  </a:cubicBezTo>
                  <a:close/>
                  <a:moveTo>
                    <a:pt x="5116" y="555"/>
                  </a:moveTo>
                  <a:cubicBezTo>
                    <a:pt x="5030" y="555"/>
                    <a:pt x="4944" y="572"/>
                    <a:pt x="4864" y="609"/>
                  </a:cubicBezTo>
                  <a:cubicBezTo>
                    <a:pt x="4499" y="761"/>
                    <a:pt x="4347" y="1186"/>
                    <a:pt x="4499" y="1521"/>
                  </a:cubicBezTo>
                  <a:cubicBezTo>
                    <a:pt x="4621" y="1794"/>
                    <a:pt x="4833" y="1946"/>
                    <a:pt x="5137" y="1946"/>
                  </a:cubicBezTo>
                  <a:cubicBezTo>
                    <a:pt x="5198" y="1946"/>
                    <a:pt x="5320" y="1946"/>
                    <a:pt x="5411" y="1916"/>
                  </a:cubicBezTo>
                  <a:cubicBezTo>
                    <a:pt x="5776" y="1764"/>
                    <a:pt x="5928" y="1338"/>
                    <a:pt x="5776" y="1004"/>
                  </a:cubicBezTo>
                  <a:cubicBezTo>
                    <a:pt x="5660" y="727"/>
                    <a:pt x="5387" y="555"/>
                    <a:pt x="5116" y="555"/>
                  </a:cubicBezTo>
                  <a:close/>
                  <a:moveTo>
                    <a:pt x="12934" y="2075"/>
                  </a:moveTo>
                  <a:cubicBezTo>
                    <a:pt x="12751" y="2075"/>
                    <a:pt x="12569" y="2144"/>
                    <a:pt x="12432" y="2281"/>
                  </a:cubicBezTo>
                  <a:cubicBezTo>
                    <a:pt x="12159" y="2554"/>
                    <a:pt x="12159" y="3010"/>
                    <a:pt x="12432" y="3284"/>
                  </a:cubicBezTo>
                  <a:cubicBezTo>
                    <a:pt x="12584" y="3436"/>
                    <a:pt x="12767" y="3466"/>
                    <a:pt x="12919" y="3466"/>
                  </a:cubicBezTo>
                  <a:cubicBezTo>
                    <a:pt x="13131" y="3466"/>
                    <a:pt x="13283" y="3375"/>
                    <a:pt x="13435" y="3284"/>
                  </a:cubicBezTo>
                  <a:cubicBezTo>
                    <a:pt x="13679" y="3010"/>
                    <a:pt x="13679" y="2554"/>
                    <a:pt x="13435" y="2281"/>
                  </a:cubicBezTo>
                  <a:cubicBezTo>
                    <a:pt x="13299" y="2144"/>
                    <a:pt x="13116" y="2075"/>
                    <a:pt x="12934" y="2075"/>
                  </a:cubicBezTo>
                  <a:close/>
                  <a:moveTo>
                    <a:pt x="2770" y="2129"/>
                  </a:moveTo>
                  <a:cubicBezTo>
                    <a:pt x="2592" y="2129"/>
                    <a:pt x="2417" y="2189"/>
                    <a:pt x="2280" y="2311"/>
                  </a:cubicBezTo>
                  <a:cubicBezTo>
                    <a:pt x="2007" y="2585"/>
                    <a:pt x="2007" y="3041"/>
                    <a:pt x="2280" y="3314"/>
                  </a:cubicBezTo>
                  <a:cubicBezTo>
                    <a:pt x="2432" y="3436"/>
                    <a:pt x="2645" y="3496"/>
                    <a:pt x="2797" y="3496"/>
                  </a:cubicBezTo>
                  <a:cubicBezTo>
                    <a:pt x="2979" y="3496"/>
                    <a:pt x="3131" y="3466"/>
                    <a:pt x="3283" y="3314"/>
                  </a:cubicBezTo>
                  <a:cubicBezTo>
                    <a:pt x="3557" y="3041"/>
                    <a:pt x="3557" y="2585"/>
                    <a:pt x="3283" y="2311"/>
                  </a:cubicBezTo>
                  <a:cubicBezTo>
                    <a:pt x="3131" y="2189"/>
                    <a:pt x="2949" y="2129"/>
                    <a:pt x="2770" y="2129"/>
                  </a:cubicBezTo>
                  <a:close/>
                  <a:moveTo>
                    <a:pt x="14525" y="4381"/>
                  </a:moveTo>
                  <a:cubicBezTo>
                    <a:pt x="14434" y="4381"/>
                    <a:pt x="14342" y="4400"/>
                    <a:pt x="14256" y="4439"/>
                  </a:cubicBezTo>
                  <a:cubicBezTo>
                    <a:pt x="13891" y="4591"/>
                    <a:pt x="13739" y="5016"/>
                    <a:pt x="13891" y="5351"/>
                  </a:cubicBezTo>
                  <a:cubicBezTo>
                    <a:pt x="13948" y="5604"/>
                    <a:pt x="14187" y="5779"/>
                    <a:pt x="14464" y="5779"/>
                  </a:cubicBezTo>
                  <a:cubicBezTo>
                    <a:pt x="14485" y="5779"/>
                    <a:pt x="14507" y="5778"/>
                    <a:pt x="14530" y="5776"/>
                  </a:cubicBezTo>
                  <a:cubicBezTo>
                    <a:pt x="14590" y="5776"/>
                    <a:pt x="14712" y="5776"/>
                    <a:pt x="14803" y="5746"/>
                  </a:cubicBezTo>
                  <a:cubicBezTo>
                    <a:pt x="15168" y="5594"/>
                    <a:pt x="15320" y="5168"/>
                    <a:pt x="15168" y="4834"/>
                  </a:cubicBezTo>
                  <a:cubicBezTo>
                    <a:pt x="15055" y="4540"/>
                    <a:pt x="14791" y="4381"/>
                    <a:pt x="14525" y="4381"/>
                  </a:cubicBezTo>
                  <a:close/>
                  <a:moveTo>
                    <a:pt x="1222" y="4445"/>
                  </a:moveTo>
                  <a:cubicBezTo>
                    <a:pt x="947" y="4445"/>
                    <a:pt x="693" y="4611"/>
                    <a:pt x="578" y="4864"/>
                  </a:cubicBezTo>
                  <a:cubicBezTo>
                    <a:pt x="426" y="5259"/>
                    <a:pt x="608" y="5624"/>
                    <a:pt x="973" y="5776"/>
                  </a:cubicBezTo>
                  <a:cubicBezTo>
                    <a:pt x="1064" y="5807"/>
                    <a:pt x="1155" y="5807"/>
                    <a:pt x="1216" y="5807"/>
                  </a:cubicBezTo>
                  <a:cubicBezTo>
                    <a:pt x="1490" y="5807"/>
                    <a:pt x="1763" y="5655"/>
                    <a:pt x="1885" y="5411"/>
                  </a:cubicBezTo>
                  <a:cubicBezTo>
                    <a:pt x="2007" y="5016"/>
                    <a:pt x="1824" y="4651"/>
                    <a:pt x="1490" y="4500"/>
                  </a:cubicBezTo>
                  <a:cubicBezTo>
                    <a:pt x="1401" y="4463"/>
                    <a:pt x="1310" y="4445"/>
                    <a:pt x="1222" y="4445"/>
                  </a:cubicBezTo>
                  <a:close/>
                  <a:moveTo>
                    <a:pt x="700" y="7174"/>
                  </a:moveTo>
                  <a:cubicBezTo>
                    <a:pt x="304" y="7174"/>
                    <a:pt x="0" y="7478"/>
                    <a:pt x="0" y="7873"/>
                  </a:cubicBezTo>
                  <a:cubicBezTo>
                    <a:pt x="0" y="8238"/>
                    <a:pt x="304" y="8542"/>
                    <a:pt x="700" y="8542"/>
                  </a:cubicBezTo>
                  <a:cubicBezTo>
                    <a:pt x="1064" y="8542"/>
                    <a:pt x="1368" y="8238"/>
                    <a:pt x="1368" y="7873"/>
                  </a:cubicBezTo>
                  <a:cubicBezTo>
                    <a:pt x="1368" y="7478"/>
                    <a:pt x="1064" y="7174"/>
                    <a:pt x="700" y="7174"/>
                  </a:cubicBezTo>
                  <a:close/>
                  <a:moveTo>
                    <a:pt x="15046" y="7174"/>
                  </a:moveTo>
                  <a:cubicBezTo>
                    <a:pt x="14682" y="7174"/>
                    <a:pt x="14378" y="7478"/>
                    <a:pt x="14378" y="7873"/>
                  </a:cubicBezTo>
                  <a:cubicBezTo>
                    <a:pt x="14378" y="8238"/>
                    <a:pt x="14682" y="8542"/>
                    <a:pt x="15046" y="8542"/>
                  </a:cubicBezTo>
                  <a:cubicBezTo>
                    <a:pt x="15441" y="8542"/>
                    <a:pt x="15745" y="8238"/>
                    <a:pt x="15745" y="7873"/>
                  </a:cubicBezTo>
                  <a:cubicBezTo>
                    <a:pt x="15745" y="7478"/>
                    <a:pt x="15441" y="7174"/>
                    <a:pt x="15046" y="7174"/>
                  </a:cubicBezTo>
                  <a:close/>
                  <a:moveTo>
                    <a:pt x="14523" y="9917"/>
                  </a:moveTo>
                  <a:cubicBezTo>
                    <a:pt x="14243" y="9917"/>
                    <a:pt x="14006" y="10083"/>
                    <a:pt x="13891" y="10335"/>
                  </a:cubicBezTo>
                  <a:cubicBezTo>
                    <a:pt x="13739" y="10731"/>
                    <a:pt x="13922" y="11095"/>
                    <a:pt x="14256" y="11247"/>
                  </a:cubicBezTo>
                  <a:cubicBezTo>
                    <a:pt x="14347" y="11278"/>
                    <a:pt x="14408" y="11278"/>
                    <a:pt x="14530" y="11278"/>
                  </a:cubicBezTo>
                  <a:cubicBezTo>
                    <a:pt x="14803" y="11278"/>
                    <a:pt x="15046" y="11126"/>
                    <a:pt x="15168" y="10883"/>
                  </a:cubicBezTo>
                  <a:cubicBezTo>
                    <a:pt x="15320" y="10487"/>
                    <a:pt x="15138" y="10123"/>
                    <a:pt x="14803" y="9971"/>
                  </a:cubicBezTo>
                  <a:cubicBezTo>
                    <a:pt x="14707" y="9934"/>
                    <a:pt x="14613" y="9917"/>
                    <a:pt x="14523" y="9917"/>
                  </a:cubicBezTo>
                  <a:close/>
                  <a:moveTo>
                    <a:pt x="1259" y="9917"/>
                  </a:moveTo>
                  <a:cubicBezTo>
                    <a:pt x="1172" y="9917"/>
                    <a:pt x="1085" y="9934"/>
                    <a:pt x="1004" y="9971"/>
                  </a:cubicBezTo>
                  <a:cubicBezTo>
                    <a:pt x="608" y="10123"/>
                    <a:pt x="456" y="10518"/>
                    <a:pt x="608" y="10883"/>
                  </a:cubicBezTo>
                  <a:cubicBezTo>
                    <a:pt x="716" y="11097"/>
                    <a:pt x="918" y="11288"/>
                    <a:pt x="1152" y="11288"/>
                  </a:cubicBezTo>
                  <a:cubicBezTo>
                    <a:pt x="1183" y="11288"/>
                    <a:pt x="1215" y="11285"/>
                    <a:pt x="1247" y="11278"/>
                  </a:cubicBezTo>
                  <a:cubicBezTo>
                    <a:pt x="1338" y="11278"/>
                    <a:pt x="1459" y="11278"/>
                    <a:pt x="1520" y="11247"/>
                  </a:cubicBezTo>
                  <a:cubicBezTo>
                    <a:pt x="1915" y="11095"/>
                    <a:pt x="2067" y="10670"/>
                    <a:pt x="1915" y="10335"/>
                  </a:cubicBezTo>
                  <a:cubicBezTo>
                    <a:pt x="1800" y="10083"/>
                    <a:pt x="1529" y="9917"/>
                    <a:pt x="1259" y="9917"/>
                  </a:cubicBezTo>
                  <a:close/>
                  <a:moveTo>
                    <a:pt x="12964" y="12228"/>
                  </a:moveTo>
                  <a:cubicBezTo>
                    <a:pt x="12782" y="12228"/>
                    <a:pt x="12599" y="12296"/>
                    <a:pt x="12463" y="12433"/>
                  </a:cubicBezTo>
                  <a:cubicBezTo>
                    <a:pt x="12189" y="12706"/>
                    <a:pt x="12189" y="13162"/>
                    <a:pt x="12463" y="13405"/>
                  </a:cubicBezTo>
                  <a:cubicBezTo>
                    <a:pt x="12615" y="13557"/>
                    <a:pt x="12767" y="13618"/>
                    <a:pt x="12979" y="13618"/>
                  </a:cubicBezTo>
                  <a:cubicBezTo>
                    <a:pt x="13162" y="13618"/>
                    <a:pt x="13344" y="13557"/>
                    <a:pt x="13466" y="13405"/>
                  </a:cubicBezTo>
                  <a:cubicBezTo>
                    <a:pt x="13739" y="13132"/>
                    <a:pt x="13739" y="12706"/>
                    <a:pt x="13466" y="12433"/>
                  </a:cubicBezTo>
                  <a:cubicBezTo>
                    <a:pt x="13329" y="12296"/>
                    <a:pt x="13147" y="12228"/>
                    <a:pt x="12964" y="12228"/>
                  </a:cubicBezTo>
                  <a:close/>
                  <a:moveTo>
                    <a:pt x="2816" y="12258"/>
                  </a:moveTo>
                  <a:cubicBezTo>
                    <a:pt x="2637" y="12258"/>
                    <a:pt x="2463" y="12326"/>
                    <a:pt x="2341" y="12463"/>
                  </a:cubicBezTo>
                  <a:cubicBezTo>
                    <a:pt x="2067" y="12737"/>
                    <a:pt x="2067" y="13193"/>
                    <a:pt x="2341" y="13466"/>
                  </a:cubicBezTo>
                  <a:cubicBezTo>
                    <a:pt x="2432" y="13557"/>
                    <a:pt x="2645" y="13649"/>
                    <a:pt x="2827" y="13649"/>
                  </a:cubicBezTo>
                  <a:cubicBezTo>
                    <a:pt x="3010" y="13649"/>
                    <a:pt x="3162" y="13618"/>
                    <a:pt x="3314" y="13466"/>
                  </a:cubicBezTo>
                  <a:cubicBezTo>
                    <a:pt x="3587" y="13193"/>
                    <a:pt x="3587" y="12737"/>
                    <a:pt x="3314" y="12463"/>
                  </a:cubicBezTo>
                  <a:cubicBezTo>
                    <a:pt x="3177" y="12326"/>
                    <a:pt x="2994" y="12258"/>
                    <a:pt x="2816" y="12258"/>
                  </a:cubicBezTo>
                  <a:close/>
                  <a:moveTo>
                    <a:pt x="10648" y="13773"/>
                  </a:moveTo>
                  <a:cubicBezTo>
                    <a:pt x="10555" y="13773"/>
                    <a:pt x="10459" y="13792"/>
                    <a:pt x="10365" y="13831"/>
                  </a:cubicBezTo>
                  <a:cubicBezTo>
                    <a:pt x="10001" y="13983"/>
                    <a:pt x="9849" y="14409"/>
                    <a:pt x="10001" y="14743"/>
                  </a:cubicBezTo>
                  <a:cubicBezTo>
                    <a:pt x="10113" y="14996"/>
                    <a:pt x="10331" y="15172"/>
                    <a:pt x="10580" y="15172"/>
                  </a:cubicBezTo>
                  <a:cubicBezTo>
                    <a:pt x="10599" y="15172"/>
                    <a:pt x="10619" y="15171"/>
                    <a:pt x="10639" y="15168"/>
                  </a:cubicBezTo>
                  <a:cubicBezTo>
                    <a:pt x="10730" y="15168"/>
                    <a:pt x="10821" y="15168"/>
                    <a:pt x="10913" y="15138"/>
                  </a:cubicBezTo>
                  <a:cubicBezTo>
                    <a:pt x="11277" y="14986"/>
                    <a:pt x="11429" y="14560"/>
                    <a:pt x="11277" y="14226"/>
                  </a:cubicBezTo>
                  <a:cubicBezTo>
                    <a:pt x="11164" y="13932"/>
                    <a:pt x="10917" y="13773"/>
                    <a:pt x="10648" y="13773"/>
                  </a:cubicBezTo>
                  <a:close/>
                  <a:moveTo>
                    <a:pt x="5134" y="13777"/>
                  </a:moveTo>
                  <a:cubicBezTo>
                    <a:pt x="4853" y="13777"/>
                    <a:pt x="4614" y="13949"/>
                    <a:pt x="4499" y="14226"/>
                  </a:cubicBezTo>
                  <a:cubicBezTo>
                    <a:pt x="4347" y="14591"/>
                    <a:pt x="4529" y="14986"/>
                    <a:pt x="4864" y="15138"/>
                  </a:cubicBezTo>
                  <a:cubicBezTo>
                    <a:pt x="4928" y="15159"/>
                    <a:pt x="4978" y="15181"/>
                    <a:pt x="5044" y="15181"/>
                  </a:cubicBezTo>
                  <a:cubicBezTo>
                    <a:pt x="5071" y="15181"/>
                    <a:pt x="5102" y="15177"/>
                    <a:pt x="5137" y="15168"/>
                  </a:cubicBezTo>
                  <a:cubicBezTo>
                    <a:pt x="5411" y="15168"/>
                    <a:pt x="5684" y="15016"/>
                    <a:pt x="5776" y="14743"/>
                  </a:cubicBezTo>
                  <a:cubicBezTo>
                    <a:pt x="5928" y="14378"/>
                    <a:pt x="5745" y="13983"/>
                    <a:pt x="5411" y="13831"/>
                  </a:cubicBezTo>
                  <a:cubicBezTo>
                    <a:pt x="5316" y="13794"/>
                    <a:pt x="5223" y="13777"/>
                    <a:pt x="5134" y="13777"/>
                  </a:cubicBezTo>
                  <a:close/>
                  <a:moveTo>
                    <a:pt x="7843" y="14378"/>
                  </a:moveTo>
                  <a:cubicBezTo>
                    <a:pt x="7447" y="14378"/>
                    <a:pt x="7143" y="14682"/>
                    <a:pt x="7143" y="15047"/>
                  </a:cubicBezTo>
                  <a:cubicBezTo>
                    <a:pt x="7143" y="15442"/>
                    <a:pt x="7508" y="15746"/>
                    <a:pt x="7873" y="15746"/>
                  </a:cubicBezTo>
                  <a:cubicBezTo>
                    <a:pt x="8298" y="15746"/>
                    <a:pt x="8602" y="15442"/>
                    <a:pt x="8511" y="15047"/>
                  </a:cubicBezTo>
                  <a:cubicBezTo>
                    <a:pt x="8511" y="14682"/>
                    <a:pt x="8207" y="14378"/>
                    <a:pt x="7843" y="143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0"/>
            <p:cNvSpPr/>
            <p:nvPr/>
          </p:nvSpPr>
          <p:spPr>
            <a:xfrm>
              <a:off x="5264050" y="4613750"/>
              <a:ext cx="229500" cy="223275"/>
            </a:xfrm>
            <a:custGeom>
              <a:avLst/>
              <a:gdLst/>
              <a:ahLst/>
              <a:cxnLst/>
              <a:rect l="l" t="t" r="r" b="b"/>
              <a:pathLst>
                <a:path w="9180" h="8931" extrusionOk="0">
                  <a:moveTo>
                    <a:pt x="3278" y="1"/>
                  </a:moveTo>
                  <a:cubicBezTo>
                    <a:pt x="3188" y="1"/>
                    <a:pt x="3097" y="18"/>
                    <a:pt x="3009" y="55"/>
                  </a:cubicBezTo>
                  <a:cubicBezTo>
                    <a:pt x="2614" y="207"/>
                    <a:pt x="2432" y="602"/>
                    <a:pt x="2584" y="997"/>
                  </a:cubicBezTo>
                  <a:cubicBezTo>
                    <a:pt x="2705" y="1270"/>
                    <a:pt x="2949" y="1453"/>
                    <a:pt x="3253" y="1453"/>
                  </a:cubicBezTo>
                  <a:cubicBezTo>
                    <a:pt x="3374" y="1453"/>
                    <a:pt x="3435" y="1453"/>
                    <a:pt x="3526" y="1422"/>
                  </a:cubicBezTo>
                  <a:cubicBezTo>
                    <a:pt x="3921" y="1270"/>
                    <a:pt x="4104" y="845"/>
                    <a:pt x="3952" y="450"/>
                  </a:cubicBezTo>
                  <a:cubicBezTo>
                    <a:pt x="3836" y="173"/>
                    <a:pt x="3563" y="1"/>
                    <a:pt x="3278" y="1"/>
                  </a:cubicBezTo>
                  <a:close/>
                  <a:moveTo>
                    <a:pt x="5871" y="1"/>
                  </a:moveTo>
                  <a:cubicBezTo>
                    <a:pt x="5587" y="1"/>
                    <a:pt x="5313" y="173"/>
                    <a:pt x="5198" y="450"/>
                  </a:cubicBezTo>
                  <a:cubicBezTo>
                    <a:pt x="5076" y="845"/>
                    <a:pt x="5289" y="1270"/>
                    <a:pt x="5654" y="1422"/>
                  </a:cubicBezTo>
                  <a:cubicBezTo>
                    <a:pt x="5745" y="1453"/>
                    <a:pt x="5806" y="1453"/>
                    <a:pt x="5927" y="1483"/>
                  </a:cubicBezTo>
                  <a:cubicBezTo>
                    <a:pt x="6231" y="1483"/>
                    <a:pt x="6505" y="1301"/>
                    <a:pt x="6596" y="997"/>
                  </a:cubicBezTo>
                  <a:cubicBezTo>
                    <a:pt x="6718" y="602"/>
                    <a:pt x="6535" y="176"/>
                    <a:pt x="6140" y="55"/>
                  </a:cubicBezTo>
                  <a:cubicBezTo>
                    <a:pt x="6052" y="18"/>
                    <a:pt x="5961" y="1"/>
                    <a:pt x="5871" y="1"/>
                  </a:cubicBezTo>
                  <a:close/>
                  <a:moveTo>
                    <a:pt x="1241" y="1702"/>
                  </a:moveTo>
                  <a:cubicBezTo>
                    <a:pt x="986" y="1702"/>
                    <a:pt x="733" y="1832"/>
                    <a:pt x="608" y="2061"/>
                  </a:cubicBezTo>
                  <a:cubicBezTo>
                    <a:pt x="395" y="2395"/>
                    <a:pt x="517" y="2851"/>
                    <a:pt x="882" y="3033"/>
                  </a:cubicBezTo>
                  <a:cubicBezTo>
                    <a:pt x="973" y="3125"/>
                    <a:pt x="1125" y="3155"/>
                    <a:pt x="1216" y="3155"/>
                  </a:cubicBezTo>
                  <a:cubicBezTo>
                    <a:pt x="1490" y="3155"/>
                    <a:pt x="1702" y="3003"/>
                    <a:pt x="1854" y="2790"/>
                  </a:cubicBezTo>
                  <a:cubicBezTo>
                    <a:pt x="2037" y="2426"/>
                    <a:pt x="1915" y="1970"/>
                    <a:pt x="1581" y="1787"/>
                  </a:cubicBezTo>
                  <a:cubicBezTo>
                    <a:pt x="1475" y="1730"/>
                    <a:pt x="1358" y="1702"/>
                    <a:pt x="1241" y="1702"/>
                  </a:cubicBezTo>
                  <a:close/>
                  <a:moveTo>
                    <a:pt x="7908" y="1702"/>
                  </a:moveTo>
                  <a:cubicBezTo>
                    <a:pt x="7791" y="1702"/>
                    <a:pt x="7674" y="1730"/>
                    <a:pt x="7569" y="1787"/>
                  </a:cubicBezTo>
                  <a:cubicBezTo>
                    <a:pt x="7204" y="1970"/>
                    <a:pt x="7082" y="2426"/>
                    <a:pt x="7295" y="2790"/>
                  </a:cubicBezTo>
                  <a:cubicBezTo>
                    <a:pt x="7447" y="3003"/>
                    <a:pt x="7660" y="3125"/>
                    <a:pt x="7903" y="3155"/>
                  </a:cubicBezTo>
                  <a:cubicBezTo>
                    <a:pt x="8055" y="3155"/>
                    <a:pt x="8177" y="3125"/>
                    <a:pt x="8268" y="3033"/>
                  </a:cubicBezTo>
                  <a:cubicBezTo>
                    <a:pt x="8633" y="2851"/>
                    <a:pt x="8724" y="2395"/>
                    <a:pt x="8541" y="2061"/>
                  </a:cubicBezTo>
                  <a:cubicBezTo>
                    <a:pt x="8416" y="1832"/>
                    <a:pt x="8163" y="1702"/>
                    <a:pt x="7908" y="1702"/>
                  </a:cubicBezTo>
                  <a:close/>
                  <a:moveTo>
                    <a:pt x="8401" y="4241"/>
                  </a:moveTo>
                  <a:cubicBezTo>
                    <a:pt x="8050" y="4241"/>
                    <a:pt x="7743" y="4499"/>
                    <a:pt x="7660" y="4857"/>
                  </a:cubicBezTo>
                  <a:cubicBezTo>
                    <a:pt x="7599" y="5252"/>
                    <a:pt x="7842" y="5617"/>
                    <a:pt x="8268" y="5708"/>
                  </a:cubicBezTo>
                  <a:cubicBezTo>
                    <a:pt x="8298" y="5723"/>
                    <a:pt x="8321" y="5731"/>
                    <a:pt x="8340" y="5731"/>
                  </a:cubicBezTo>
                  <a:cubicBezTo>
                    <a:pt x="8359" y="5731"/>
                    <a:pt x="8374" y="5723"/>
                    <a:pt x="8389" y="5708"/>
                  </a:cubicBezTo>
                  <a:cubicBezTo>
                    <a:pt x="8724" y="5708"/>
                    <a:pt x="9028" y="5435"/>
                    <a:pt x="9119" y="5100"/>
                  </a:cubicBezTo>
                  <a:cubicBezTo>
                    <a:pt x="9180" y="4705"/>
                    <a:pt x="8937" y="4340"/>
                    <a:pt x="8511" y="4249"/>
                  </a:cubicBezTo>
                  <a:cubicBezTo>
                    <a:pt x="8474" y="4244"/>
                    <a:pt x="8437" y="4241"/>
                    <a:pt x="8401" y="4241"/>
                  </a:cubicBezTo>
                  <a:close/>
                  <a:moveTo>
                    <a:pt x="821" y="4293"/>
                  </a:moveTo>
                  <a:cubicBezTo>
                    <a:pt x="771" y="4293"/>
                    <a:pt x="720" y="4298"/>
                    <a:pt x="669" y="4310"/>
                  </a:cubicBezTo>
                  <a:cubicBezTo>
                    <a:pt x="243" y="4340"/>
                    <a:pt x="0" y="4705"/>
                    <a:pt x="61" y="5131"/>
                  </a:cubicBezTo>
                  <a:cubicBezTo>
                    <a:pt x="152" y="5526"/>
                    <a:pt x="456" y="5739"/>
                    <a:pt x="790" y="5739"/>
                  </a:cubicBezTo>
                  <a:lnTo>
                    <a:pt x="912" y="5739"/>
                  </a:lnTo>
                  <a:cubicBezTo>
                    <a:pt x="1338" y="5708"/>
                    <a:pt x="1581" y="5313"/>
                    <a:pt x="1520" y="4918"/>
                  </a:cubicBezTo>
                  <a:cubicBezTo>
                    <a:pt x="1441" y="4548"/>
                    <a:pt x="1154" y="4293"/>
                    <a:pt x="821" y="4293"/>
                  </a:cubicBezTo>
                  <a:close/>
                  <a:moveTo>
                    <a:pt x="7080" y="6554"/>
                  </a:moveTo>
                  <a:cubicBezTo>
                    <a:pt x="6908" y="6554"/>
                    <a:pt x="6736" y="6616"/>
                    <a:pt x="6596" y="6742"/>
                  </a:cubicBezTo>
                  <a:cubicBezTo>
                    <a:pt x="6292" y="6985"/>
                    <a:pt x="6262" y="7441"/>
                    <a:pt x="6535" y="7745"/>
                  </a:cubicBezTo>
                  <a:cubicBezTo>
                    <a:pt x="6687" y="7958"/>
                    <a:pt x="6870" y="8018"/>
                    <a:pt x="7082" y="8018"/>
                  </a:cubicBezTo>
                  <a:cubicBezTo>
                    <a:pt x="7265" y="8018"/>
                    <a:pt x="7417" y="7958"/>
                    <a:pt x="7569" y="7836"/>
                  </a:cubicBezTo>
                  <a:cubicBezTo>
                    <a:pt x="7873" y="7562"/>
                    <a:pt x="7903" y="7106"/>
                    <a:pt x="7630" y="6802"/>
                  </a:cubicBezTo>
                  <a:cubicBezTo>
                    <a:pt x="7482" y="6639"/>
                    <a:pt x="7281" y="6554"/>
                    <a:pt x="7080" y="6554"/>
                  </a:cubicBezTo>
                  <a:close/>
                  <a:moveTo>
                    <a:pt x="2100" y="6585"/>
                  </a:moveTo>
                  <a:cubicBezTo>
                    <a:pt x="1899" y="6585"/>
                    <a:pt x="1698" y="6669"/>
                    <a:pt x="1550" y="6833"/>
                  </a:cubicBezTo>
                  <a:cubicBezTo>
                    <a:pt x="1277" y="7137"/>
                    <a:pt x="1338" y="7593"/>
                    <a:pt x="1642" y="7866"/>
                  </a:cubicBezTo>
                  <a:cubicBezTo>
                    <a:pt x="1763" y="7988"/>
                    <a:pt x="1946" y="8018"/>
                    <a:pt x="2097" y="8049"/>
                  </a:cubicBezTo>
                  <a:cubicBezTo>
                    <a:pt x="2310" y="8049"/>
                    <a:pt x="2493" y="7988"/>
                    <a:pt x="2645" y="7806"/>
                  </a:cubicBezTo>
                  <a:cubicBezTo>
                    <a:pt x="2918" y="7502"/>
                    <a:pt x="2888" y="7046"/>
                    <a:pt x="2584" y="6772"/>
                  </a:cubicBezTo>
                  <a:cubicBezTo>
                    <a:pt x="2444" y="6646"/>
                    <a:pt x="2272" y="6585"/>
                    <a:pt x="2100" y="6585"/>
                  </a:cubicBezTo>
                  <a:close/>
                  <a:moveTo>
                    <a:pt x="4590" y="7502"/>
                  </a:moveTo>
                  <a:cubicBezTo>
                    <a:pt x="4164" y="7502"/>
                    <a:pt x="3860" y="7836"/>
                    <a:pt x="3860" y="8201"/>
                  </a:cubicBezTo>
                  <a:cubicBezTo>
                    <a:pt x="3860" y="8596"/>
                    <a:pt x="4164" y="8930"/>
                    <a:pt x="4590" y="8930"/>
                  </a:cubicBezTo>
                  <a:cubicBezTo>
                    <a:pt x="5015" y="8930"/>
                    <a:pt x="5350" y="8596"/>
                    <a:pt x="5350" y="8201"/>
                  </a:cubicBezTo>
                  <a:cubicBezTo>
                    <a:pt x="5350" y="7806"/>
                    <a:pt x="5046" y="7502"/>
                    <a:pt x="4620" y="75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0" name="Google Shape;2310;p80"/>
          <p:cNvGrpSpPr/>
          <p:nvPr/>
        </p:nvGrpSpPr>
        <p:grpSpPr>
          <a:xfrm>
            <a:off x="6982199" y="3152891"/>
            <a:ext cx="378197" cy="754239"/>
            <a:chOff x="7225325" y="915575"/>
            <a:chExt cx="531175" cy="1059325"/>
          </a:xfrm>
        </p:grpSpPr>
        <p:sp>
          <p:nvSpPr>
            <p:cNvPr id="2311" name="Google Shape;2311;p80"/>
            <p:cNvSpPr/>
            <p:nvPr/>
          </p:nvSpPr>
          <p:spPr>
            <a:xfrm>
              <a:off x="7225325" y="915575"/>
              <a:ext cx="531175" cy="531200"/>
            </a:xfrm>
            <a:custGeom>
              <a:avLst/>
              <a:gdLst/>
              <a:ahLst/>
              <a:cxnLst/>
              <a:rect l="l" t="t" r="r" b="b"/>
              <a:pathLst>
                <a:path w="21247" h="21248" extrusionOk="0">
                  <a:moveTo>
                    <a:pt x="0" y="1"/>
                  </a:moveTo>
                  <a:lnTo>
                    <a:pt x="0" y="21247"/>
                  </a:lnTo>
                  <a:lnTo>
                    <a:pt x="21247" y="21247"/>
                  </a:lnTo>
                  <a:lnTo>
                    <a:pt x="212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0"/>
            <p:cNvSpPr/>
            <p:nvPr/>
          </p:nvSpPr>
          <p:spPr>
            <a:xfrm>
              <a:off x="7225325" y="1181550"/>
              <a:ext cx="531175" cy="531175"/>
            </a:xfrm>
            <a:custGeom>
              <a:avLst/>
              <a:gdLst/>
              <a:ahLst/>
              <a:cxnLst/>
              <a:rect l="l" t="t" r="r" b="b"/>
              <a:pathLst>
                <a:path w="21247" h="21247" extrusionOk="0">
                  <a:moveTo>
                    <a:pt x="0" y="0"/>
                  </a:moveTo>
                  <a:lnTo>
                    <a:pt x="0" y="21247"/>
                  </a:lnTo>
                  <a:lnTo>
                    <a:pt x="21247" y="21247"/>
                  </a:lnTo>
                  <a:lnTo>
                    <a:pt x="212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0"/>
            <p:cNvSpPr/>
            <p:nvPr/>
          </p:nvSpPr>
          <p:spPr>
            <a:xfrm>
              <a:off x="7225325" y="1443700"/>
              <a:ext cx="531175" cy="531200"/>
            </a:xfrm>
            <a:custGeom>
              <a:avLst/>
              <a:gdLst/>
              <a:ahLst/>
              <a:cxnLst/>
              <a:rect l="l" t="t" r="r" b="b"/>
              <a:pathLst>
                <a:path w="21247" h="21248" extrusionOk="0">
                  <a:moveTo>
                    <a:pt x="0" y="1"/>
                  </a:moveTo>
                  <a:lnTo>
                    <a:pt x="0" y="21247"/>
                  </a:lnTo>
                  <a:lnTo>
                    <a:pt x="21247" y="21247"/>
                  </a:lnTo>
                  <a:lnTo>
                    <a:pt x="212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4" name="Google Shape;2314;p80"/>
          <p:cNvSpPr/>
          <p:nvPr/>
        </p:nvSpPr>
        <p:spPr>
          <a:xfrm>
            <a:off x="7094163" y="2163975"/>
            <a:ext cx="154275" cy="152375"/>
          </a:xfrm>
          <a:custGeom>
            <a:avLst/>
            <a:gdLst/>
            <a:ahLst/>
            <a:cxnLst/>
            <a:rect l="l" t="t" r="r" b="b"/>
            <a:pathLst>
              <a:path w="6171" h="6095" extrusionOk="0">
                <a:moveTo>
                  <a:pt x="467" y="0"/>
                </a:moveTo>
                <a:cubicBezTo>
                  <a:pt x="357" y="0"/>
                  <a:pt x="243" y="38"/>
                  <a:pt x="152" y="114"/>
                </a:cubicBezTo>
                <a:cubicBezTo>
                  <a:pt x="0" y="266"/>
                  <a:pt x="0" y="540"/>
                  <a:pt x="152" y="722"/>
                </a:cubicBezTo>
                <a:lnTo>
                  <a:pt x="2462" y="3032"/>
                </a:lnTo>
                <a:lnTo>
                  <a:pt x="152" y="5373"/>
                </a:lnTo>
                <a:cubicBezTo>
                  <a:pt x="0" y="5525"/>
                  <a:pt x="0" y="5768"/>
                  <a:pt x="152" y="5980"/>
                </a:cubicBezTo>
                <a:cubicBezTo>
                  <a:pt x="228" y="6056"/>
                  <a:pt x="334" y="6094"/>
                  <a:pt x="445" y="6094"/>
                </a:cubicBezTo>
                <a:cubicBezTo>
                  <a:pt x="555" y="6094"/>
                  <a:pt x="669" y="6056"/>
                  <a:pt x="760" y="5980"/>
                </a:cubicBezTo>
                <a:lnTo>
                  <a:pt x="3070" y="3640"/>
                </a:lnTo>
                <a:lnTo>
                  <a:pt x="5411" y="5980"/>
                </a:lnTo>
                <a:cubicBezTo>
                  <a:pt x="5487" y="6056"/>
                  <a:pt x="5585" y="6094"/>
                  <a:pt x="5692" y="6094"/>
                </a:cubicBezTo>
                <a:cubicBezTo>
                  <a:pt x="5798" y="6094"/>
                  <a:pt x="5912" y="6056"/>
                  <a:pt x="6018" y="5980"/>
                </a:cubicBezTo>
                <a:cubicBezTo>
                  <a:pt x="6170" y="5829"/>
                  <a:pt x="6170" y="5555"/>
                  <a:pt x="6018" y="5373"/>
                </a:cubicBezTo>
                <a:lnTo>
                  <a:pt x="3678" y="3032"/>
                </a:lnTo>
                <a:lnTo>
                  <a:pt x="6018" y="722"/>
                </a:lnTo>
                <a:cubicBezTo>
                  <a:pt x="6170" y="570"/>
                  <a:pt x="6170" y="297"/>
                  <a:pt x="6018" y="114"/>
                </a:cubicBezTo>
                <a:cubicBezTo>
                  <a:pt x="5942" y="38"/>
                  <a:pt x="5836" y="0"/>
                  <a:pt x="5726" y="0"/>
                </a:cubicBezTo>
                <a:cubicBezTo>
                  <a:pt x="5616" y="0"/>
                  <a:pt x="5502" y="38"/>
                  <a:pt x="5411" y="114"/>
                </a:cubicBezTo>
                <a:lnTo>
                  <a:pt x="3070" y="2424"/>
                </a:lnTo>
                <a:lnTo>
                  <a:pt x="760" y="114"/>
                </a:lnTo>
                <a:cubicBezTo>
                  <a:pt x="684" y="38"/>
                  <a:pt x="578"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0"/>
          <p:cNvSpPr/>
          <p:nvPr/>
        </p:nvSpPr>
        <p:spPr>
          <a:xfrm>
            <a:off x="7036500" y="2523175"/>
            <a:ext cx="253050" cy="252325"/>
          </a:xfrm>
          <a:custGeom>
            <a:avLst/>
            <a:gdLst/>
            <a:ahLst/>
            <a:cxnLst/>
            <a:rect l="l" t="t" r="r" b="b"/>
            <a:pathLst>
              <a:path w="10122" h="10093" extrusionOk="0">
                <a:moveTo>
                  <a:pt x="5046" y="1"/>
                </a:moveTo>
                <a:cubicBezTo>
                  <a:pt x="2249" y="1"/>
                  <a:pt x="0" y="2250"/>
                  <a:pt x="0" y="5047"/>
                </a:cubicBezTo>
                <a:cubicBezTo>
                  <a:pt x="0" y="7843"/>
                  <a:pt x="2249" y="10092"/>
                  <a:pt x="5046" y="10092"/>
                </a:cubicBezTo>
                <a:cubicBezTo>
                  <a:pt x="7842" y="10092"/>
                  <a:pt x="10122" y="7843"/>
                  <a:pt x="10122" y="5047"/>
                </a:cubicBezTo>
                <a:cubicBezTo>
                  <a:pt x="10122" y="2250"/>
                  <a:pt x="7842" y="1"/>
                  <a:pt x="5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6" name="Google Shape;2316;p80"/>
          <p:cNvGrpSpPr/>
          <p:nvPr/>
        </p:nvGrpSpPr>
        <p:grpSpPr>
          <a:xfrm>
            <a:off x="1426768" y="3857084"/>
            <a:ext cx="759902" cy="754193"/>
            <a:chOff x="1460775" y="2800475"/>
            <a:chExt cx="1011450" cy="1003850"/>
          </a:xfrm>
        </p:grpSpPr>
        <p:sp>
          <p:nvSpPr>
            <p:cNvPr id="2317" name="Google Shape;2317;p80"/>
            <p:cNvSpPr/>
            <p:nvPr/>
          </p:nvSpPr>
          <p:spPr>
            <a:xfrm>
              <a:off x="1780700" y="3118875"/>
              <a:ext cx="49400" cy="49425"/>
            </a:xfrm>
            <a:custGeom>
              <a:avLst/>
              <a:gdLst/>
              <a:ahLst/>
              <a:cxnLst/>
              <a:rect l="l" t="t" r="r" b="b"/>
              <a:pathLst>
                <a:path w="1976" h="1977" extrusionOk="0">
                  <a:moveTo>
                    <a:pt x="1003" y="1"/>
                  </a:moveTo>
                  <a:cubicBezTo>
                    <a:pt x="456" y="1"/>
                    <a:pt x="0" y="457"/>
                    <a:pt x="0" y="973"/>
                  </a:cubicBezTo>
                  <a:cubicBezTo>
                    <a:pt x="0" y="1520"/>
                    <a:pt x="456" y="1976"/>
                    <a:pt x="1003" y="1976"/>
                  </a:cubicBezTo>
                  <a:cubicBezTo>
                    <a:pt x="1520" y="1976"/>
                    <a:pt x="1976" y="1520"/>
                    <a:pt x="1976" y="973"/>
                  </a:cubicBezTo>
                  <a:cubicBezTo>
                    <a:pt x="1976" y="457"/>
                    <a:pt x="1550"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8" name="Google Shape;2318;p80"/>
            <p:cNvGrpSpPr/>
            <p:nvPr/>
          </p:nvGrpSpPr>
          <p:grpSpPr>
            <a:xfrm>
              <a:off x="1460775" y="2800475"/>
              <a:ext cx="1011450" cy="1003850"/>
              <a:chOff x="1460775" y="2800475"/>
              <a:chExt cx="1011450" cy="1003850"/>
            </a:xfrm>
          </p:grpSpPr>
          <p:sp>
            <p:nvSpPr>
              <p:cNvPr id="2319" name="Google Shape;2319;p80"/>
              <p:cNvSpPr/>
              <p:nvPr/>
            </p:nvSpPr>
            <p:spPr>
              <a:xfrm>
                <a:off x="1460775" y="2800475"/>
                <a:ext cx="49425" cy="49425"/>
              </a:xfrm>
              <a:custGeom>
                <a:avLst/>
                <a:gdLst/>
                <a:ahLst/>
                <a:cxnLst/>
                <a:rect l="l" t="t" r="r" b="b"/>
                <a:pathLst>
                  <a:path w="1977" h="1977" extrusionOk="0">
                    <a:moveTo>
                      <a:pt x="973" y="1"/>
                    </a:moveTo>
                    <a:cubicBezTo>
                      <a:pt x="457" y="1"/>
                      <a:pt x="1" y="457"/>
                      <a:pt x="1" y="1004"/>
                    </a:cubicBezTo>
                    <a:cubicBezTo>
                      <a:pt x="1" y="1521"/>
                      <a:pt x="457" y="1977"/>
                      <a:pt x="973" y="1977"/>
                    </a:cubicBezTo>
                    <a:cubicBezTo>
                      <a:pt x="1520" y="1977"/>
                      <a:pt x="1976" y="1521"/>
                      <a:pt x="1976" y="1004"/>
                    </a:cubicBezTo>
                    <a:cubicBezTo>
                      <a:pt x="1976" y="457"/>
                      <a:pt x="1520"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0"/>
              <p:cNvSpPr/>
              <p:nvPr/>
            </p:nvSpPr>
            <p:spPr>
              <a:xfrm>
                <a:off x="1780700" y="2800475"/>
                <a:ext cx="49400" cy="49425"/>
              </a:xfrm>
              <a:custGeom>
                <a:avLst/>
                <a:gdLst/>
                <a:ahLst/>
                <a:cxnLst/>
                <a:rect l="l" t="t" r="r" b="b"/>
                <a:pathLst>
                  <a:path w="1976" h="1977" extrusionOk="0">
                    <a:moveTo>
                      <a:pt x="1003" y="1"/>
                    </a:moveTo>
                    <a:cubicBezTo>
                      <a:pt x="456" y="1"/>
                      <a:pt x="0" y="457"/>
                      <a:pt x="0" y="1004"/>
                    </a:cubicBezTo>
                    <a:cubicBezTo>
                      <a:pt x="0" y="1521"/>
                      <a:pt x="456" y="1977"/>
                      <a:pt x="1003" y="1977"/>
                    </a:cubicBezTo>
                    <a:cubicBezTo>
                      <a:pt x="1520" y="1977"/>
                      <a:pt x="1976" y="1521"/>
                      <a:pt x="1976" y="1004"/>
                    </a:cubicBezTo>
                    <a:cubicBezTo>
                      <a:pt x="1976" y="457"/>
                      <a:pt x="1550"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0"/>
              <p:cNvSpPr/>
              <p:nvPr/>
            </p:nvSpPr>
            <p:spPr>
              <a:xfrm>
                <a:off x="2102125" y="2800475"/>
                <a:ext cx="49425" cy="49425"/>
              </a:xfrm>
              <a:custGeom>
                <a:avLst/>
                <a:gdLst/>
                <a:ahLst/>
                <a:cxnLst/>
                <a:rect l="l" t="t" r="r" b="b"/>
                <a:pathLst>
                  <a:path w="1977" h="1977" extrusionOk="0">
                    <a:moveTo>
                      <a:pt x="973" y="1"/>
                    </a:moveTo>
                    <a:cubicBezTo>
                      <a:pt x="457" y="1"/>
                      <a:pt x="1" y="457"/>
                      <a:pt x="1" y="1004"/>
                    </a:cubicBezTo>
                    <a:cubicBezTo>
                      <a:pt x="1" y="1521"/>
                      <a:pt x="457" y="1977"/>
                      <a:pt x="973" y="1977"/>
                    </a:cubicBezTo>
                    <a:cubicBezTo>
                      <a:pt x="1520" y="1977"/>
                      <a:pt x="1976" y="1521"/>
                      <a:pt x="1976" y="1004"/>
                    </a:cubicBezTo>
                    <a:cubicBezTo>
                      <a:pt x="1976" y="457"/>
                      <a:pt x="1551"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0"/>
              <p:cNvSpPr/>
              <p:nvPr/>
            </p:nvSpPr>
            <p:spPr>
              <a:xfrm>
                <a:off x="2422800" y="2800475"/>
                <a:ext cx="49425" cy="49425"/>
              </a:xfrm>
              <a:custGeom>
                <a:avLst/>
                <a:gdLst/>
                <a:ahLst/>
                <a:cxnLst/>
                <a:rect l="l" t="t" r="r" b="b"/>
                <a:pathLst>
                  <a:path w="1977" h="1977" extrusionOk="0">
                    <a:moveTo>
                      <a:pt x="1004" y="1"/>
                    </a:moveTo>
                    <a:cubicBezTo>
                      <a:pt x="457" y="1"/>
                      <a:pt x="1" y="457"/>
                      <a:pt x="1" y="1004"/>
                    </a:cubicBezTo>
                    <a:cubicBezTo>
                      <a:pt x="1" y="1521"/>
                      <a:pt x="457" y="1977"/>
                      <a:pt x="1004" y="1977"/>
                    </a:cubicBezTo>
                    <a:cubicBezTo>
                      <a:pt x="1520" y="1977"/>
                      <a:pt x="1976" y="1521"/>
                      <a:pt x="1976" y="1004"/>
                    </a:cubicBezTo>
                    <a:cubicBezTo>
                      <a:pt x="1976" y="457"/>
                      <a:pt x="1520" y="1"/>
                      <a:pt x="10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0"/>
              <p:cNvSpPr/>
              <p:nvPr/>
            </p:nvSpPr>
            <p:spPr>
              <a:xfrm>
                <a:off x="1460775" y="3118875"/>
                <a:ext cx="49425" cy="49425"/>
              </a:xfrm>
              <a:custGeom>
                <a:avLst/>
                <a:gdLst/>
                <a:ahLst/>
                <a:cxnLst/>
                <a:rect l="l" t="t" r="r" b="b"/>
                <a:pathLst>
                  <a:path w="1977" h="1977" extrusionOk="0">
                    <a:moveTo>
                      <a:pt x="973" y="1"/>
                    </a:moveTo>
                    <a:cubicBezTo>
                      <a:pt x="457" y="1"/>
                      <a:pt x="1" y="457"/>
                      <a:pt x="1" y="973"/>
                    </a:cubicBezTo>
                    <a:cubicBezTo>
                      <a:pt x="1" y="1520"/>
                      <a:pt x="457" y="1976"/>
                      <a:pt x="973" y="1976"/>
                    </a:cubicBezTo>
                    <a:cubicBezTo>
                      <a:pt x="1520" y="1976"/>
                      <a:pt x="1976" y="1520"/>
                      <a:pt x="1976" y="973"/>
                    </a:cubicBezTo>
                    <a:cubicBezTo>
                      <a:pt x="1976" y="457"/>
                      <a:pt x="1520"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0"/>
              <p:cNvSpPr/>
              <p:nvPr/>
            </p:nvSpPr>
            <p:spPr>
              <a:xfrm>
                <a:off x="2102125" y="3118875"/>
                <a:ext cx="49425" cy="49425"/>
              </a:xfrm>
              <a:custGeom>
                <a:avLst/>
                <a:gdLst/>
                <a:ahLst/>
                <a:cxnLst/>
                <a:rect l="l" t="t" r="r" b="b"/>
                <a:pathLst>
                  <a:path w="1977" h="1977" extrusionOk="0">
                    <a:moveTo>
                      <a:pt x="973" y="1"/>
                    </a:moveTo>
                    <a:cubicBezTo>
                      <a:pt x="457" y="1"/>
                      <a:pt x="1" y="457"/>
                      <a:pt x="1" y="973"/>
                    </a:cubicBezTo>
                    <a:cubicBezTo>
                      <a:pt x="1" y="1520"/>
                      <a:pt x="457" y="1976"/>
                      <a:pt x="973" y="1976"/>
                    </a:cubicBezTo>
                    <a:cubicBezTo>
                      <a:pt x="1520" y="1976"/>
                      <a:pt x="1976" y="1520"/>
                      <a:pt x="1976" y="973"/>
                    </a:cubicBezTo>
                    <a:cubicBezTo>
                      <a:pt x="1976" y="457"/>
                      <a:pt x="1551"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0"/>
              <p:cNvSpPr/>
              <p:nvPr/>
            </p:nvSpPr>
            <p:spPr>
              <a:xfrm>
                <a:off x="2422800" y="3118875"/>
                <a:ext cx="49425" cy="49425"/>
              </a:xfrm>
              <a:custGeom>
                <a:avLst/>
                <a:gdLst/>
                <a:ahLst/>
                <a:cxnLst/>
                <a:rect l="l" t="t" r="r" b="b"/>
                <a:pathLst>
                  <a:path w="1977" h="1977" extrusionOk="0">
                    <a:moveTo>
                      <a:pt x="1004" y="1"/>
                    </a:moveTo>
                    <a:cubicBezTo>
                      <a:pt x="457" y="1"/>
                      <a:pt x="1" y="457"/>
                      <a:pt x="1" y="973"/>
                    </a:cubicBezTo>
                    <a:cubicBezTo>
                      <a:pt x="1" y="1520"/>
                      <a:pt x="457" y="1976"/>
                      <a:pt x="1004" y="1976"/>
                    </a:cubicBezTo>
                    <a:cubicBezTo>
                      <a:pt x="1520" y="1976"/>
                      <a:pt x="1976" y="1520"/>
                      <a:pt x="1976" y="973"/>
                    </a:cubicBezTo>
                    <a:cubicBezTo>
                      <a:pt x="1976" y="457"/>
                      <a:pt x="1520" y="1"/>
                      <a:pt x="10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0"/>
              <p:cNvSpPr/>
              <p:nvPr/>
            </p:nvSpPr>
            <p:spPr>
              <a:xfrm>
                <a:off x="1460775" y="3436500"/>
                <a:ext cx="49425" cy="50200"/>
              </a:xfrm>
              <a:custGeom>
                <a:avLst/>
                <a:gdLst/>
                <a:ahLst/>
                <a:cxnLst/>
                <a:rect l="l" t="t" r="r" b="b"/>
                <a:pathLst>
                  <a:path w="1977" h="2008" extrusionOk="0">
                    <a:moveTo>
                      <a:pt x="973" y="1"/>
                    </a:moveTo>
                    <a:cubicBezTo>
                      <a:pt x="457" y="1"/>
                      <a:pt x="1" y="487"/>
                      <a:pt x="1" y="1004"/>
                    </a:cubicBezTo>
                    <a:cubicBezTo>
                      <a:pt x="1" y="1551"/>
                      <a:pt x="457" y="2007"/>
                      <a:pt x="973" y="2007"/>
                    </a:cubicBezTo>
                    <a:cubicBezTo>
                      <a:pt x="1520" y="2007"/>
                      <a:pt x="1976" y="1521"/>
                      <a:pt x="1976" y="1004"/>
                    </a:cubicBezTo>
                    <a:cubicBezTo>
                      <a:pt x="1976" y="427"/>
                      <a:pt x="1520" y="3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0"/>
              <p:cNvSpPr/>
              <p:nvPr/>
            </p:nvSpPr>
            <p:spPr>
              <a:xfrm>
                <a:off x="1780700" y="3436500"/>
                <a:ext cx="49400" cy="50200"/>
              </a:xfrm>
              <a:custGeom>
                <a:avLst/>
                <a:gdLst/>
                <a:ahLst/>
                <a:cxnLst/>
                <a:rect l="l" t="t" r="r" b="b"/>
                <a:pathLst>
                  <a:path w="1976" h="2008" extrusionOk="0">
                    <a:moveTo>
                      <a:pt x="1003" y="1"/>
                    </a:moveTo>
                    <a:cubicBezTo>
                      <a:pt x="456" y="1"/>
                      <a:pt x="0" y="487"/>
                      <a:pt x="0" y="1004"/>
                    </a:cubicBezTo>
                    <a:cubicBezTo>
                      <a:pt x="0" y="1551"/>
                      <a:pt x="456" y="2007"/>
                      <a:pt x="1003" y="2007"/>
                    </a:cubicBezTo>
                    <a:cubicBezTo>
                      <a:pt x="1520" y="2007"/>
                      <a:pt x="1976" y="1521"/>
                      <a:pt x="1976" y="1004"/>
                    </a:cubicBezTo>
                    <a:cubicBezTo>
                      <a:pt x="1976" y="427"/>
                      <a:pt x="1550" y="3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0"/>
              <p:cNvSpPr/>
              <p:nvPr/>
            </p:nvSpPr>
            <p:spPr>
              <a:xfrm>
                <a:off x="2102125" y="3436500"/>
                <a:ext cx="49425" cy="50200"/>
              </a:xfrm>
              <a:custGeom>
                <a:avLst/>
                <a:gdLst/>
                <a:ahLst/>
                <a:cxnLst/>
                <a:rect l="l" t="t" r="r" b="b"/>
                <a:pathLst>
                  <a:path w="1977" h="2008" extrusionOk="0">
                    <a:moveTo>
                      <a:pt x="973" y="1"/>
                    </a:moveTo>
                    <a:cubicBezTo>
                      <a:pt x="457" y="1"/>
                      <a:pt x="1" y="487"/>
                      <a:pt x="1" y="1004"/>
                    </a:cubicBezTo>
                    <a:cubicBezTo>
                      <a:pt x="1" y="1551"/>
                      <a:pt x="457" y="2007"/>
                      <a:pt x="973" y="2007"/>
                    </a:cubicBezTo>
                    <a:cubicBezTo>
                      <a:pt x="1520" y="2007"/>
                      <a:pt x="1976" y="1521"/>
                      <a:pt x="1976" y="1004"/>
                    </a:cubicBezTo>
                    <a:cubicBezTo>
                      <a:pt x="1976" y="427"/>
                      <a:pt x="1551" y="3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0"/>
              <p:cNvSpPr/>
              <p:nvPr/>
            </p:nvSpPr>
            <p:spPr>
              <a:xfrm>
                <a:off x="2422800" y="3436500"/>
                <a:ext cx="49425" cy="50200"/>
              </a:xfrm>
              <a:custGeom>
                <a:avLst/>
                <a:gdLst/>
                <a:ahLst/>
                <a:cxnLst/>
                <a:rect l="l" t="t" r="r" b="b"/>
                <a:pathLst>
                  <a:path w="1977" h="2008" extrusionOk="0">
                    <a:moveTo>
                      <a:pt x="1004" y="1"/>
                    </a:moveTo>
                    <a:cubicBezTo>
                      <a:pt x="457" y="1"/>
                      <a:pt x="1" y="487"/>
                      <a:pt x="1" y="1004"/>
                    </a:cubicBezTo>
                    <a:cubicBezTo>
                      <a:pt x="1" y="1551"/>
                      <a:pt x="457" y="2007"/>
                      <a:pt x="1004" y="2007"/>
                    </a:cubicBezTo>
                    <a:cubicBezTo>
                      <a:pt x="1520" y="2007"/>
                      <a:pt x="1976" y="1521"/>
                      <a:pt x="1976" y="1004"/>
                    </a:cubicBezTo>
                    <a:cubicBezTo>
                      <a:pt x="1976" y="427"/>
                      <a:pt x="1520" y="31"/>
                      <a:pt x="10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0"/>
              <p:cNvSpPr/>
              <p:nvPr/>
            </p:nvSpPr>
            <p:spPr>
              <a:xfrm>
                <a:off x="1460775" y="3754900"/>
                <a:ext cx="49425" cy="49425"/>
              </a:xfrm>
              <a:custGeom>
                <a:avLst/>
                <a:gdLst/>
                <a:ahLst/>
                <a:cxnLst/>
                <a:rect l="l" t="t" r="r" b="b"/>
                <a:pathLst>
                  <a:path w="1977" h="1977" extrusionOk="0">
                    <a:moveTo>
                      <a:pt x="973" y="1"/>
                    </a:moveTo>
                    <a:cubicBezTo>
                      <a:pt x="457" y="1"/>
                      <a:pt x="1" y="457"/>
                      <a:pt x="1" y="1004"/>
                    </a:cubicBezTo>
                    <a:cubicBezTo>
                      <a:pt x="1" y="1521"/>
                      <a:pt x="457" y="1976"/>
                      <a:pt x="973" y="1976"/>
                    </a:cubicBezTo>
                    <a:cubicBezTo>
                      <a:pt x="1520" y="1976"/>
                      <a:pt x="1976" y="1521"/>
                      <a:pt x="1976" y="1004"/>
                    </a:cubicBezTo>
                    <a:cubicBezTo>
                      <a:pt x="1976" y="426"/>
                      <a:pt x="1520"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0"/>
              <p:cNvSpPr/>
              <p:nvPr/>
            </p:nvSpPr>
            <p:spPr>
              <a:xfrm>
                <a:off x="1780700" y="3754900"/>
                <a:ext cx="49400" cy="49425"/>
              </a:xfrm>
              <a:custGeom>
                <a:avLst/>
                <a:gdLst/>
                <a:ahLst/>
                <a:cxnLst/>
                <a:rect l="l" t="t" r="r" b="b"/>
                <a:pathLst>
                  <a:path w="1976" h="1977" extrusionOk="0">
                    <a:moveTo>
                      <a:pt x="1003" y="1"/>
                    </a:moveTo>
                    <a:cubicBezTo>
                      <a:pt x="456" y="1"/>
                      <a:pt x="0" y="457"/>
                      <a:pt x="0" y="1004"/>
                    </a:cubicBezTo>
                    <a:cubicBezTo>
                      <a:pt x="0" y="1521"/>
                      <a:pt x="456" y="1976"/>
                      <a:pt x="1003" y="1976"/>
                    </a:cubicBezTo>
                    <a:cubicBezTo>
                      <a:pt x="1520" y="1976"/>
                      <a:pt x="1976" y="1521"/>
                      <a:pt x="1976" y="1004"/>
                    </a:cubicBezTo>
                    <a:cubicBezTo>
                      <a:pt x="1976" y="426"/>
                      <a:pt x="1550"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0"/>
              <p:cNvSpPr/>
              <p:nvPr/>
            </p:nvSpPr>
            <p:spPr>
              <a:xfrm>
                <a:off x="2102125" y="3754900"/>
                <a:ext cx="49425" cy="49425"/>
              </a:xfrm>
              <a:custGeom>
                <a:avLst/>
                <a:gdLst/>
                <a:ahLst/>
                <a:cxnLst/>
                <a:rect l="l" t="t" r="r" b="b"/>
                <a:pathLst>
                  <a:path w="1977" h="1977" extrusionOk="0">
                    <a:moveTo>
                      <a:pt x="973" y="1"/>
                    </a:moveTo>
                    <a:cubicBezTo>
                      <a:pt x="457" y="1"/>
                      <a:pt x="1" y="457"/>
                      <a:pt x="1" y="1004"/>
                    </a:cubicBezTo>
                    <a:cubicBezTo>
                      <a:pt x="1" y="1521"/>
                      <a:pt x="457" y="1976"/>
                      <a:pt x="973" y="1976"/>
                    </a:cubicBezTo>
                    <a:cubicBezTo>
                      <a:pt x="1520" y="1976"/>
                      <a:pt x="1976" y="1521"/>
                      <a:pt x="1976" y="1004"/>
                    </a:cubicBezTo>
                    <a:cubicBezTo>
                      <a:pt x="1976" y="426"/>
                      <a:pt x="1551"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0"/>
              <p:cNvSpPr/>
              <p:nvPr/>
            </p:nvSpPr>
            <p:spPr>
              <a:xfrm>
                <a:off x="2422800" y="3754900"/>
                <a:ext cx="49425" cy="49425"/>
              </a:xfrm>
              <a:custGeom>
                <a:avLst/>
                <a:gdLst/>
                <a:ahLst/>
                <a:cxnLst/>
                <a:rect l="l" t="t" r="r" b="b"/>
                <a:pathLst>
                  <a:path w="1977" h="1977" extrusionOk="0">
                    <a:moveTo>
                      <a:pt x="1004" y="1"/>
                    </a:moveTo>
                    <a:cubicBezTo>
                      <a:pt x="457" y="1"/>
                      <a:pt x="1" y="457"/>
                      <a:pt x="1" y="1004"/>
                    </a:cubicBezTo>
                    <a:cubicBezTo>
                      <a:pt x="1" y="1521"/>
                      <a:pt x="457" y="1976"/>
                      <a:pt x="1004" y="1976"/>
                    </a:cubicBezTo>
                    <a:cubicBezTo>
                      <a:pt x="1520" y="1976"/>
                      <a:pt x="1976" y="1521"/>
                      <a:pt x="1976" y="1004"/>
                    </a:cubicBezTo>
                    <a:cubicBezTo>
                      <a:pt x="1976" y="426"/>
                      <a:pt x="1520" y="1"/>
                      <a:pt x="10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34" name="Google Shape;2334;p80"/>
          <p:cNvGrpSpPr/>
          <p:nvPr/>
        </p:nvGrpSpPr>
        <p:grpSpPr>
          <a:xfrm>
            <a:off x="2515963" y="3291320"/>
            <a:ext cx="1722805" cy="1319949"/>
            <a:chOff x="2693313" y="3291320"/>
            <a:chExt cx="1722805" cy="1319949"/>
          </a:xfrm>
        </p:grpSpPr>
        <p:sp>
          <p:nvSpPr>
            <p:cNvPr id="2335" name="Google Shape;2335;p80"/>
            <p:cNvSpPr/>
            <p:nvPr/>
          </p:nvSpPr>
          <p:spPr>
            <a:xfrm rot="-5400000">
              <a:off x="3096363" y="3291513"/>
              <a:ext cx="1319949" cy="1319562"/>
            </a:xfrm>
            <a:custGeom>
              <a:avLst/>
              <a:gdLst/>
              <a:ahLst/>
              <a:cxnLst/>
              <a:rect l="l" t="t" r="r" b="b"/>
              <a:pathLst>
                <a:path w="102282" h="102252" extrusionOk="0">
                  <a:moveTo>
                    <a:pt x="51126" y="22827"/>
                  </a:moveTo>
                  <a:cubicBezTo>
                    <a:pt x="66780" y="22827"/>
                    <a:pt x="79424" y="35502"/>
                    <a:pt x="79424" y="51126"/>
                  </a:cubicBezTo>
                  <a:cubicBezTo>
                    <a:pt x="79424" y="66779"/>
                    <a:pt x="66749" y="79424"/>
                    <a:pt x="51126" y="79424"/>
                  </a:cubicBezTo>
                  <a:cubicBezTo>
                    <a:pt x="35502" y="79424"/>
                    <a:pt x="22827" y="66779"/>
                    <a:pt x="22827" y="51126"/>
                  </a:cubicBezTo>
                  <a:cubicBezTo>
                    <a:pt x="22827" y="35472"/>
                    <a:pt x="35502" y="22827"/>
                    <a:pt x="51126" y="22827"/>
                  </a:cubicBezTo>
                  <a:close/>
                  <a:moveTo>
                    <a:pt x="51126" y="0"/>
                  </a:moveTo>
                  <a:cubicBezTo>
                    <a:pt x="22858" y="0"/>
                    <a:pt x="0" y="22858"/>
                    <a:pt x="0" y="51126"/>
                  </a:cubicBezTo>
                  <a:cubicBezTo>
                    <a:pt x="0" y="79363"/>
                    <a:pt x="22858" y="102251"/>
                    <a:pt x="51126" y="102251"/>
                  </a:cubicBezTo>
                  <a:cubicBezTo>
                    <a:pt x="79394" y="102251"/>
                    <a:pt x="102282" y="79363"/>
                    <a:pt x="102282" y="51126"/>
                  </a:cubicBezTo>
                  <a:cubicBezTo>
                    <a:pt x="102282" y="22888"/>
                    <a:pt x="79394" y="0"/>
                    <a:pt x="51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0"/>
            <p:cNvSpPr/>
            <p:nvPr/>
          </p:nvSpPr>
          <p:spPr>
            <a:xfrm rot="-5400000">
              <a:off x="2693513" y="3324066"/>
              <a:ext cx="1064985" cy="1065385"/>
            </a:xfrm>
            <a:custGeom>
              <a:avLst/>
              <a:gdLst/>
              <a:ahLst/>
              <a:cxnLst/>
              <a:rect l="l" t="t" r="r" b="b"/>
              <a:pathLst>
                <a:path w="82525" h="82556" extrusionOk="0">
                  <a:moveTo>
                    <a:pt x="41247" y="396"/>
                  </a:moveTo>
                  <a:cubicBezTo>
                    <a:pt x="63831" y="396"/>
                    <a:pt x="82190" y="18724"/>
                    <a:pt x="82190" y="41308"/>
                  </a:cubicBezTo>
                  <a:cubicBezTo>
                    <a:pt x="82190" y="63862"/>
                    <a:pt x="63831" y="82221"/>
                    <a:pt x="41247" y="82221"/>
                  </a:cubicBezTo>
                  <a:cubicBezTo>
                    <a:pt x="18693" y="82221"/>
                    <a:pt x="334" y="63862"/>
                    <a:pt x="334" y="41308"/>
                  </a:cubicBezTo>
                  <a:cubicBezTo>
                    <a:pt x="334" y="18724"/>
                    <a:pt x="18693" y="396"/>
                    <a:pt x="41247" y="396"/>
                  </a:cubicBezTo>
                  <a:close/>
                  <a:moveTo>
                    <a:pt x="41247" y="1"/>
                  </a:moveTo>
                  <a:cubicBezTo>
                    <a:pt x="18511" y="1"/>
                    <a:pt x="0" y="18542"/>
                    <a:pt x="0" y="41308"/>
                  </a:cubicBezTo>
                  <a:cubicBezTo>
                    <a:pt x="0" y="64075"/>
                    <a:pt x="18511" y="82555"/>
                    <a:pt x="41247" y="82555"/>
                  </a:cubicBezTo>
                  <a:cubicBezTo>
                    <a:pt x="64013" y="82555"/>
                    <a:pt x="82524" y="64014"/>
                    <a:pt x="82524" y="41278"/>
                  </a:cubicBezTo>
                  <a:cubicBezTo>
                    <a:pt x="82524" y="18511"/>
                    <a:pt x="64013" y="1"/>
                    <a:pt x="41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0"/>
            <p:cNvSpPr/>
            <p:nvPr/>
          </p:nvSpPr>
          <p:spPr>
            <a:xfrm rot="-5400000">
              <a:off x="3474886" y="3781058"/>
              <a:ext cx="375794" cy="375394"/>
            </a:xfrm>
            <a:custGeom>
              <a:avLst/>
              <a:gdLst/>
              <a:ahLst/>
              <a:cxnLst/>
              <a:rect l="l" t="t" r="r" b="b"/>
              <a:pathLst>
                <a:path w="29120" h="29089" extrusionOk="0">
                  <a:moveTo>
                    <a:pt x="18451" y="0"/>
                  </a:moveTo>
                  <a:lnTo>
                    <a:pt x="3891" y="3891"/>
                  </a:lnTo>
                  <a:lnTo>
                    <a:pt x="1" y="18450"/>
                  </a:lnTo>
                  <a:lnTo>
                    <a:pt x="10670" y="29089"/>
                  </a:lnTo>
                  <a:lnTo>
                    <a:pt x="25199" y="25168"/>
                  </a:lnTo>
                  <a:lnTo>
                    <a:pt x="29120" y="10639"/>
                  </a:lnTo>
                  <a:lnTo>
                    <a:pt x="18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0"/>
            <p:cNvSpPr/>
            <p:nvPr/>
          </p:nvSpPr>
          <p:spPr>
            <a:xfrm rot="-5400000">
              <a:off x="3628849" y="3763591"/>
              <a:ext cx="380891" cy="380891"/>
            </a:xfrm>
            <a:custGeom>
              <a:avLst/>
              <a:gdLst/>
              <a:ahLst/>
              <a:cxnLst/>
              <a:rect l="l" t="t" r="r" b="b"/>
              <a:pathLst>
                <a:path w="29515" h="29515" extrusionOk="0">
                  <a:moveTo>
                    <a:pt x="18572" y="426"/>
                  </a:moveTo>
                  <a:lnTo>
                    <a:pt x="29058" y="10912"/>
                  </a:lnTo>
                  <a:lnTo>
                    <a:pt x="25228" y="25259"/>
                  </a:lnTo>
                  <a:lnTo>
                    <a:pt x="10851" y="29119"/>
                  </a:lnTo>
                  <a:lnTo>
                    <a:pt x="365" y="18633"/>
                  </a:lnTo>
                  <a:lnTo>
                    <a:pt x="4195" y="4256"/>
                  </a:lnTo>
                  <a:lnTo>
                    <a:pt x="18572" y="426"/>
                  </a:lnTo>
                  <a:close/>
                  <a:moveTo>
                    <a:pt x="18724" y="0"/>
                  </a:moveTo>
                  <a:lnTo>
                    <a:pt x="4043" y="3921"/>
                  </a:lnTo>
                  <a:lnTo>
                    <a:pt x="3951" y="3952"/>
                  </a:lnTo>
                  <a:lnTo>
                    <a:pt x="30" y="18633"/>
                  </a:lnTo>
                  <a:lnTo>
                    <a:pt x="0" y="18724"/>
                  </a:lnTo>
                  <a:lnTo>
                    <a:pt x="10791" y="29514"/>
                  </a:lnTo>
                  <a:lnTo>
                    <a:pt x="25441" y="25624"/>
                  </a:lnTo>
                  <a:lnTo>
                    <a:pt x="25563" y="25563"/>
                  </a:lnTo>
                  <a:lnTo>
                    <a:pt x="29484" y="10912"/>
                  </a:lnTo>
                  <a:lnTo>
                    <a:pt x="29514" y="10791"/>
                  </a:lnTo>
                  <a:lnTo>
                    <a:pt x="187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0"/>
            <p:cNvSpPr/>
            <p:nvPr/>
          </p:nvSpPr>
          <p:spPr>
            <a:xfrm rot="-5400000">
              <a:off x="2891799" y="4238618"/>
              <a:ext cx="423645" cy="305965"/>
            </a:xfrm>
            <a:custGeom>
              <a:avLst/>
              <a:gdLst/>
              <a:ahLst/>
              <a:cxnLst/>
              <a:rect l="l" t="t" r="r" b="b"/>
              <a:pathLst>
                <a:path w="32828" h="23709" extrusionOk="0">
                  <a:moveTo>
                    <a:pt x="0" y="0"/>
                  </a:moveTo>
                  <a:lnTo>
                    <a:pt x="16383" y="23709"/>
                  </a:lnTo>
                  <a:lnTo>
                    <a:pt x="328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343"/>
        <p:cNvGrpSpPr/>
        <p:nvPr/>
      </p:nvGrpSpPr>
      <p:grpSpPr>
        <a:xfrm>
          <a:off x="0" y="0"/>
          <a:ext cx="0" cy="0"/>
          <a:chOff x="0" y="0"/>
          <a:chExt cx="0" cy="0"/>
        </a:xfrm>
      </p:grpSpPr>
      <p:sp>
        <p:nvSpPr>
          <p:cNvPr id="2344" name="Google Shape;2344;p81"/>
          <p:cNvSpPr txBox="1">
            <a:spLocks noGrp="1"/>
          </p:cNvSpPr>
          <p:nvPr>
            <p:ph type="title"/>
          </p:nvPr>
        </p:nvSpPr>
        <p:spPr>
          <a:xfrm>
            <a:off x="720000" y="443075"/>
            <a:ext cx="7710900" cy="658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dirty="0">
                <a:latin typeface="Red Hat Text Light"/>
                <a:ea typeface="Red Hat Text Light"/>
                <a:cs typeface="Red Hat Text Light"/>
                <a:sym typeface="Red Hat Text Light"/>
              </a:rPr>
              <a:t>SOME</a:t>
            </a:r>
            <a:r>
              <a:rPr lang="en" dirty="0"/>
              <a:t> RESOURCES</a:t>
            </a:r>
            <a:endParaRPr dirty="0"/>
          </a:p>
        </p:txBody>
      </p:sp>
      <p:sp>
        <p:nvSpPr>
          <p:cNvPr id="2345" name="Google Shape;2345;p81"/>
          <p:cNvSpPr txBox="1">
            <a:spLocks noGrp="1"/>
          </p:cNvSpPr>
          <p:nvPr>
            <p:ph type="subTitle" idx="1"/>
          </p:nvPr>
        </p:nvSpPr>
        <p:spPr>
          <a:xfrm>
            <a:off x="720000" y="1176450"/>
            <a:ext cx="7710900" cy="502500"/>
          </a:xfrm>
          <a:prstGeom prst="rect">
            <a:avLst/>
          </a:prstGeom>
        </p:spPr>
        <p:txBody>
          <a:bodyPr spcFirstLastPara="1" wrap="square" lIns="91425" tIns="91425" rIns="91425" bIns="91425" anchor="t" anchorCtr="0">
            <a:noAutofit/>
          </a:bodyPr>
          <a:lstStyle/>
          <a:p>
            <a:pPr marL="0" lvl="0" indent="0" algn="ctr" rtl="0">
              <a:spcBef>
                <a:spcPts val="300"/>
              </a:spcBef>
              <a:spcAft>
                <a:spcPts val="1600"/>
              </a:spcAft>
              <a:buNone/>
            </a:pPr>
            <a:r>
              <a:rPr lang="en"/>
              <a:t>Did you like the resources on this template? Get them for free at our other websites:</a:t>
            </a:r>
            <a:endParaRPr/>
          </a:p>
        </p:txBody>
      </p:sp>
      <p:sp>
        <p:nvSpPr>
          <p:cNvPr id="2346" name="Google Shape;2346;p81"/>
          <p:cNvSpPr txBox="1"/>
          <p:nvPr/>
        </p:nvSpPr>
        <p:spPr>
          <a:xfrm>
            <a:off x="720000" y="2311351"/>
            <a:ext cx="3643200" cy="2292600"/>
          </a:xfrm>
          <a:prstGeom prst="rect">
            <a:avLst/>
          </a:prstGeom>
          <a:noFill/>
          <a:ln>
            <a:noFill/>
          </a:ln>
        </p:spPr>
        <p:txBody>
          <a:bodyPr spcFirstLastPara="1" wrap="square" lIns="91425" tIns="91425" rIns="91425" bIns="91425" anchor="t" anchorCtr="0">
            <a:noAutofit/>
          </a:bodyPr>
          <a:lstStyle/>
          <a:p>
            <a:pPr marL="457200" lvl="0" indent="-317500" algn="l" rtl="0">
              <a:lnSpc>
                <a:spcPct val="115000"/>
              </a:lnSpc>
              <a:spcBef>
                <a:spcPts val="2400"/>
              </a:spcBef>
              <a:spcAft>
                <a:spcPts val="0"/>
              </a:spcAft>
              <a:buClr>
                <a:schemeClr val="dk1"/>
              </a:buClr>
              <a:buSzPts val="1400"/>
              <a:buFont typeface="Roboto Condensed"/>
              <a:buChar char="●"/>
            </a:pPr>
            <a:r>
              <a:rPr lang="en" dirty="0">
                <a:solidFill>
                  <a:schemeClr val="dk1"/>
                </a:solidFill>
                <a:uFill>
                  <a:noFill/>
                </a:uFill>
                <a:latin typeface="Roboto Condensed"/>
                <a:ea typeface="Roboto Condensed"/>
                <a:cs typeface="Roboto Condensed"/>
                <a:sym typeface="Roboto Condensed"/>
                <a:hlinkClick r:id="rId3">
                  <a:extLst>
                    <a:ext uri="{A12FA001-AC4F-418D-AE19-62706E023703}">
                      <ahyp:hlinkClr xmlns:ahyp="http://schemas.microsoft.com/office/drawing/2018/hyperlinkcolor" val="tx"/>
                    </a:ext>
                  </a:extLst>
                </a:hlinkClick>
              </a:rPr>
              <a:t>Flat design fashion collection youtube channel art</a:t>
            </a:r>
            <a:endParaRPr dirty="0">
              <a:solidFill>
                <a:schemeClr val="dk1"/>
              </a:solidFill>
              <a:latin typeface="Roboto Condensed"/>
              <a:ea typeface="Roboto Condensed"/>
              <a:cs typeface="Roboto Condensed"/>
              <a:sym typeface="Roboto Condensed"/>
            </a:endParaRPr>
          </a:p>
          <a:p>
            <a:pPr marL="457200" lvl="0" indent="-317500" algn="l" rtl="0">
              <a:lnSpc>
                <a:spcPct val="115000"/>
              </a:lnSpc>
              <a:spcBef>
                <a:spcPts val="0"/>
              </a:spcBef>
              <a:spcAft>
                <a:spcPts val="0"/>
              </a:spcAft>
              <a:buClr>
                <a:schemeClr val="dk1"/>
              </a:buClr>
              <a:buSzPts val="1400"/>
              <a:buFont typeface="Roboto Condensed"/>
              <a:buChar char="●"/>
            </a:pPr>
            <a:r>
              <a:rPr lang="en" dirty="0">
                <a:solidFill>
                  <a:schemeClr val="dk1"/>
                </a:solidFill>
                <a:uFill>
                  <a:noFill/>
                </a:uFill>
                <a:latin typeface="Roboto Condensed"/>
                <a:ea typeface="Roboto Condensed"/>
                <a:cs typeface="Roboto Condensed"/>
                <a:sym typeface="Roboto Condensed"/>
                <a:hlinkClick r:id="rId4">
                  <a:extLst>
                    <a:ext uri="{A12FA001-AC4F-418D-AE19-62706E023703}">
                      <ahyp:hlinkClr xmlns:ahyp="http://schemas.microsoft.com/office/drawing/2018/hyperlinkcolor" val="tx"/>
                    </a:ext>
                  </a:extLst>
                </a:hlinkClick>
              </a:rPr>
              <a:t>Flat design fashion collection twitch background</a:t>
            </a:r>
            <a:endParaRPr dirty="0">
              <a:solidFill>
                <a:schemeClr val="dk1"/>
              </a:solidFill>
              <a:latin typeface="Roboto Condensed"/>
              <a:ea typeface="Roboto Condensed"/>
              <a:cs typeface="Roboto Condensed"/>
              <a:sym typeface="Roboto Condensed"/>
            </a:endParaRPr>
          </a:p>
          <a:p>
            <a:pPr marL="457200" lvl="0" indent="-317500" algn="l" rtl="0">
              <a:lnSpc>
                <a:spcPct val="115000"/>
              </a:lnSpc>
              <a:spcBef>
                <a:spcPts val="0"/>
              </a:spcBef>
              <a:spcAft>
                <a:spcPts val="0"/>
              </a:spcAft>
              <a:buClr>
                <a:schemeClr val="dk1"/>
              </a:buClr>
              <a:buSzPts val="1400"/>
              <a:buFont typeface="Roboto Condensed"/>
              <a:buChar char="●"/>
            </a:pPr>
            <a:r>
              <a:rPr lang="en" dirty="0">
                <a:solidFill>
                  <a:schemeClr val="dk1"/>
                </a:solidFill>
                <a:uFill>
                  <a:noFill/>
                </a:uFill>
                <a:latin typeface="Roboto Condensed"/>
                <a:ea typeface="Roboto Condensed"/>
                <a:cs typeface="Roboto Condensed"/>
                <a:sym typeface="Roboto Condensed"/>
                <a:hlinkClick r:id="rId5">
                  <a:extLst>
                    <a:ext uri="{A12FA001-AC4F-418D-AE19-62706E023703}">
                      <ahyp:hlinkClr xmlns:ahyp="http://schemas.microsoft.com/office/drawing/2018/hyperlinkcolor" val="tx"/>
                    </a:ext>
                  </a:extLst>
                </a:hlinkClick>
              </a:rPr>
              <a:t>Flat design fashion collection landing page</a:t>
            </a:r>
            <a:endParaRPr dirty="0">
              <a:solidFill>
                <a:schemeClr val="dk1"/>
              </a:solidFill>
              <a:latin typeface="Roboto Condensed"/>
              <a:ea typeface="Roboto Condensed"/>
              <a:cs typeface="Roboto Condensed"/>
              <a:sym typeface="Roboto Condensed"/>
            </a:endParaRPr>
          </a:p>
        </p:txBody>
      </p:sp>
      <p:sp>
        <p:nvSpPr>
          <p:cNvPr id="2347" name="Google Shape;2347;p81"/>
          <p:cNvSpPr txBox="1"/>
          <p:nvPr/>
        </p:nvSpPr>
        <p:spPr>
          <a:xfrm>
            <a:off x="713230" y="1875113"/>
            <a:ext cx="36393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dirty="0">
                <a:solidFill>
                  <a:schemeClr val="dk1"/>
                </a:solidFill>
                <a:latin typeface="Red Hat Text"/>
                <a:ea typeface="Red Hat Text"/>
                <a:cs typeface="Red Hat Text"/>
                <a:sym typeface="Red Hat Text"/>
              </a:rPr>
              <a:t>VECTORES</a:t>
            </a:r>
            <a:endParaRPr sz="2400" b="1" dirty="0">
              <a:solidFill>
                <a:schemeClr val="dk1"/>
              </a:solidFill>
              <a:latin typeface="Red Hat Text"/>
              <a:ea typeface="Red Hat Text"/>
              <a:cs typeface="Red Hat Text"/>
              <a:sym typeface="Red Hat Text"/>
            </a:endParaRPr>
          </a:p>
        </p:txBody>
      </p:sp>
      <p:sp>
        <p:nvSpPr>
          <p:cNvPr id="2348" name="Google Shape;2348;p81"/>
          <p:cNvSpPr txBox="1"/>
          <p:nvPr/>
        </p:nvSpPr>
        <p:spPr>
          <a:xfrm>
            <a:off x="4787700" y="2311351"/>
            <a:ext cx="3643200" cy="2292600"/>
          </a:xfrm>
          <a:prstGeom prst="rect">
            <a:avLst/>
          </a:prstGeom>
          <a:noFill/>
          <a:ln>
            <a:noFill/>
          </a:ln>
        </p:spPr>
        <p:txBody>
          <a:bodyPr spcFirstLastPara="1" wrap="square" lIns="91425" tIns="91425" rIns="91425" bIns="91425" anchor="t" anchorCtr="0">
            <a:noAutofit/>
          </a:bodyPr>
          <a:lstStyle/>
          <a:p>
            <a:pPr marL="274320" lvl="0" indent="-317500" algn="l" rtl="0">
              <a:lnSpc>
                <a:spcPct val="115000"/>
              </a:lnSpc>
              <a:spcBef>
                <a:spcPts val="240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6">
                  <a:extLst>
                    <a:ext uri="{A12FA001-AC4F-418D-AE19-62706E023703}">
                      <ahyp:hlinkClr xmlns:ahyp="http://schemas.microsoft.com/office/drawing/2018/hyperlinkcolor" val="tx"/>
                    </a:ext>
                  </a:extLst>
                </a:hlinkClick>
              </a:rPr>
              <a:t>Sick young woman checking temperature of body with thermometer</a:t>
            </a:r>
            <a:endParaRPr>
              <a:solidFill>
                <a:schemeClr val="dk1"/>
              </a:solidFill>
              <a:latin typeface="Roboto Condensed"/>
              <a:ea typeface="Roboto Condensed"/>
              <a:cs typeface="Roboto Condensed"/>
              <a:sym typeface="Roboto Condensed"/>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7">
                  <a:extLst>
                    <a:ext uri="{A12FA001-AC4F-418D-AE19-62706E023703}">
                      <ahyp:hlinkClr xmlns:ahyp="http://schemas.microsoft.com/office/drawing/2018/hyperlinkcolor" val="tx"/>
                    </a:ext>
                  </a:extLst>
                </a:hlinkClick>
              </a:rPr>
              <a:t>Medium shot men with drinks</a:t>
            </a:r>
            <a:endParaRPr sz="2300" b="1">
              <a:solidFill>
                <a:schemeClr val="dk1"/>
              </a:solidFill>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8">
                  <a:extLst>
                    <a:ext uri="{A12FA001-AC4F-418D-AE19-62706E023703}">
                      <ahyp:hlinkClr xmlns:ahyp="http://schemas.microsoft.com/office/drawing/2018/hyperlinkcolor" val="tx"/>
                    </a:ext>
                  </a:extLst>
                </a:hlinkClick>
              </a:rPr>
              <a:t>Full shot woman drinking coffee</a:t>
            </a:r>
            <a:endParaRPr>
              <a:solidFill>
                <a:schemeClr val="dk1"/>
              </a:solidFill>
              <a:latin typeface="Roboto Condensed"/>
              <a:ea typeface="Roboto Condensed"/>
              <a:cs typeface="Roboto Condensed"/>
              <a:sym typeface="Roboto Condensed"/>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9">
                  <a:extLst>
                    <a:ext uri="{A12FA001-AC4F-418D-AE19-62706E023703}">
                      <ahyp:hlinkClr xmlns:ahyp="http://schemas.microsoft.com/office/drawing/2018/hyperlinkcolor" val="tx"/>
                    </a:ext>
                  </a:extLst>
                </a:hlinkClick>
              </a:rPr>
              <a:t>Charming lady in mittens, hat and scarf with cup in hands</a:t>
            </a:r>
            <a:endParaRPr>
              <a:solidFill>
                <a:schemeClr val="dk1"/>
              </a:solidFill>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10">
                  <a:extLst>
                    <a:ext uri="{A12FA001-AC4F-418D-AE19-62706E023703}">
                      <ahyp:hlinkClr xmlns:ahyp="http://schemas.microsoft.com/office/drawing/2018/hyperlinkcolor" val="tx"/>
                    </a:ext>
                  </a:extLst>
                </a:hlinkClick>
              </a:rPr>
              <a:t>Front view smiley doctor at clinic</a:t>
            </a:r>
            <a:endParaRPr>
              <a:solidFill>
                <a:schemeClr val="dk1"/>
              </a:solidFill>
              <a:latin typeface="Roboto Condensed"/>
              <a:ea typeface="Roboto Condensed"/>
              <a:cs typeface="Roboto Condensed"/>
              <a:sym typeface="Roboto Condensed"/>
            </a:endParaRPr>
          </a:p>
          <a:p>
            <a:pPr marL="274320" lvl="0" indent="-317500" algn="l" rtl="0">
              <a:lnSpc>
                <a:spcPct val="115000"/>
              </a:lnSpc>
              <a:spcBef>
                <a:spcPts val="0"/>
              </a:spcBef>
              <a:spcAft>
                <a:spcPts val="0"/>
              </a:spcAft>
              <a:buClr>
                <a:schemeClr val="dk1"/>
              </a:buClr>
              <a:buSzPts val="1400"/>
              <a:buFont typeface="Roboto Condensed"/>
              <a:buChar char="●"/>
            </a:pPr>
            <a:r>
              <a:rPr lang="en">
                <a:solidFill>
                  <a:schemeClr val="dk1"/>
                </a:solidFill>
                <a:uFill>
                  <a:noFill/>
                </a:uFill>
                <a:latin typeface="Roboto Condensed"/>
                <a:ea typeface="Roboto Condensed"/>
                <a:cs typeface="Roboto Condensed"/>
                <a:sym typeface="Roboto Condensed"/>
                <a:hlinkClick r:id="rId11">
                  <a:extLst>
                    <a:ext uri="{A12FA001-AC4F-418D-AE19-62706E023703}">
                      <ahyp:hlinkClr xmlns:ahyp="http://schemas.microsoft.com/office/drawing/2018/hyperlinkcolor" val="tx"/>
                    </a:ext>
                  </a:extLst>
                </a:hlinkClick>
              </a:rPr>
              <a:t>Doctor preparing for consult</a:t>
            </a:r>
            <a:endParaRPr sz="100">
              <a:solidFill>
                <a:schemeClr val="dk1"/>
              </a:solidFill>
              <a:latin typeface="Roboto Condensed"/>
              <a:ea typeface="Roboto Condensed"/>
              <a:cs typeface="Roboto Condensed"/>
              <a:sym typeface="Roboto Condensed"/>
            </a:endParaRPr>
          </a:p>
        </p:txBody>
      </p:sp>
      <p:sp>
        <p:nvSpPr>
          <p:cNvPr id="2349" name="Google Shape;2349;p81"/>
          <p:cNvSpPr txBox="1"/>
          <p:nvPr/>
        </p:nvSpPr>
        <p:spPr>
          <a:xfrm>
            <a:off x="4780930" y="1875113"/>
            <a:ext cx="3639300" cy="377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Red Hat Text"/>
                <a:ea typeface="Red Hat Text"/>
                <a:cs typeface="Red Hat Text"/>
                <a:sym typeface="Red Hat Text"/>
              </a:rPr>
              <a:t>PHOTOS</a:t>
            </a:r>
            <a:endParaRPr sz="2400" b="1">
              <a:solidFill>
                <a:schemeClr val="dk1"/>
              </a:solidFill>
              <a:latin typeface="Red Hat Text"/>
              <a:ea typeface="Red Hat Text"/>
              <a:cs typeface="Red Hat Text"/>
              <a:sym typeface="Red Hat Text"/>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B7AEED-3E72-0AE6-7AD6-82CA959FF961}"/>
              </a:ext>
            </a:extLst>
          </p:cNvPr>
          <p:cNvSpPr>
            <a:spLocks noGrp="1"/>
          </p:cNvSpPr>
          <p:nvPr>
            <p:ph type="title"/>
          </p:nvPr>
        </p:nvSpPr>
        <p:spPr>
          <a:xfrm>
            <a:off x="638720" y="-544235"/>
            <a:ext cx="7704000" cy="572700"/>
          </a:xfrm>
        </p:spPr>
        <p:txBody>
          <a:bodyPr/>
          <a:lstStyle/>
          <a:p>
            <a:endParaRPr lang="en-US" dirty="0"/>
          </a:p>
        </p:txBody>
      </p:sp>
      <p:sp>
        <p:nvSpPr>
          <p:cNvPr id="3" name="Text Placeholder 2">
            <a:extLst>
              <a:ext uri="{FF2B5EF4-FFF2-40B4-BE49-F238E27FC236}">
                <a16:creationId xmlns:a16="http://schemas.microsoft.com/office/drawing/2014/main" id="{3631B1CD-1EFF-41E8-57B8-84F6FC4A02A5}"/>
              </a:ext>
            </a:extLst>
          </p:cNvPr>
          <p:cNvSpPr>
            <a:spLocks noGrp="1"/>
          </p:cNvSpPr>
          <p:nvPr>
            <p:ph type="body" idx="1"/>
          </p:nvPr>
        </p:nvSpPr>
        <p:spPr>
          <a:xfrm>
            <a:off x="791120" y="4426311"/>
            <a:ext cx="7704000" cy="372600"/>
          </a:xfrm>
        </p:spPr>
        <p:txBody>
          <a:bodyPr/>
          <a:lstStyle/>
          <a:p>
            <a:endParaRPr lang="en-US" dirty="0"/>
          </a:p>
        </p:txBody>
      </p:sp>
      <p:pic>
        <p:nvPicPr>
          <p:cNvPr id="5" name="Picture 4">
            <a:extLst>
              <a:ext uri="{FF2B5EF4-FFF2-40B4-BE49-F238E27FC236}">
                <a16:creationId xmlns:a16="http://schemas.microsoft.com/office/drawing/2014/main" id="{24D7FF79-21E7-F1CE-2A47-1307D12A4A14}"/>
              </a:ext>
            </a:extLst>
          </p:cNvPr>
          <p:cNvPicPr>
            <a:picLocks noChangeAspect="1"/>
          </p:cNvPicPr>
          <p:nvPr/>
        </p:nvPicPr>
        <p:blipFill>
          <a:blip r:embed="rId2"/>
          <a:stretch>
            <a:fillRect/>
          </a:stretch>
        </p:blipFill>
        <p:spPr>
          <a:xfrm>
            <a:off x="223520" y="436880"/>
            <a:ext cx="8696960" cy="3761206"/>
          </a:xfrm>
          <a:prstGeom prst="rect">
            <a:avLst/>
          </a:prstGeom>
        </p:spPr>
      </p:pic>
    </p:spTree>
    <p:extLst>
      <p:ext uri="{BB962C8B-B14F-4D97-AF65-F5344CB8AC3E}">
        <p14:creationId xmlns:p14="http://schemas.microsoft.com/office/powerpoint/2010/main" val="118554601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53"/>
        <p:cNvGrpSpPr/>
        <p:nvPr/>
      </p:nvGrpSpPr>
      <p:grpSpPr>
        <a:xfrm>
          <a:off x="0" y="0"/>
          <a:ext cx="0" cy="0"/>
          <a:chOff x="0" y="0"/>
          <a:chExt cx="0" cy="0"/>
        </a:xfrm>
      </p:grpSpPr>
      <p:sp>
        <p:nvSpPr>
          <p:cNvPr id="2354" name="Google Shape;2354;p8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our blog:</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355" name="Google Shape;2355;p8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
        <p:nvSpPr>
          <p:cNvPr id="2356" name="Google Shape;2356;p82"/>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60"/>
        <p:cNvGrpSpPr/>
        <p:nvPr/>
      </p:nvGrpSpPr>
      <p:grpSpPr>
        <a:xfrm>
          <a:off x="0" y="0"/>
          <a:ext cx="0" cy="0"/>
          <a:chOff x="0" y="0"/>
          <a:chExt cx="0" cy="0"/>
        </a:xfrm>
      </p:grpSpPr>
      <p:sp>
        <p:nvSpPr>
          <p:cNvPr id="2361" name="Google Shape;2361;p83"/>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2362" name="Google Shape;2362;p8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our blog:</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2363" name="Google Shape;2363;p8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67"/>
        <p:cNvGrpSpPr/>
        <p:nvPr/>
      </p:nvGrpSpPr>
      <p:grpSpPr>
        <a:xfrm>
          <a:off x="0" y="0"/>
          <a:ext cx="0" cy="0"/>
          <a:chOff x="0" y="0"/>
          <a:chExt cx="0" cy="0"/>
        </a:xfrm>
      </p:grpSpPr>
      <p:sp>
        <p:nvSpPr>
          <p:cNvPr id="2368" name="Google Shape;2368;p84"/>
          <p:cNvSpPr txBox="1"/>
          <p:nvPr/>
        </p:nvSpPr>
        <p:spPr>
          <a:xfrm>
            <a:off x="1068100" y="9354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2369" name="Google Shape;2369;p84"/>
          <p:cNvSpPr/>
          <p:nvPr/>
        </p:nvSpPr>
        <p:spPr>
          <a:xfrm>
            <a:off x="2583569" y="2725350"/>
            <a:ext cx="791400" cy="754200"/>
          </a:xfrm>
          <a:prstGeom prst="roundRect">
            <a:avLst>
              <a:gd name="adj" fmla="val 16667"/>
            </a:avLst>
          </a:prstGeom>
          <a:solidFill>
            <a:srgbClr val="43434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4"/>
          <p:cNvSpPr/>
          <p:nvPr/>
        </p:nvSpPr>
        <p:spPr>
          <a:xfrm>
            <a:off x="3645388" y="2725350"/>
            <a:ext cx="791400" cy="754200"/>
          </a:xfrm>
          <a:prstGeom prst="roundRect">
            <a:avLst>
              <a:gd name="adj" fmla="val 16667"/>
            </a:avLst>
          </a:prstGeom>
          <a:solidFill>
            <a:srgbClr val="F3EDE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4"/>
          <p:cNvSpPr/>
          <p:nvPr/>
        </p:nvSpPr>
        <p:spPr>
          <a:xfrm>
            <a:off x="4707208" y="2725350"/>
            <a:ext cx="791400" cy="754200"/>
          </a:xfrm>
          <a:prstGeom prst="roundRect">
            <a:avLst>
              <a:gd name="adj" fmla="val 16667"/>
            </a:avLst>
          </a:prstGeom>
          <a:solidFill>
            <a:srgbClr val="91A1B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4"/>
          <p:cNvSpPr txBox="1"/>
          <p:nvPr/>
        </p:nvSpPr>
        <p:spPr>
          <a:xfrm>
            <a:off x="2583569" y="28824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#434343</a:t>
            </a:r>
            <a:endParaRPr sz="1000">
              <a:solidFill>
                <a:srgbClr val="FFFFFF"/>
              </a:solidFill>
            </a:endParaRPr>
          </a:p>
        </p:txBody>
      </p:sp>
      <p:sp>
        <p:nvSpPr>
          <p:cNvPr id="2373" name="Google Shape;2373;p84"/>
          <p:cNvSpPr txBox="1"/>
          <p:nvPr/>
        </p:nvSpPr>
        <p:spPr>
          <a:xfrm>
            <a:off x="3645394" y="28824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#f3ede3</a:t>
            </a:r>
            <a:endParaRPr sz="1000">
              <a:solidFill>
                <a:schemeClr val="dk1"/>
              </a:solidFill>
            </a:endParaRPr>
          </a:p>
        </p:txBody>
      </p:sp>
      <p:sp>
        <p:nvSpPr>
          <p:cNvPr id="2374" name="Google Shape;2374;p84"/>
          <p:cNvSpPr txBox="1"/>
          <p:nvPr/>
        </p:nvSpPr>
        <p:spPr>
          <a:xfrm>
            <a:off x="4707219" y="28824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#91a1b0</a:t>
            </a:r>
            <a:endParaRPr sz="1000">
              <a:solidFill>
                <a:schemeClr val="lt1"/>
              </a:solidFill>
            </a:endParaRPr>
          </a:p>
        </p:txBody>
      </p:sp>
      <p:sp>
        <p:nvSpPr>
          <p:cNvPr id="2375" name="Google Shape;2375;p8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2376" name="Google Shape;2376;p84"/>
          <p:cNvSpPr/>
          <p:nvPr/>
        </p:nvSpPr>
        <p:spPr>
          <a:xfrm>
            <a:off x="3114500" y="3729525"/>
            <a:ext cx="791400" cy="754200"/>
          </a:xfrm>
          <a:prstGeom prst="roundRect">
            <a:avLst>
              <a:gd name="adj" fmla="val 16667"/>
            </a:avLst>
          </a:prstGeom>
          <a:solidFill>
            <a:srgbClr val="ADB9C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4"/>
          <p:cNvSpPr txBox="1"/>
          <p:nvPr/>
        </p:nvSpPr>
        <p:spPr>
          <a:xfrm>
            <a:off x="3114500" y="3886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#adb9c4</a:t>
            </a:r>
            <a:endParaRPr sz="1000">
              <a:solidFill>
                <a:schemeClr val="lt1"/>
              </a:solidFill>
            </a:endParaRPr>
          </a:p>
        </p:txBody>
      </p:sp>
      <p:sp>
        <p:nvSpPr>
          <p:cNvPr id="2378" name="Google Shape;2378;p84"/>
          <p:cNvSpPr txBox="1"/>
          <p:nvPr/>
        </p:nvSpPr>
        <p:spPr>
          <a:xfrm>
            <a:off x="1068100" y="1415975"/>
            <a:ext cx="7047300" cy="882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Red Hat Text</a:t>
            </a:r>
            <a:endParaRPr sz="2300" b="1">
              <a:solidFill>
                <a:schemeClr val="lt1"/>
              </a:solidFill>
            </a:endParaRPr>
          </a:p>
          <a:p>
            <a:pPr marL="0" lvl="0" indent="0" algn="ctr" rtl="0">
              <a:lnSpc>
                <a:spcPct val="115000"/>
              </a:lnSpc>
              <a:spcBef>
                <a:spcPts val="0"/>
              </a:spcBef>
              <a:spcAft>
                <a:spcPts val="0"/>
              </a:spcAft>
              <a:buNone/>
            </a:pPr>
            <a:r>
              <a:rPr lang="en" sz="1100" b="1">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https://fonts.google.com/specimen/Red+Hat+Text</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1100">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b="1">
                <a:solidFill>
                  <a:schemeClr val="lt1"/>
                </a:solidFill>
              </a:rPr>
              <a:t>Roboto Condensed</a:t>
            </a:r>
            <a:endParaRPr sz="2300" b="1">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sz="1100" b="1">
                <a:solidFill>
                  <a:schemeClr val="lt1"/>
                </a:solidFill>
                <a:uFill>
                  <a:noFill/>
                </a:uFill>
                <a:hlinkClick r:id="rId4">
                  <a:extLst>
                    <a:ext uri="{A12FA001-AC4F-418D-AE19-62706E023703}">
                      <ahyp:hlinkClr xmlns:ahyp="http://schemas.microsoft.com/office/drawing/2018/hyperlinkcolor" val="tx"/>
                    </a:ext>
                  </a:extLst>
                </a:hlinkClick>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https://fonts.google.com/specimen/Roboto+Condensed)</a:t>
            </a:r>
            <a:endParaRPr sz="1100">
              <a:solidFill>
                <a:schemeClr val="lt1"/>
              </a:solidFill>
            </a:endParaRPr>
          </a:p>
        </p:txBody>
      </p:sp>
      <p:sp>
        <p:nvSpPr>
          <p:cNvPr id="2379" name="Google Shape;2379;p84"/>
          <p:cNvSpPr/>
          <p:nvPr/>
        </p:nvSpPr>
        <p:spPr>
          <a:xfrm>
            <a:off x="4176270" y="3729525"/>
            <a:ext cx="791400" cy="754200"/>
          </a:xfrm>
          <a:prstGeom prst="roundRect">
            <a:avLst>
              <a:gd name="adj" fmla="val 16667"/>
            </a:avLst>
          </a:prstGeom>
          <a:solidFill>
            <a:srgbClr val="5D7F9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4"/>
          <p:cNvSpPr/>
          <p:nvPr/>
        </p:nvSpPr>
        <p:spPr>
          <a:xfrm>
            <a:off x="5238089" y="37295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4"/>
          <p:cNvSpPr txBox="1"/>
          <p:nvPr/>
        </p:nvSpPr>
        <p:spPr>
          <a:xfrm>
            <a:off x="4176275" y="3886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#5d7f9b</a:t>
            </a:r>
            <a:endParaRPr sz="1000">
              <a:solidFill>
                <a:schemeClr val="lt1"/>
              </a:solidFill>
            </a:endParaRPr>
          </a:p>
        </p:txBody>
      </p:sp>
      <p:sp>
        <p:nvSpPr>
          <p:cNvPr id="2382" name="Google Shape;2382;p84"/>
          <p:cNvSpPr txBox="1"/>
          <p:nvPr/>
        </p:nvSpPr>
        <p:spPr>
          <a:xfrm>
            <a:off x="5238100" y="38865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383" name="Google Shape;2383;p84"/>
          <p:cNvSpPr/>
          <p:nvPr/>
        </p:nvSpPr>
        <p:spPr>
          <a:xfrm>
            <a:off x="5769031" y="2725350"/>
            <a:ext cx="791400" cy="754200"/>
          </a:xfrm>
          <a:prstGeom prst="roundRect">
            <a:avLst>
              <a:gd name="adj" fmla="val 16667"/>
            </a:avLst>
          </a:prstGeom>
          <a:solidFill>
            <a:srgbClr val="CED4D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4"/>
          <p:cNvSpPr txBox="1"/>
          <p:nvPr/>
        </p:nvSpPr>
        <p:spPr>
          <a:xfrm>
            <a:off x="5769031" y="288240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#ced4d7</a:t>
            </a:r>
            <a:endParaRPr sz="1000">
              <a:solidFill>
                <a:schemeClr val="dk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88"/>
        <p:cNvGrpSpPr/>
        <p:nvPr/>
      </p:nvGrpSpPr>
      <p:grpSpPr>
        <a:xfrm>
          <a:off x="0" y="0"/>
          <a:ext cx="0" cy="0"/>
          <a:chOff x="0" y="0"/>
          <a:chExt cx="0" cy="0"/>
        </a:xfrm>
      </p:grpSpPr>
      <p:sp>
        <p:nvSpPr>
          <p:cNvPr id="2389" name="Google Shape;2389;p85"/>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ahyp="http://schemas.microsoft.com/office/drawing/2018/hyperlinkcolor" val="tx"/>
                    </a:ext>
                  </a:extLst>
                </a:hlinkClick>
              </a:rPr>
              <a:t>ow it works.</a:t>
            </a:r>
            <a:endParaRPr sz="1100">
              <a:solidFill>
                <a:srgbClr val="869FB2"/>
              </a:solidFill>
            </a:endParaRPr>
          </a:p>
        </p:txBody>
      </p:sp>
      <p:sp>
        <p:nvSpPr>
          <p:cNvPr id="2390" name="Google Shape;2390;p8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2391" name="Google Shape;2391;p85"/>
          <p:cNvPicPr preferRelativeResize="0"/>
          <p:nvPr/>
        </p:nvPicPr>
        <p:blipFill rotWithShape="1">
          <a:blip r:embed="rId4">
            <a:alphaModFix/>
          </a:blip>
          <a:srcRect t="16547" b="16541"/>
          <a:stretch/>
        </p:blipFill>
        <p:spPr>
          <a:xfrm>
            <a:off x="510820" y="2688639"/>
            <a:ext cx="1606720" cy="1075075"/>
          </a:xfrm>
          <a:prstGeom prst="rect">
            <a:avLst/>
          </a:prstGeom>
          <a:noFill/>
          <a:ln>
            <a:noFill/>
          </a:ln>
        </p:spPr>
      </p:pic>
      <p:sp>
        <p:nvSpPr>
          <p:cNvPr id="2392" name="Google Shape;2392;p85">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2393" name="Google Shape;2393;p85">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2394" name="Google Shape;2394;p85">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2395" name="Google Shape;2395;p85">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2396" name="Google Shape;2396;p85"/>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2397" name="Google Shape;2397;p85"/>
          <p:cNvPicPr preferRelativeResize="0"/>
          <p:nvPr/>
        </p:nvPicPr>
        <p:blipFill rotWithShape="1">
          <a:blip r:embed="rId10">
            <a:alphaModFix/>
          </a:blip>
          <a:srcRect t="6378" b="6378"/>
          <a:stretch/>
        </p:blipFill>
        <p:spPr>
          <a:xfrm>
            <a:off x="3774275" y="2532512"/>
            <a:ext cx="1448305" cy="1263590"/>
          </a:xfrm>
          <a:prstGeom prst="rect">
            <a:avLst/>
          </a:prstGeom>
          <a:noFill/>
          <a:ln>
            <a:noFill/>
          </a:ln>
        </p:spPr>
      </p:pic>
      <p:pic>
        <p:nvPicPr>
          <p:cNvPr id="2398" name="Google Shape;2398;p85"/>
          <p:cNvPicPr preferRelativeResize="0"/>
          <p:nvPr/>
        </p:nvPicPr>
        <p:blipFill rotWithShape="1">
          <a:blip r:embed="rId11">
            <a:alphaModFix/>
          </a:blip>
          <a:srcRect t="9257" b="9257"/>
          <a:stretch/>
        </p:blipFill>
        <p:spPr>
          <a:xfrm>
            <a:off x="5347337" y="2581527"/>
            <a:ext cx="1448285" cy="1180165"/>
          </a:xfrm>
          <a:prstGeom prst="rect">
            <a:avLst/>
          </a:prstGeom>
          <a:noFill/>
          <a:ln>
            <a:noFill/>
          </a:ln>
        </p:spPr>
      </p:pic>
      <p:pic>
        <p:nvPicPr>
          <p:cNvPr id="2399" name="Google Shape;2399;p85"/>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2400" name="Google Shape;2400;p85">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04"/>
        <p:cNvGrpSpPr/>
        <p:nvPr/>
      </p:nvGrpSpPr>
      <p:grpSpPr>
        <a:xfrm>
          <a:off x="0" y="0"/>
          <a:ext cx="0" cy="0"/>
          <a:chOff x="0" y="0"/>
          <a:chExt cx="0" cy="0"/>
        </a:xfrm>
      </p:grpSpPr>
      <p:sp>
        <p:nvSpPr>
          <p:cNvPr id="2405" name="Google Shape;2405;p86"/>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2406" name="Google Shape;2406;p86"/>
          <p:cNvGrpSpPr/>
          <p:nvPr/>
        </p:nvGrpSpPr>
        <p:grpSpPr>
          <a:xfrm>
            <a:off x="5156078" y="3085736"/>
            <a:ext cx="474294" cy="551291"/>
            <a:chOff x="4727025" y="1332775"/>
            <a:chExt cx="59900" cy="69625"/>
          </a:xfrm>
        </p:grpSpPr>
        <p:sp>
          <p:nvSpPr>
            <p:cNvPr id="2407" name="Google Shape;2407;p8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 name="Google Shape;2409;p86"/>
          <p:cNvGrpSpPr/>
          <p:nvPr/>
        </p:nvGrpSpPr>
        <p:grpSpPr>
          <a:xfrm>
            <a:off x="5769734" y="2314340"/>
            <a:ext cx="555653" cy="557031"/>
            <a:chOff x="4820425" y="1329900"/>
            <a:chExt cx="70175" cy="70350"/>
          </a:xfrm>
        </p:grpSpPr>
        <p:sp>
          <p:nvSpPr>
            <p:cNvPr id="2410" name="Google Shape;2410;p8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4" name="Google Shape;2414;p86"/>
          <p:cNvGrpSpPr/>
          <p:nvPr/>
        </p:nvGrpSpPr>
        <p:grpSpPr>
          <a:xfrm>
            <a:off x="6396103" y="2318845"/>
            <a:ext cx="582574" cy="533871"/>
            <a:chOff x="4903200" y="1331525"/>
            <a:chExt cx="73575" cy="67425"/>
          </a:xfrm>
        </p:grpSpPr>
        <p:sp>
          <p:nvSpPr>
            <p:cNvPr id="2415" name="Google Shape;2415;p8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86"/>
          <p:cNvGrpSpPr/>
          <p:nvPr/>
        </p:nvGrpSpPr>
        <p:grpSpPr>
          <a:xfrm>
            <a:off x="5755581" y="3078709"/>
            <a:ext cx="583960" cy="565345"/>
            <a:chOff x="4815575" y="1416800"/>
            <a:chExt cx="73750" cy="71400"/>
          </a:xfrm>
        </p:grpSpPr>
        <p:sp>
          <p:nvSpPr>
            <p:cNvPr id="2418" name="Google Shape;2418;p8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1" name="Google Shape;2421;p86"/>
          <p:cNvGrpSpPr/>
          <p:nvPr/>
        </p:nvGrpSpPr>
        <p:grpSpPr>
          <a:xfrm>
            <a:off x="6390362" y="3108896"/>
            <a:ext cx="589898" cy="504970"/>
            <a:chOff x="4902475" y="1418875"/>
            <a:chExt cx="74500" cy="63775"/>
          </a:xfrm>
        </p:grpSpPr>
        <p:sp>
          <p:nvSpPr>
            <p:cNvPr id="2422" name="Google Shape;2422;p8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 name="Google Shape;2424;p86"/>
          <p:cNvGrpSpPr/>
          <p:nvPr/>
        </p:nvGrpSpPr>
        <p:grpSpPr>
          <a:xfrm>
            <a:off x="5765577" y="3826000"/>
            <a:ext cx="563967" cy="567127"/>
            <a:chOff x="4818100" y="1507675"/>
            <a:chExt cx="71225" cy="71625"/>
          </a:xfrm>
        </p:grpSpPr>
        <p:sp>
          <p:nvSpPr>
            <p:cNvPr id="2425" name="Google Shape;2425;p8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 name="Google Shape;2429;p86"/>
          <p:cNvGrpSpPr/>
          <p:nvPr/>
        </p:nvGrpSpPr>
        <p:grpSpPr>
          <a:xfrm>
            <a:off x="5079075" y="3829461"/>
            <a:ext cx="628301" cy="588505"/>
            <a:chOff x="4721450" y="1509475"/>
            <a:chExt cx="79350" cy="74325"/>
          </a:xfrm>
        </p:grpSpPr>
        <p:sp>
          <p:nvSpPr>
            <p:cNvPr id="2430" name="Google Shape;2430;p8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 name="Google Shape;2434;p86"/>
          <p:cNvGrpSpPr/>
          <p:nvPr/>
        </p:nvGrpSpPr>
        <p:grpSpPr>
          <a:xfrm>
            <a:off x="6424608" y="3814027"/>
            <a:ext cx="557038" cy="562772"/>
            <a:chOff x="4906800" y="1507500"/>
            <a:chExt cx="70350" cy="71075"/>
          </a:xfrm>
        </p:grpSpPr>
        <p:sp>
          <p:nvSpPr>
            <p:cNvPr id="2435" name="Google Shape;2435;p8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 name="Google Shape;2440;p86"/>
          <p:cNvGrpSpPr/>
          <p:nvPr/>
        </p:nvGrpSpPr>
        <p:grpSpPr>
          <a:xfrm>
            <a:off x="4462216" y="2340963"/>
            <a:ext cx="517934" cy="517934"/>
            <a:chOff x="3736598" y="2170606"/>
            <a:chExt cx="404889" cy="404889"/>
          </a:xfrm>
        </p:grpSpPr>
        <p:sp>
          <p:nvSpPr>
            <p:cNvPr id="2441" name="Google Shape;2441;p8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86"/>
          <p:cNvGrpSpPr/>
          <p:nvPr/>
        </p:nvGrpSpPr>
        <p:grpSpPr>
          <a:xfrm>
            <a:off x="3729277" y="2341061"/>
            <a:ext cx="586986" cy="517740"/>
            <a:chOff x="3161917" y="2170682"/>
            <a:chExt cx="458870" cy="404737"/>
          </a:xfrm>
        </p:grpSpPr>
        <p:sp>
          <p:nvSpPr>
            <p:cNvPr id="2446" name="Google Shape;2446;p8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 name="Google Shape;2449;p86"/>
          <p:cNvGrpSpPr/>
          <p:nvPr/>
        </p:nvGrpSpPr>
        <p:grpSpPr>
          <a:xfrm>
            <a:off x="3752299" y="3102400"/>
            <a:ext cx="540943" cy="517963"/>
            <a:chOff x="3179914" y="2889488"/>
            <a:chExt cx="422876" cy="404911"/>
          </a:xfrm>
        </p:grpSpPr>
        <p:sp>
          <p:nvSpPr>
            <p:cNvPr id="2450" name="Google Shape;2450;p8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6" name="Google Shape;2456;p86"/>
          <p:cNvGrpSpPr/>
          <p:nvPr/>
        </p:nvGrpSpPr>
        <p:grpSpPr>
          <a:xfrm>
            <a:off x="4453093" y="3102358"/>
            <a:ext cx="536180" cy="518047"/>
            <a:chOff x="3729467" y="2889422"/>
            <a:chExt cx="419153" cy="404977"/>
          </a:xfrm>
        </p:grpSpPr>
        <p:sp>
          <p:nvSpPr>
            <p:cNvPr id="2457" name="Google Shape;2457;p8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 name="Google Shape;2464;p86"/>
          <p:cNvGrpSpPr/>
          <p:nvPr/>
        </p:nvGrpSpPr>
        <p:grpSpPr>
          <a:xfrm>
            <a:off x="1990126" y="3445787"/>
            <a:ext cx="965351" cy="134611"/>
            <a:chOff x="4411970" y="2962952"/>
            <a:chExt cx="706544" cy="104212"/>
          </a:xfrm>
        </p:grpSpPr>
        <p:sp>
          <p:nvSpPr>
            <p:cNvPr id="2465" name="Google Shape;2465;p8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86"/>
          <p:cNvGrpSpPr/>
          <p:nvPr/>
        </p:nvGrpSpPr>
        <p:grpSpPr>
          <a:xfrm>
            <a:off x="1990126" y="3041077"/>
            <a:ext cx="960158" cy="289172"/>
            <a:chOff x="4411970" y="2726085"/>
            <a:chExt cx="643107" cy="193659"/>
          </a:xfrm>
        </p:grpSpPr>
        <p:sp>
          <p:nvSpPr>
            <p:cNvPr id="2470" name="Google Shape;2470;p8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86"/>
          <p:cNvGrpSpPr/>
          <p:nvPr/>
        </p:nvGrpSpPr>
        <p:grpSpPr>
          <a:xfrm>
            <a:off x="998624" y="3295400"/>
            <a:ext cx="811503" cy="252584"/>
            <a:chOff x="4411970" y="4340222"/>
            <a:chExt cx="779467" cy="242683"/>
          </a:xfrm>
        </p:grpSpPr>
        <p:sp>
          <p:nvSpPr>
            <p:cNvPr id="2474" name="Google Shape;2474;p8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 name="Google Shape;2477;p86"/>
          <p:cNvGrpSpPr/>
          <p:nvPr/>
        </p:nvGrpSpPr>
        <p:grpSpPr>
          <a:xfrm>
            <a:off x="1990126" y="2709308"/>
            <a:ext cx="965160" cy="216230"/>
            <a:chOff x="4411970" y="2468674"/>
            <a:chExt cx="747317" cy="167425"/>
          </a:xfrm>
        </p:grpSpPr>
        <p:sp>
          <p:nvSpPr>
            <p:cNvPr id="2478" name="Google Shape;2478;p8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0" name="Google Shape;2480;p8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1" name="Google Shape;2481;p86"/>
          <p:cNvGrpSpPr/>
          <p:nvPr/>
        </p:nvGrpSpPr>
        <p:grpSpPr>
          <a:xfrm>
            <a:off x="997692" y="2334687"/>
            <a:ext cx="1959041" cy="208784"/>
            <a:chOff x="6336019" y="3733725"/>
            <a:chExt cx="2566206" cy="351310"/>
          </a:xfrm>
        </p:grpSpPr>
        <p:sp>
          <p:nvSpPr>
            <p:cNvPr id="2482" name="Google Shape;2482;p8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 name="Google Shape;2486;p86"/>
          <p:cNvGrpSpPr/>
          <p:nvPr/>
        </p:nvGrpSpPr>
        <p:grpSpPr>
          <a:xfrm>
            <a:off x="1990126" y="3950602"/>
            <a:ext cx="946551" cy="153200"/>
            <a:chOff x="4404545" y="3301592"/>
            <a:chExt cx="782403" cy="129272"/>
          </a:xfrm>
        </p:grpSpPr>
        <p:sp>
          <p:nvSpPr>
            <p:cNvPr id="2487" name="Google Shape;2487;p8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 name="Google Shape;2489;p86"/>
          <p:cNvGrpSpPr/>
          <p:nvPr/>
        </p:nvGrpSpPr>
        <p:grpSpPr>
          <a:xfrm>
            <a:off x="1990126" y="3695937"/>
            <a:ext cx="962257" cy="139127"/>
            <a:chOff x="4411970" y="3131459"/>
            <a:chExt cx="710520" cy="117397"/>
          </a:xfrm>
        </p:grpSpPr>
        <p:sp>
          <p:nvSpPr>
            <p:cNvPr id="2490" name="Google Shape;2490;p8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2" name="Google Shape;2492;p8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3" name="Google Shape;2493;p86"/>
          <p:cNvGrpSpPr/>
          <p:nvPr/>
        </p:nvGrpSpPr>
        <p:grpSpPr>
          <a:xfrm>
            <a:off x="990271" y="3621603"/>
            <a:ext cx="823838" cy="458988"/>
            <a:chOff x="4411970" y="1801825"/>
            <a:chExt cx="734586" cy="409262"/>
          </a:xfrm>
        </p:grpSpPr>
        <p:sp>
          <p:nvSpPr>
            <p:cNvPr id="2494" name="Google Shape;2494;p8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 name="Google Shape;2496;p86"/>
          <p:cNvGrpSpPr/>
          <p:nvPr/>
        </p:nvGrpSpPr>
        <p:grpSpPr>
          <a:xfrm>
            <a:off x="3095243" y="2339173"/>
            <a:ext cx="521514" cy="521514"/>
            <a:chOff x="5681300" y="2527788"/>
            <a:chExt cx="805800" cy="805800"/>
          </a:xfrm>
        </p:grpSpPr>
        <p:sp>
          <p:nvSpPr>
            <p:cNvPr id="2497" name="Google Shape;2497;p8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 name="Google Shape;2499;p86"/>
          <p:cNvGrpSpPr/>
          <p:nvPr/>
        </p:nvGrpSpPr>
        <p:grpSpPr>
          <a:xfrm>
            <a:off x="3089483" y="3094865"/>
            <a:ext cx="533033" cy="533033"/>
            <a:chOff x="4049800" y="640400"/>
            <a:chExt cx="858900" cy="858900"/>
          </a:xfrm>
        </p:grpSpPr>
        <p:sp>
          <p:nvSpPr>
            <p:cNvPr id="2500" name="Google Shape;2500;p8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 name="Google Shape;2502;p86"/>
          <p:cNvGrpSpPr/>
          <p:nvPr/>
        </p:nvGrpSpPr>
        <p:grpSpPr>
          <a:xfrm>
            <a:off x="3014966" y="3772543"/>
            <a:ext cx="682068" cy="682068"/>
            <a:chOff x="5080188" y="927900"/>
            <a:chExt cx="961200" cy="961200"/>
          </a:xfrm>
        </p:grpSpPr>
        <p:sp>
          <p:nvSpPr>
            <p:cNvPr id="2503" name="Google Shape;2503;p8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1" name="Google Shape;2511;p86"/>
          <p:cNvGrpSpPr/>
          <p:nvPr/>
        </p:nvGrpSpPr>
        <p:grpSpPr>
          <a:xfrm>
            <a:off x="4478465" y="3869234"/>
            <a:ext cx="505650" cy="504006"/>
            <a:chOff x="6039282" y="1042577"/>
            <a:chExt cx="734315" cy="731929"/>
          </a:xfrm>
        </p:grpSpPr>
        <p:sp>
          <p:nvSpPr>
            <p:cNvPr id="2512" name="Google Shape;2512;p8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3" name="Google Shape;2533;p86"/>
          <p:cNvGrpSpPr/>
          <p:nvPr/>
        </p:nvGrpSpPr>
        <p:grpSpPr>
          <a:xfrm>
            <a:off x="5091067" y="2298862"/>
            <a:ext cx="567744" cy="602136"/>
            <a:chOff x="1825800" y="1651625"/>
            <a:chExt cx="539989" cy="571775"/>
          </a:xfrm>
        </p:grpSpPr>
        <p:sp>
          <p:nvSpPr>
            <p:cNvPr id="2534" name="Google Shape;2534;p8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 name="Google Shape;2538;p86"/>
          <p:cNvGrpSpPr/>
          <p:nvPr/>
        </p:nvGrpSpPr>
        <p:grpSpPr>
          <a:xfrm>
            <a:off x="3765995" y="3855579"/>
            <a:ext cx="508123" cy="507955"/>
            <a:chOff x="1897577" y="2802432"/>
            <a:chExt cx="492176" cy="492014"/>
          </a:xfrm>
        </p:grpSpPr>
        <p:sp>
          <p:nvSpPr>
            <p:cNvPr id="2539" name="Google Shape;2539;p8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 name="Google Shape;2551;p86"/>
          <p:cNvGrpSpPr/>
          <p:nvPr/>
        </p:nvGrpSpPr>
        <p:grpSpPr>
          <a:xfrm>
            <a:off x="997525" y="4169123"/>
            <a:ext cx="809227" cy="200842"/>
            <a:chOff x="2013045" y="4813233"/>
            <a:chExt cx="921986" cy="228854"/>
          </a:xfrm>
        </p:grpSpPr>
        <p:sp>
          <p:nvSpPr>
            <p:cNvPr id="2552" name="Google Shape;2552;p8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4" name="Google Shape;2554;p86"/>
          <p:cNvGrpSpPr/>
          <p:nvPr/>
        </p:nvGrpSpPr>
        <p:grpSpPr>
          <a:xfrm>
            <a:off x="1005985" y="2656004"/>
            <a:ext cx="792421" cy="269941"/>
            <a:chOff x="1046767" y="4756633"/>
            <a:chExt cx="859646" cy="292841"/>
          </a:xfrm>
        </p:grpSpPr>
        <p:sp>
          <p:nvSpPr>
            <p:cNvPr id="2555" name="Google Shape;2555;p8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8" name="Google Shape;2558;p8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2" name="Google Shape;2562;p86"/>
          <p:cNvGrpSpPr/>
          <p:nvPr/>
        </p:nvGrpSpPr>
        <p:grpSpPr>
          <a:xfrm>
            <a:off x="7141841" y="2550562"/>
            <a:ext cx="166473" cy="141497"/>
            <a:chOff x="4660325" y="1866850"/>
            <a:chExt cx="68350" cy="58100"/>
          </a:xfrm>
        </p:grpSpPr>
        <p:sp>
          <p:nvSpPr>
            <p:cNvPr id="2563" name="Google Shape;2563;p8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5" name="Google Shape;2565;p86"/>
          <p:cNvGrpSpPr/>
          <p:nvPr/>
        </p:nvGrpSpPr>
        <p:grpSpPr>
          <a:xfrm>
            <a:off x="7451186" y="2576286"/>
            <a:ext cx="162515" cy="90049"/>
            <a:chOff x="4791775" y="1877500"/>
            <a:chExt cx="66725" cy="36975"/>
          </a:xfrm>
        </p:grpSpPr>
        <p:sp>
          <p:nvSpPr>
            <p:cNvPr id="2566" name="Google Shape;2566;p8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 name="Google Shape;2568;p86"/>
          <p:cNvGrpSpPr/>
          <p:nvPr/>
        </p:nvGrpSpPr>
        <p:grpSpPr>
          <a:xfrm>
            <a:off x="7772899" y="2576286"/>
            <a:ext cx="144979" cy="90049"/>
            <a:chOff x="4923925" y="1877500"/>
            <a:chExt cx="59525" cy="36975"/>
          </a:xfrm>
        </p:grpSpPr>
        <p:sp>
          <p:nvSpPr>
            <p:cNvPr id="2569" name="Google Shape;2569;p8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1" name="Google Shape;2571;p86"/>
          <p:cNvGrpSpPr/>
          <p:nvPr/>
        </p:nvGrpSpPr>
        <p:grpSpPr>
          <a:xfrm>
            <a:off x="8067390" y="2558477"/>
            <a:ext cx="141447" cy="125667"/>
            <a:chOff x="5058450" y="1870100"/>
            <a:chExt cx="58075" cy="51600"/>
          </a:xfrm>
        </p:grpSpPr>
        <p:sp>
          <p:nvSpPr>
            <p:cNvPr id="2572" name="Google Shape;2572;p8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 name="Google Shape;2574;p86"/>
          <p:cNvGrpSpPr/>
          <p:nvPr/>
        </p:nvGrpSpPr>
        <p:grpSpPr>
          <a:xfrm>
            <a:off x="7481905" y="2980885"/>
            <a:ext cx="101077" cy="107645"/>
            <a:chOff x="4811425" y="2065025"/>
            <a:chExt cx="41500" cy="44200"/>
          </a:xfrm>
        </p:grpSpPr>
        <p:sp>
          <p:nvSpPr>
            <p:cNvPr id="2575" name="Google Shape;2575;p8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7" name="Google Shape;2577;p86"/>
          <p:cNvGrpSpPr/>
          <p:nvPr/>
        </p:nvGrpSpPr>
        <p:grpSpPr>
          <a:xfrm>
            <a:off x="7774342" y="2981098"/>
            <a:ext cx="120867" cy="107218"/>
            <a:chOff x="4929875" y="2065025"/>
            <a:chExt cx="49625" cy="44025"/>
          </a:xfrm>
        </p:grpSpPr>
        <p:sp>
          <p:nvSpPr>
            <p:cNvPr id="2578" name="Google Shape;2578;p8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86"/>
          <p:cNvGrpSpPr/>
          <p:nvPr/>
        </p:nvGrpSpPr>
        <p:grpSpPr>
          <a:xfrm>
            <a:off x="8103011" y="2984112"/>
            <a:ext cx="70206" cy="101191"/>
            <a:chOff x="5083925" y="2066350"/>
            <a:chExt cx="28825" cy="41550"/>
          </a:xfrm>
        </p:grpSpPr>
        <p:sp>
          <p:nvSpPr>
            <p:cNvPr id="2581" name="Google Shape;2581;p8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86"/>
          <p:cNvGrpSpPr/>
          <p:nvPr/>
        </p:nvGrpSpPr>
        <p:grpSpPr>
          <a:xfrm>
            <a:off x="7134565" y="2999759"/>
            <a:ext cx="181026" cy="69896"/>
            <a:chOff x="4659775" y="2072775"/>
            <a:chExt cx="74325" cy="28700"/>
          </a:xfrm>
        </p:grpSpPr>
        <p:sp>
          <p:nvSpPr>
            <p:cNvPr id="2584" name="Google Shape;2584;p8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 name="Google Shape;2587;p86"/>
          <p:cNvGrpSpPr/>
          <p:nvPr/>
        </p:nvGrpSpPr>
        <p:grpSpPr>
          <a:xfrm>
            <a:off x="8054421" y="2790324"/>
            <a:ext cx="167387" cy="89197"/>
            <a:chOff x="4662475" y="1976500"/>
            <a:chExt cx="68725" cy="36625"/>
          </a:xfrm>
        </p:grpSpPr>
        <p:sp>
          <p:nvSpPr>
            <p:cNvPr id="2588" name="Google Shape;2588;p8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1" name="Google Shape;2591;p86"/>
          <p:cNvGrpSpPr/>
          <p:nvPr/>
        </p:nvGrpSpPr>
        <p:grpSpPr>
          <a:xfrm>
            <a:off x="7751326" y="2793764"/>
            <a:ext cx="166899" cy="82317"/>
            <a:chOff x="4920150" y="1977875"/>
            <a:chExt cx="68525" cy="33800"/>
          </a:xfrm>
        </p:grpSpPr>
        <p:sp>
          <p:nvSpPr>
            <p:cNvPr id="2592" name="Google Shape;2592;p8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 name="Google Shape;2595;p86"/>
          <p:cNvGrpSpPr/>
          <p:nvPr/>
        </p:nvGrpSpPr>
        <p:grpSpPr>
          <a:xfrm>
            <a:off x="7162483" y="3197682"/>
            <a:ext cx="125190" cy="127859"/>
            <a:chOff x="4676550" y="2160575"/>
            <a:chExt cx="51400" cy="52500"/>
          </a:xfrm>
        </p:grpSpPr>
        <p:sp>
          <p:nvSpPr>
            <p:cNvPr id="2596" name="Google Shape;2596;p8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 name="Google Shape;2599;p86"/>
          <p:cNvGrpSpPr/>
          <p:nvPr/>
        </p:nvGrpSpPr>
        <p:grpSpPr>
          <a:xfrm>
            <a:off x="7459741" y="3204714"/>
            <a:ext cx="145405" cy="113794"/>
            <a:chOff x="4768325" y="2163475"/>
            <a:chExt cx="59700" cy="46725"/>
          </a:xfrm>
        </p:grpSpPr>
        <p:sp>
          <p:nvSpPr>
            <p:cNvPr id="2600" name="Google Shape;2600;p8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2" name="Google Shape;2602;p8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8" name="Google Shape;2608;p86"/>
          <p:cNvGrpSpPr/>
          <p:nvPr/>
        </p:nvGrpSpPr>
        <p:grpSpPr>
          <a:xfrm>
            <a:off x="7476059" y="3459808"/>
            <a:ext cx="112768" cy="106853"/>
            <a:chOff x="4768575" y="2253950"/>
            <a:chExt cx="46300" cy="43875"/>
          </a:xfrm>
        </p:grpSpPr>
        <p:sp>
          <p:nvSpPr>
            <p:cNvPr id="2609" name="Google Shape;2609;p8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86"/>
          <p:cNvGrpSpPr/>
          <p:nvPr/>
        </p:nvGrpSpPr>
        <p:grpSpPr>
          <a:xfrm>
            <a:off x="7775682" y="3948834"/>
            <a:ext cx="118187" cy="146246"/>
            <a:chOff x="4960900" y="2433225"/>
            <a:chExt cx="48525" cy="60050"/>
          </a:xfrm>
        </p:grpSpPr>
        <p:sp>
          <p:nvSpPr>
            <p:cNvPr id="2612" name="Google Shape;2612;p8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 name="Google Shape;2614;p86"/>
          <p:cNvGrpSpPr/>
          <p:nvPr/>
        </p:nvGrpSpPr>
        <p:grpSpPr>
          <a:xfrm>
            <a:off x="7464247" y="4212895"/>
            <a:ext cx="136394" cy="143810"/>
            <a:chOff x="4854075" y="2527625"/>
            <a:chExt cx="56000" cy="59050"/>
          </a:xfrm>
        </p:grpSpPr>
        <p:sp>
          <p:nvSpPr>
            <p:cNvPr id="2615" name="Google Shape;2615;p8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7" name="Google Shape;2617;p8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0" name="Google Shape;2620;p86"/>
          <p:cNvGrpSpPr/>
          <p:nvPr/>
        </p:nvGrpSpPr>
        <p:grpSpPr>
          <a:xfrm>
            <a:off x="8088458" y="3676639"/>
            <a:ext cx="99312" cy="160797"/>
            <a:chOff x="5059700" y="2334775"/>
            <a:chExt cx="40775" cy="66025"/>
          </a:xfrm>
        </p:grpSpPr>
        <p:sp>
          <p:nvSpPr>
            <p:cNvPr id="2621" name="Google Shape;2621;p8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0" name="Google Shape;2630;p86"/>
          <p:cNvGrpSpPr/>
          <p:nvPr/>
        </p:nvGrpSpPr>
        <p:grpSpPr>
          <a:xfrm>
            <a:off x="8045622" y="3941771"/>
            <a:ext cx="184984" cy="160371"/>
            <a:chOff x="5037700" y="2430325"/>
            <a:chExt cx="75950" cy="65850"/>
          </a:xfrm>
        </p:grpSpPr>
        <p:sp>
          <p:nvSpPr>
            <p:cNvPr id="2631" name="Google Shape;2631;p8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3" name="Google Shape;2633;p86"/>
          <p:cNvGrpSpPr/>
          <p:nvPr/>
        </p:nvGrpSpPr>
        <p:grpSpPr>
          <a:xfrm>
            <a:off x="7465128" y="3708223"/>
            <a:ext cx="173014" cy="97629"/>
            <a:chOff x="4756975" y="2341800"/>
            <a:chExt cx="91975" cy="51925"/>
          </a:xfrm>
        </p:grpSpPr>
        <p:sp>
          <p:nvSpPr>
            <p:cNvPr id="2634" name="Google Shape;2634;p8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86"/>
          <p:cNvGrpSpPr/>
          <p:nvPr/>
        </p:nvGrpSpPr>
        <p:grpSpPr>
          <a:xfrm>
            <a:off x="7732065" y="4196920"/>
            <a:ext cx="212497" cy="175761"/>
            <a:chOff x="4943575" y="2516350"/>
            <a:chExt cx="98675" cy="81700"/>
          </a:xfrm>
        </p:grpSpPr>
        <p:sp>
          <p:nvSpPr>
            <p:cNvPr id="2655" name="Google Shape;2655;p8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3" name="Google Shape;2733;p8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741"/>
        <p:cNvGrpSpPr/>
        <p:nvPr/>
      </p:nvGrpSpPr>
      <p:grpSpPr>
        <a:xfrm>
          <a:off x="0" y="0"/>
          <a:ext cx="0" cy="0"/>
          <a:chOff x="0" y="0"/>
          <a:chExt cx="0" cy="0"/>
        </a:xfrm>
      </p:grpSpPr>
      <p:grpSp>
        <p:nvGrpSpPr>
          <p:cNvPr id="2742" name="Google Shape;2742;p87"/>
          <p:cNvGrpSpPr/>
          <p:nvPr/>
        </p:nvGrpSpPr>
        <p:grpSpPr>
          <a:xfrm>
            <a:off x="6647587" y="3567393"/>
            <a:ext cx="560636" cy="516497"/>
            <a:chOff x="6652051" y="3714143"/>
            <a:chExt cx="560636" cy="516497"/>
          </a:xfrm>
        </p:grpSpPr>
        <p:grpSp>
          <p:nvGrpSpPr>
            <p:cNvPr id="2743" name="Google Shape;2743;p87"/>
            <p:cNvGrpSpPr/>
            <p:nvPr/>
          </p:nvGrpSpPr>
          <p:grpSpPr>
            <a:xfrm>
              <a:off x="6669657" y="3716715"/>
              <a:ext cx="466768" cy="464314"/>
              <a:chOff x="3139766" y="765669"/>
              <a:chExt cx="886380" cy="881888"/>
            </a:xfrm>
          </p:grpSpPr>
          <p:grpSp>
            <p:nvGrpSpPr>
              <p:cNvPr id="2744" name="Google Shape;2744;p87"/>
              <p:cNvGrpSpPr/>
              <p:nvPr/>
            </p:nvGrpSpPr>
            <p:grpSpPr>
              <a:xfrm>
                <a:off x="3139766" y="765669"/>
                <a:ext cx="886380" cy="881888"/>
                <a:chOff x="3139766" y="765669"/>
                <a:chExt cx="886380" cy="881888"/>
              </a:xfrm>
            </p:grpSpPr>
            <p:sp>
              <p:nvSpPr>
                <p:cNvPr id="2745" name="Google Shape;2745;p8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4" name="Google Shape;2754;p8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8" name="Google Shape;2758;p8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87"/>
          <p:cNvGrpSpPr/>
          <p:nvPr/>
        </p:nvGrpSpPr>
        <p:grpSpPr>
          <a:xfrm>
            <a:off x="7646296" y="3047976"/>
            <a:ext cx="104231" cy="320340"/>
            <a:chOff x="7564426" y="3224343"/>
            <a:chExt cx="119985" cy="368801"/>
          </a:xfrm>
        </p:grpSpPr>
        <p:sp>
          <p:nvSpPr>
            <p:cNvPr id="2760" name="Google Shape;2760;p8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2" name="Google Shape;2762;p87"/>
          <p:cNvGrpSpPr/>
          <p:nvPr/>
        </p:nvGrpSpPr>
        <p:grpSpPr>
          <a:xfrm>
            <a:off x="7345785" y="3042077"/>
            <a:ext cx="189489" cy="332132"/>
            <a:chOff x="8370831" y="3202002"/>
            <a:chExt cx="218129" cy="382376"/>
          </a:xfrm>
        </p:grpSpPr>
        <p:sp>
          <p:nvSpPr>
            <p:cNvPr id="2763" name="Google Shape;2763;p8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5" name="Google Shape;2765;p87"/>
          <p:cNvGrpSpPr/>
          <p:nvPr/>
        </p:nvGrpSpPr>
        <p:grpSpPr>
          <a:xfrm>
            <a:off x="8069174" y="3453209"/>
            <a:ext cx="309429" cy="267000"/>
            <a:chOff x="6742064" y="3750480"/>
            <a:chExt cx="399315" cy="344560"/>
          </a:xfrm>
        </p:grpSpPr>
        <p:sp>
          <p:nvSpPr>
            <p:cNvPr id="2766" name="Google Shape;2766;p8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 name="Google Shape;2768;p87"/>
          <p:cNvGrpSpPr/>
          <p:nvPr/>
        </p:nvGrpSpPr>
        <p:grpSpPr>
          <a:xfrm>
            <a:off x="7608193" y="3804257"/>
            <a:ext cx="180437" cy="281608"/>
            <a:chOff x="7248525" y="3739696"/>
            <a:chExt cx="230531" cy="359790"/>
          </a:xfrm>
        </p:grpSpPr>
        <p:sp>
          <p:nvSpPr>
            <p:cNvPr id="2769" name="Google Shape;2769;p8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 name="Google Shape;2771;p87"/>
          <p:cNvGrpSpPr/>
          <p:nvPr/>
        </p:nvGrpSpPr>
        <p:grpSpPr>
          <a:xfrm>
            <a:off x="7854113" y="3447481"/>
            <a:ext cx="162896" cy="278710"/>
            <a:chOff x="7601242" y="3729267"/>
            <a:chExt cx="222566" cy="380803"/>
          </a:xfrm>
        </p:grpSpPr>
        <p:sp>
          <p:nvSpPr>
            <p:cNvPr id="2772" name="Google Shape;2772;p8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4" name="Google Shape;2774;p87"/>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5" name="Google Shape;2775;p87"/>
          <p:cNvGrpSpPr/>
          <p:nvPr/>
        </p:nvGrpSpPr>
        <p:grpSpPr>
          <a:xfrm>
            <a:off x="7343758" y="3448622"/>
            <a:ext cx="193543" cy="275990"/>
            <a:chOff x="8304647" y="3738687"/>
            <a:chExt cx="225076" cy="320956"/>
          </a:xfrm>
        </p:grpSpPr>
        <p:sp>
          <p:nvSpPr>
            <p:cNvPr id="2776" name="Google Shape;2776;p8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9" name="Google Shape;2779;p87"/>
          <p:cNvGrpSpPr/>
          <p:nvPr/>
        </p:nvGrpSpPr>
        <p:grpSpPr>
          <a:xfrm>
            <a:off x="7616251" y="3448622"/>
            <a:ext cx="178492" cy="275990"/>
            <a:chOff x="8615101" y="3738687"/>
            <a:chExt cx="207573" cy="320956"/>
          </a:xfrm>
        </p:grpSpPr>
        <p:sp>
          <p:nvSpPr>
            <p:cNvPr id="2780" name="Google Shape;2780;p8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3" name="Google Shape;2783;p87"/>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4" name="Google Shape;2784;p87"/>
          <p:cNvGrpSpPr/>
          <p:nvPr/>
        </p:nvGrpSpPr>
        <p:grpSpPr>
          <a:xfrm>
            <a:off x="7841782" y="3851282"/>
            <a:ext cx="187557" cy="187557"/>
            <a:chOff x="8565775" y="671075"/>
            <a:chExt cx="441000" cy="441000"/>
          </a:xfrm>
        </p:grpSpPr>
        <p:sp>
          <p:nvSpPr>
            <p:cNvPr id="2785" name="Google Shape;2785;p8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7" name="Google Shape;2787;p87"/>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7"/>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9" name="Google Shape;2789;p87"/>
          <p:cNvGrpSpPr/>
          <p:nvPr/>
        </p:nvGrpSpPr>
        <p:grpSpPr>
          <a:xfrm>
            <a:off x="5996254" y="2923808"/>
            <a:ext cx="587865" cy="517731"/>
            <a:chOff x="6000718" y="3070557"/>
            <a:chExt cx="587865" cy="517731"/>
          </a:xfrm>
        </p:grpSpPr>
        <p:sp>
          <p:nvSpPr>
            <p:cNvPr id="2790" name="Google Shape;2790;p8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0" name="Google Shape;2800;p87"/>
          <p:cNvGrpSpPr/>
          <p:nvPr/>
        </p:nvGrpSpPr>
        <p:grpSpPr>
          <a:xfrm>
            <a:off x="6011059" y="3567468"/>
            <a:ext cx="557665" cy="516387"/>
            <a:chOff x="6015523" y="3714217"/>
            <a:chExt cx="557665" cy="516387"/>
          </a:xfrm>
        </p:grpSpPr>
        <p:grpSp>
          <p:nvGrpSpPr>
            <p:cNvPr id="2801" name="Google Shape;2801;p87"/>
            <p:cNvGrpSpPr/>
            <p:nvPr/>
          </p:nvGrpSpPr>
          <p:grpSpPr>
            <a:xfrm>
              <a:off x="6036094" y="3716980"/>
              <a:ext cx="529822" cy="510480"/>
              <a:chOff x="3148311" y="-545634"/>
              <a:chExt cx="1006118" cy="969572"/>
            </a:xfrm>
          </p:grpSpPr>
          <p:sp>
            <p:nvSpPr>
              <p:cNvPr id="2802" name="Google Shape;2802;p8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2" name="Google Shape;2812;p8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7"/>
          <p:cNvGrpSpPr/>
          <p:nvPr/>
        </p:nvGrpSpPr>
        <p:grpSpPr>
          <a:xfrm>
            <a:off x="6639841" y="2926879"/>
            <a:ext cx="576302" cy="511871"/>
            <a:chOff x="6644304" y="3073628"/>
            <a:chExt cx="576302" cy="511871"/>
          </a:xfrm>
        </p:grpSpPr>
        <p:grpSp>
          <p:nvGrpSpPr>
            <p:cNvPr id="2814" name="Google Shape;2814;p87"/>
            <p:cNvGrpSpPr/>
            <p:nvPr/>
          </p:nvGrpSpPr>
          <p:grpSpPr>
            <a:xfrm>
              <a:off x="6712169" y="3073651"/>
              <a:ext cx="481611" cy="506713"/>
              <a:chOff x="1833536" y="-546641"/>
              <a:chExt cx="914567" cy="962419"/>
            </a:xfrm>
          </p:grpSpPr>
          <p:grpSp>
            <p:nvGrpSpPr>
              <p:cNvPr id="2815" name="Google Shape;2815;p87"/>
              <p:cNvGrpSpPr/>
              <p:nvPr/>
            </p:nvGrpSpPr>
            <p:grpSpPr>
              <a:xfrm>
                <a:off x="1833536" y="-524249"/>
                <a:ext cx="914567" cy="940027"/>
                <a:chOff x="1833536" y="-524249"/>
                <a:chExt cx="914567" cy="940027"/>
              </a:xfrm>
            </p:grpSpPr>
            <p:sp>
              <p:nvSpPr>
                <p:cNvPr id="2816" name="Google Shape;2816;p8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1" name="Google Shape;2821;p8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5" name="Google Shape;2825;p8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 name="Google Shape;2826;p87"/>
          <p:cNvGrpSpPr/>
          <p:nvPr/>
        </p:nvGrpSpPr>
        <p:grpSpPr>
          <a:xfrm>
            <a:off x="719115" y="2852867"/>
            <a:ext cx="2622876" cy="1333540"/>
            <a:chOff x="238125" y="1038125"/>
            <a:chExt cx="7146800" cy="3633625"/>
          </a:xfrm>
        </p:grpSpPr>
        <p:sp>
          <p:nvSpPr>
            <p:cNvPr id="2827" name="Google Shape;2827;p8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9" name="Google Shape;4399;p87"/>
          <p:cNvGrpSpPr/>
          <p:nvPr/>
        </p:nvGrpSpPr>
        <p:grpSpPr>
          <a:xfrm>
            <a:off x="5904877" y="1016248"/>
            <a:ext cx="2435960" cy="1297725"/>
            <a:chOff x="233350" y="949250"/>
            <a:chExt cx="7137300" cy="3802300"/>
          </a:xfrm>
        </p:grpSpPr>
        <p:sp>
          <p:nvSpPr>
            <p:cNvPr id="4400" name="Google Shape;4400;p8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1" name="Google Shape;4451;p87"/>
          <p:cNvGrpSpPr/>
          <p:nvPr/>
        </p:nvGrpSpPr>
        <p:grpSpPr>
          <a:xfrm>
            <a:off x="698034" y="977939"/>
            <a:ext cx="2665073" cy="1317140"/>
            <a:chOff x="793334" y="1192826"/>
            <a:chExt cx="2665073" cy="1317140"/>
          </a:xfrm>
        </p:grpSpPr>
        <p:sp>
          <p:nvSpPr>
            <p:cNvPr id="4452" name="Google Shape;4452;p8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87"/>
          <p:cNvGrpSpPr/>
          <p:nvPr/>
        </p:nvGrpSpPr>
        <p:grpSpPr>
          <a:xfrm>
            <a:off x="3416804" y="902588"/>
            <a:ext cx="2310381" cy="1488888"/>
            <a:chOff x="229225" y="549050"/>
            <a:chExt cx="7161750" cy="4615275"/>
          </a:xfrm>
        </p:grpSpPr>
        <p:sp>
          <p:nvSpPr>
            <p:cNvPr id="8420" name="Google Shape;8420;p8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87"/>
          <p:cNvGrpSpPr/>
          <p:nvPr/>
        </p:nvGrpSpPr>
        <p:grpSpPr>
          <a:xfrm>
            <a:off x="3514722" y="2832485"/>
            <a:ext cx="2310282" cy="1374222"/>
            <a:chOff x="238125" y="732525"/>
            <a:chExt cx="7130500" cy="4241425"/>
          </a:xfrm>
        </p:grpSpPr>
        <p:sp>
          <p:nvSpPr>
            <p:cNvPr id="8538" name="Google Shape;8538;p8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8655"/>
        <p:cNvGrpSpPr/>
        <p:nvPr/>
      </p:nvGrpSpPr>
      <p:grpSpPr>
        <a:xfrm>
          <a:off x="0" y="0"/>
          <a:ext cx="0" cy="0"/>
          <a:chOff x="0" y="0"/>
          <a:chExt cx="0" cy="0"/>
        </a:xfrm>
      </p:grpSpPr>
      <p:grpSp>
        <p:nvGrpSpPr>
          <p:cNvPr id="8656" name="Google Shape;8656;p88"/>
          <p:cNvGrpSpPr/>
          <p:nvPr/>
        </p:nvGrpSpPr>
        <p:grpSpPr>
          <a:xfrm>
            <a:off x="2100561" y="3398658"/>
            <a:ext cx="1102891" cy="760337"/>
            <a:chOff x="4967783" y="2151471"/>
            <a:chExt cx="3920692" cy="2702940"/>
          </a:xfrm>
        </p:grpSpPr>
        <p:grpSp>
          <p:nvGrpSpPr>
            <p:cNvPr id="8657" name="Google Shape;8657;p88"/>
            <p:cNvGrpSpPr/>
            <p:nvPr/>
          </p:nvGrpSpPr>
          <p:grpSpPr>
            <a:xfrm>
              <a:off x="5045709" y="2252109"/>
              <a:ext cx="3761071" cy="2501708"/>
              <a:chOff x="2691784" y="1805334"/>
              <a:chExt cx="3761071" cy="2501708"/>
            </a:xfrm>
          </p:grpSpPr>
          <p:sp>
            <p:nvSpPr>
              <p:cNvPr id="8658" name="Google Shape;8658;p8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88"/>
            <p:cNvGrpSpPr/>
            <p:nvPr/>
          </p:nvGrpSpPr>
          <p:grpSpPr>
            <a:xfrm>
              <a:off x="4967783" y="2151471"/>
              <a:ext cx="3920692" cy="2702940"/>
              <a:chOff x="2613858" y="1704696"/>
              <a:chExt cx="3920692" cy="2702940"/>
            </a:xfrm>
          </p:grpSpPr>
          <p:sp>
            <p:nvSpPr>
              <p:cNvPr id="8666" name="Google Shape;8666;p8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71" name="Google Shape;8671;p88"/>
          <p:cNvGrpSpPr/>
          <p:nvPr/>
        </p:nvGrpSpPr>
        <p:grpSpPr>
          <a:xfrm>
            <a:off x="3504470" y="1286935"/>
            <a:ext cx="1561911" cy="708580"/>
            <a:chOff x="3530532" y="1496185"/>
            <a:chExt cx="1561911" cy="708580"/>
          </a:xfrm>
        </p:grpSpPr>
        <p:grpSp>
          <p:nvGrpSpPr>
            <p:cNvPr id="8672" name="Google Shape;8672;p88"/>
            <p:cNvGrpSpPr/>
            <p:nvPr/>
          </p:nvGrpSpPr>
          <p:grpSpPr>
            <a:xfrm>
              <a:off x="3720318" y="1857562"/>
              <a:ext cx="1372125" cy="54"/>
              <a:chOff x="3720318" y="1857562"/>
              <a:chExt cx="1372125" cy="54"/>
            </a:xfrm>
          </p:grpSpPr>
          <p:cxnSp>
            <p:nvCxnSpPr>
              <p:cNvPr id="8673" name="Google Shape;8673;p88"/>
              <p:cNvCxnSpPr>
                <a:endCxn id="867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675" name="Google Shape;8675;p8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676" name="Google Shape;8676;p8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677" name="Google Shape;8677;p88"/>
              <p:cNvCxnSpPr>
                <a:stCxn id="867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678" name="Google Shape;8678;p88"/>
            <p:cNvGrpSpPr/>
            <p:nvPr/>
          </p:nvGrpSpPr>
          <p:grpSpPr>
            <a:xfrm>
              <a:off x="3567462" y="1496185"/>
              <a:ext cx="286500" cy="272914"/>
              <a:chOff x="3567462" y="1496185"/>
              <a:chExt cx="286500" cy="272914"/>
            </a:xfrm>
          </p:grpSpPr>
          <p:cxnSp>
            <p:nvCxnSpPr>
              <p:cNvPr id="8679" name="Google Shape;8679;p8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680" name="Google Shape;8680;p8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1" name="Google Shape;8681;p8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3" name="Google Shape;8683;p88"/>
            <p:cNvGrpSpPr/>
            <p:nvPr/>
          </p:nvGrpSpPr>
          <p:grpSpPr>
            <a:xfrm>
              <a:off x="3929014" y="1960574"/>
              <a:ext cx="286500" cy="242342"/>
              <a:chOff x="3929014" y="1960574"/>
              <a:chExt cx="286500" cy="242342"/>
            </a:xfrm>
          </p:grpSpPr>
          <p:cxnSp>
            <p:nvCxnSpPr>
              <p:cNvPr id="8684" name="Google Shape;8684;p8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685" name="Google Shape;8685;p8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88"/>
            <p:cNvGrpSpPr/>
            <p:nvPr/>
          </p:nvGrpSpPr>
          <p:grpSpPr>
            <a:xfrm>
              <a:off x="4290828" y="1496185"/>
              <a:ext cx="286500" cy="272914"/>
              <a:chOff x="4290828" y="1496185"/>
              <a:chExt cx="286500" cy="272914"/>
            </a:xfrm>
          </p:grpSpPr>
          <p:cxnSp>
            <p:nvCxnSpPr>
              <p:cNvPr id="8687" name="Google Shape;8687;p8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688" name="Google Shape;8688;p8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9" name="Google Shape;8689;p8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0" name="Google Shape;8690;p88"/>
            <p:cNvGrpSpPr/>
            <p:nvPr/>
          </p:nvGrpSpPr>
          <p:grpSpPr>
            <a:xfrm>
              <a:off x="4657726" y="1959674"/>
              <a:ext cx="286500" cy="245092"/>
              <a:chOff x="4657726" y="1959674"/>
              <a:chExt cx="286500" cy="245092"/>
            </a:xfrm>
          </p:grpSpPr>
          <p:cxnSp>
            <p:nvCxnSpPr>
              <p:cNvPr id="8691" name="Google Shape;8691;p8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692" name="Google Shape;8692;p8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93" name="Google Shape;8693;p88"/>
          <p:cNvGrpSpPr/>
          <p:nvPr/>
        </p:nvGrpSpPr>
        <p:grpSpPr>
          <a:xfrm>
            <a:off x="3486489" y="2149032"/>
            <a:ext cx="1597032" cy="378649"/>
            <a:chOff x="3512551" y="2358282"/>
            <a:chExt cx="1597032" cy="378649"/>
          </a:xfrm>
        </p:grpSpPr>
        <p:grpSp>
          <p:nvGrpSpPr>
            <p:cNvPr id="8694" name="Google Shape;8694;p88"/>
            <p:cNvGrpSpPr/>
            <p:nvPr/>
          </p:nvGrpSpPr>
          <p:grpSpPr>
            <a:xfrm>
              <a:off x="3738198" y="2553002"/>
              <a:ext cx="1145834" cy="117"/>
              <a:chOff x="3738198" y="2553002"/>
              <a:chExt cx="1145834" cy="117"/>
            </a:xfrm>
          </p:grpSpPr>
          <p:cxnSp>
            <p:nvCxnSpPr>
              <p:cNvPr id="8695" name="Google Shape;8695;p8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696" name="Google Shape;8696;p8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697" name="Google Shape;8697;p88"/>
              <p:cNvCxnSpPr>
                <a:stCxn id="8698" idx="6"/>
                <a:endCxn id="869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700" name="Google Shape;8700;p88"/>
            <p:cNvGrpSpPr/>
            <p:nvPr/>
          </p:nvGrpSpPr>
          <p:grpSpPr>
            <a:xfrm>
              <a:off x="3969644" y="2440153"/>
              <a:ext cx="225900" cy="296779"/>
              <a:chOff x="3969644" y="2440153"/>
              <a:chExt cx="225900" cy="296779"/>
            </a:xfrm>
          </p:grpSpPr>
          <p:cxnSp>
            <p:nvCxnSpPr>
              <p:cNvPr id="8701" name="Google Shape;8701;p8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699" name="Google Shape;8699;p8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88"/>
            <p:cNvGrpSpPr/>
            <p:nvPr/>
          </p:nvGrpSpPr>
          <p:grpSpPr>
            <a:xfrm>
              <a:off x="4426818" y="2358282"/>
              <a:ext cx="225600" cy="307471"/>
              <a:chOff x="4426818" y="2358282"/>
              <a:chExt cx="225600" cy="307471"/>
            </a:xfrm>
          </p:grpSpPr>
          <p:cxnSp>
            <p:nvCxnSpPr>
              <p:cNvPr id="8704" name="Google Shape;8704;p88"/>
              <p:cNvCxnSpPr>
                <a:stCxn id="870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706" name="Google Shape;8706;p8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88"/>
            <p:cNvGrpSpPr/>
            <p:nvPr/>
          </p:nvGrpSpPr>
          <p:grpSpPr>
            <a:xfrm>
              <a:off x="4883984" y="2440153"/>
              <a:ext cx="225600" cy="296479"/>
              <a:chOff x="4883984" y="2440153"/>
              <a:chExt cx="225600" cy="296479"/>
            </a:xfrm>
          </p:grpSpPr>
          <p:cxnSp>
            <p:nvCxnSpPr>
              <p:cNvPr id="8708" name="Google Shape;8708;p8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709" name="Google Shape;8709;p8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1" name="Google Shape;8711;p88"/>
            <p:cNvGrpSpPr/>
            <p:nvPr/>
          </p:nvGrpSpPr>
          <p:grpSpPr>
            <a:xfrm>
              <a:off x="3512551" y="2358356"/>
              <a:ext cx="225647" cy="307629"/>
              <a:chOff x="2182679" y="2005014"/>
              <a:chExt cx="792300" cy="1080158"/>
            </a:xfrm>
          </p:grpSpPr>
          <p:cxnSp>
            <p:nvCxnSpPr>
              <p:cNvPr id="8712" name="Google Shape;8712;p88"/>
              <p:cNvCxnSpPr>
                <a:stCxn id="871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698" name="Google Shape;8698;p8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4" name="Google Shape;8714;p88"/>
          <p:cNvGrpSpPr/>
          <p:nvPr/>
        </p:nvGrpSpPr>
        <p:grpSpPr>
          <a:xfrm>
            <a:off x="6846571" y="972829"/>
            <a:ext cx="1559809" cy="722610"/>
            <a:chOff x="634175" y="2986275"/>
            <a:chExt cx="3147949" cy="1458344"/>
          </a:xfrm>
        </p:grpSpPr>
        <p:cxnSp>
          <p:nvCxnSpPr>
            <p:cNvPr id="8715" name="Google Shape;8715;p88"/>
            <p:cNvCxnSpPr>
              <a:stCxn id="8716" idx="4"/>
              <a:endCxn id="871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718" name="Google Shape;8718;p88"/>
            <p:cNvCxnSpPr>
              <a:stCxn id="8717" idx="0"/>
              <a:endCxn id="871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720" name="Google Shape;8720;p88"/>
            <p:cNvCxnSpPr>
              <a:stCxn id="8719" idx="4"/>
              <a:endCxn id="872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722" name="Google Shape;8722;p88"/>
            <p:cNvCxnSpPr>
              <a:stCxn id="8721" idx="0"/>
              <a:endCxn id="872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723" name="Google Shape;8723;p8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19" name="Google Shape;8719;p8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16" name="Google Shape;8716;p8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21" name="Google Shape;8721;p8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717" name="Google Shape;8717;p8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724" name="Google Shape;8724;p88"/>
          <p:cNvGrpSpPr/>
          <p:nvPr/>
        </p:nvGrpSpPr>
        <p:grpSpPr>
          <a:xfrm>
            <a:off x="3500361" y="2682737"/>
            <a:ext cx="1570719" cy="294123"/>
            <a:chOff x="998425" y="1182125"/>
            <a:chExt cx="1065400" cy="199500"/>
          </a:xfrm>
        </p:grpSpPr>
        <p:sp>
          <p:nvSpPr>
            <p:cNvPr id="8725" name="Google Shape;8725;p8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0" name="Google Shape;8730;p88"/>
          <p:cNvGrpSpPr/>
          <p:nvPr/>
        </p:nvGrpSpPr>
        <p:grpSpPr>
          <a:xfrm>
            <a:off x="6843617" y="1800224"/>
            <a:ext cx="1565716" cy="366729"/>
            <a:chOff x="1247650" y="2075423"/>
            <a:chExt cx="6648477" cy="1557238"/>
          </a:xfrm>
        </p:grpSpPr>
        <p:sp>
          <p:nvSpPr>
            <p:cNvPr id="8731" name="Google Shape;8731;p8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88"/>
          <p:cNvGrpSpPr/>
          <p:nvPr/>
        </p:nvGrpSpPr>
        <p:grpSpPr>
          <a:xfrm>
            <a:off x="6827929" y="2949039"/>
            <a:ext cx="1597061" cy="663440"/>
            <a:chOff x="6796238" y="3158297"/>
            <a:chExt cx="1630319" cy="677257"/>
          </a:xfrm>
        </p:grpSpPr>
        <p:cxnSp>
          <p:nvCxnSpPr>
            <p:cNvPr id="8738" name="Google Shape;8738;p8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739" name="Google Shape;8739;p8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740" name="Google Shape;8740;p8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741" name="Google Shape;8741;p8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742" name="Google Shape;8742;p88"/>
            <p:cNvGrpSpPr/>
            <p:nvPr/>
          </p:nvGrpSpPr>
          <p:grpSpPr>
            <a:xfrm>
              <a:off x="6796238" y="3311904"/>
              <a:ext cx="1630319" cy="377697"/>
              <a:chOff x="6796238" y="3311904"/>
              <a:chExt cx="1630319" cy="377697"/>
            </a:xfrm>
          </p:grpSpPr>
          <p:sp>
            <p:nvSpPr>
              <p:cNvPr id="8743" name="Google Shape;8743;p8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46" name="Google Shape;8746;p88"/>
          <p:cNvGrpSpPr/>
          <p:nvPr/>
        </p:nvGrpSpPr>
        <p:grpSpPr>
          <a:xfrm>
            <a:off x="5349067" y="970431"/>
            <a:ext cx="1368606" cy="1593805"/>
            <a:chOff x="1839112" y="2209163"/>
            <a:chExt cx="1918159" cy="2233784"/>
          </a:xfrm>
        </p:grpSpPr>
        <p:sp>
          <p:nvSpPr>
            <p:cNvPr id="8747" name="Google Shape;8747;p8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50" name="Google Shape;8750;p88"/>
            <p:cNvCxnSpPr>
              <a:stCxn id="8747" idx="6"/>
              <a:endCxn id="874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751" name="Google Shape;8751;p88"/>
            <p:cNvCxnSpPr>
              <a:stCxn id="8748" idx="4"/>
              <a:endCxn id="875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753" name="Google Shape;8753;p88"/>
            <p:cNvCxnSpPr>
              <a:stCxn id="8752" idx="6"/>
              <a:endCxn id="874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754" name="Google Shape;8754;p88"/>
            <p:cNvCxnSpPr>
              <a:stCxn id="8749" idx="4"/>
              <a:endCxn id="875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752" name="Google Shape;8752;p8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57" name="Google Shape;8757;p88"/>
            <p:cNvCxnSpPr>
              <a:endCxn id="875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758" name="Google Shape;8758;p88"/>
          <p:cNvGrpSpPr/>
          <p:nvPr/>
        </p:nvGrpSpPr>
        <p:grpSpPr>
          <a:xfrm>
            <a:off x="3481440" y="976667"/>
            <a:ext cx="1637968" cy="154942"/>
            <a:chOff x="238125" y="2506075"/>
            <a:chExt cx="7115411" cy="673075"/>
          </a:xfrm>
        </p:grpSpPr>
        <p:sp>
          <p:nvSpPr>
            <p:cNvPr id="8759" name="Google Shape;8759;p8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4" name="Google Shape;8764;p88"/>
          <p:cNvGrpSpPr/>
          <p:nvPr/>
        </p:nvGrpSpPr>
        <p:grpSpPr>
          <a:xfrm>
            <a:off x="720125" y="1298264"/>
            <a:ext cx="2476762" cy="91743"/>
            <a:chOff x="1464850" y="436376"/>
            <a:chExt cx="6001362" cy="222300"/>
          </a:xfrm>
        </p:grpSpPr>
        <p:sp>
          <p:nvSpPr>
            <p:cNvPr id="8765" name="Google Shape;8765;p8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70" name="Google Shape;8770;p8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771" name="Google Shape;8771;p8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772" name="Google Shape;8772;p8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773" name="Google Shape;8773;p8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774" name="Google Shape;8774;p88"/>
          <p:cNvGrpSpPr/>
          <p:nvPr/>
        </p:nvGrpSpPr>
        <p:grpSpPr>
          <a:xfrm>
            <a:off x="706392" y="2533730"/>
            <a:ext cx="1452710" cy="651923"/>
            <a:chOff x="803162" y="2667727"/>
            <a:chExt cx="1411906" cy="633611"/>
          </a:xfrm>
        </p:grpSpPr>
        <p:cxnSp>
          <p:nvCxnSpPr>
            <p:cNvPr id="8775" name="Google Shape;8775;p88"/>
            <p:cNvCxnSpPr>
              <a:stCxn id="8776" idx="2"/>
              <a:endCxn id="877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778" name="Google Shape;8778;p88"/>
            <p:cNvCxnSpPr>
              <a:stCxn id="8779" idx="0"/>
              <a:endCxn id="877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780" name="Google Shape;8780;p88"/>
            <p:cNvCxnSpPr>
              <a:stCxn id="8779" idx="2"/>
              <a:endCxn id="878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782" name="Google Shape;8782;p88"/>
            <p:cNvCxnSpPr>
              <a:stCxn id="8783" idx="0"/>
              <a:endCxn id="877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784" name="Google Shape;8784;p88"/>
            <p:cNvCxnSpPr>
              <a:stCxn id="8777" idx="2"/>
              <a:endCxn id="878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786" name="Google Shape;8786;p88"/>
            <p:cNvCxnSpPr>
              <a:stCxn id="8787" idx="0"/>
              <a:endCxn id="877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783" name="Google Shape;8783;p8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81" name="Google Shape;8781;p8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87" name="Google Shape;8787;p8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85" name="Google Shape;8785;p8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77" name="Google Shape;8777;p8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79" name="Google Shape;8779;p8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776" name="Google Shape;8776;p8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788" name="Google Shape;8788;p88"/>
          <p:cNvGrpSpPr/>
          <p:nvPr/>
        </p:nvGrpSpPr>
        <p:grpSpPr>
          <a:xfrm>
            <a:off x="706394" y="969268"/>
            <a:ext cx="2518541" cy="209309"/>
            <a:chOff x="803163" y="1111966"/>
            <a:chExt cx="2447800" cy="203430"/>
          </a:xfrm>
        </p:grpSpPr>
        <p:grpSp>
          <p:nvGrpSpPr>
            <p:cNvPr id="8789" name="Google Shape;8789;p88"/>
            <p:cNvGrpSpPr/>
            <p:nvPr/>
          </p:nvGrpSpPr>
          <p:grpSpPr>
            <a:xfrm>
              <a:off x="1958180" y="1111966"/>
              <a:ext cx="588019" cy="121396"/>
              <a:chOff x="4808316" y="2800065"/>
              <a:chExt cx="1999386" cy="412910"/>
            </a:xfrm>
          </p:grpSpPr>
          <p:sp>
            <p:nvSpPr>
              <p:cNvPr id="8790" name="Google Shape;8790;p8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1" name="Google Shape;8791;p88"/>
              <p:cNvGrpSpPr/>
              <p:nvPr/>
            </p:nvGrpSpPr>
            <p:grpSpPr>
              <a:xfrm>
                <a:off x="4808316" y="2800065"/>
                <a:ext cx="92400" cy="411825"/>
                <a:chOff x="845575" y="2563700"/>
                <a:chExt cx="92400" cy="411825"/>
              </a:xfrm>
            </p:grpSpPr>
            <p:cxnSp>
              <p:nvCxnSpPr>
                <p:cNvPr id="8792" name="Google Shape;8792;p8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793" name="Google Shape;8793;p8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794" name="Google Shape;8794;p8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795" name="Google Shape;8795;p8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6" name="Google Shape;8796;p88"/>
            <p:cNvGrpSpPr/>
            <p:nvPr/>
          </p:nvGrpSpPr>
          <p:grpSpPr>
            <a:xfrm>
              <a:off x="803163" y="1111974"/>
              <a:ext cx="591158" cy="121545"/>
              <a:chOff x="803163" y="1111974"/>
              <a:chExt cx="591158" cy="121545"/>
            </a:xfrm>
          </p:grpSpPr>
          <p:grpSp>
            <p:nvGrpSpPr>
              <p:cNvPr id="8797" name="Google Shape;8797;p88"/>
              <p:cNvGrpSpPr/>
              <p:nvPr/>
            </p:nvGrpSpPr>
            <p:grpSpPr>
              <a:xfrm>
                <a:off x="803163" y="1111974"/>
                <a:ext cx="27175" cy="121077"/>
                <a:chOff x="845575" y="2563700"/>
                <a:chExt cx="92400" cy="411825"/>
              </a:xfrm>
            </p:grpSpPr>
            <p:cxnSp>
              <p:nvCxnSpPr>
                <p:cNvPr id="8798" name="Google Shape;8798;p8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799" name="Google Shape;8799;p8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0" name="Google Shape;8800;p8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1" name="Google Shape;8801;p88"/>
            <p:cNvGrpSpPr/>
            <p:nvPr/>
          </p:nvGrpSpPr>
          <p:grpSpPr>
            <a:xfrm>
              <a:off x="1381910" y="1194219"/>
              <a:ext cx="588341" cy="121177"/>
              <a:chOff x="1381910" y="1194219"/>
              <a:chExt cx="588341" cy="121177"/>
            </a:xfrm>
          </p:grpSpPr>
          <p:grpSp>
            <p:nvGrpSpPr>
              <p:cNvPr id="8802" name="Google Shape;8802;p88"/>
              <p:cNvGrpSpPr/>
              <p:nvPr/>
            </p:nvGrpSpPr>
            <p:grpSpPr>
              <a:xfrm rot="10800000">
                <a:off x="1381910" y="1194319"/>
                <a:ext cx="27175" cy="121077"/>
                <a:chOff x="2070100" y="2563700"/>
                <a:chExt cx="92400" cy="411825"/>
              </a:xfrm>
            </p:grpSpPr>
            <p:cxnSp>
              <p:nvCxnSpPr>
                <p:cNvPr id="8803" name="Google Shape;8803;p8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04" name="Google Shape;8804;p8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5" name="Google Shape;8805;p8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8"/>
            <p:cNvGrpSpPr/>
            <p:nvPr/>
          </p:nvGrpSpPr>
          <p:grpSpPr>
            <a:xfrm>
              <a:off x="2532079" y="1194219"/>
              <a:ext cx="704927" cy="121177"/>
              <a:chOff x="2532079" y="1194219"/>
              <a:chExt cx="704927" cy="121177"/>
            </a:xfrm>
          </p:grpSpPr>
          <p:grpSp>
            <p:nvGrpSpPr>
              <p:cNvPr id="8807" name="Google Shape;8807;p88"/>
              <p:cNvGrpSpPr/>
              <p:nvPr/>
            </p:nvGrpSpPr>
            <p:grpSpPr>
              <a:xfrm rot="10800000">
                <a:off x="2532079" y="1194319"/>
                <a:ext cx="27175" cy="121077"/>
                <a:chOff x="2070100" y="2563700"/>
                <a:chExt cx="92400" cy="411825"/>
              </a:xfrm>
            </p:grpSpPr>
            <p:cxnSp>
              <p:nvCxnSpPr>
                <p:cNvPr id="8808" name="Google Shape;8808;p8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809" name="Google Shape;8809;p8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0" name="Google Shape;8810;p8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1" name="Google Shape;8811;p88"/>
          <p:cNvGrpSpPr/>
          <p:nvPr/>
        </p:nvGrpSpPr>
        <p:grpSpPr>
          <a:xfrm>
            <a:off x="3499404" y="3665900"/>
            <a:ext cx="1567778" cy="491677"/>
            <a:chOff x="5194708" y="3484366"/>
            <a:chExt cx="3148148" cy="987304"/>
          </a:xfrm>
        </p:grpSpPr>
        <p:grpSp>
          <p:nvGrpSpPr>
            <p:cNvPr id="8812" name="Google Shape;8812;p88"/>
            <p:cNvGrpSpPr/>
            <p:nvPr/>
          </p:nvGrpSpPr>
          <p:grpSpPr>
            <a:xfrm>
              <a:off x="7531521" y="3484366"/>
              <a:ext cx="811335" cy="987304"/>
              <a:chOff x="3379425" y="1617275"/>
              <a:chExt cx="1090650" cy="1327200"/>
            </a:xfrm>
          </p:grpSpPr>
          <p:sp>
            <p:nvSpPr>
              <p:cNvPr id="8813" name="Google Shape;8813;p8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6" name="Google Shape;8816;p88"/>
            <p:cNvGrpSpPr/>
            <p:nvPr/>
          </p:nvGrpSpPr>
          <p:grpSpPr>
            <a:xfrm>
              <a:off x="6752546" y="3484366"/>
              <a:ext cx="811428" cy="987304"/>
              <a:chOff x="2332275" y="1617275"/>
              <a:chExt cx="1090775" cy="1327200"/>
            </a:xfrm>
          </p:grpSpPr>
          <p:sp>
            <p:nvSpPr>
              <p:cNvPr id="8817" name="Google Shape;8817;p8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0" name="Google Shape;8820;p88"/>
            <p:cNvGrpSpPr/>
            <p:nvPr/>
          </p:nvGrpSpPr>
          <p:grpSpPr>
            <a:xfrm>
              <a:off x="5973664" y="3484366"/>
              <a:ext cx="811335" cy="987304"/>
              <a:chOff x="1285250" y="1617275"/>
              <a:chExt cx="1090650" cy="1327200"/>
            </a:xfrm>
          </p:grpSpPr>
          <p:sp>
            <p:nvSpPr>
              <p:cNvPr id="8821" name="Google Shape;8821;p8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88"/>
            <p:cNvGrpSpPr/>
            <p:nvPr/>
          </p:nvGrpSpPr>
          <p:grpSpPr>
            <a:xfrm>
              <a:off x="5194708" y="3484366"/>
              <a:ext cx="811409" cy="987304"/>
              <a:chOff x="238125" y="1617275"/>
              <a:chExt cx="1090750" cy="1327200"/>
            </a:xfrm>
          </p:grpSpPr>
          <p:sp>
            <p:nvSpPr>
              <p:cNvPr id="8825" name="Google Shape;8825;p8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8" name="Google Shape;8828;p88"/>
          <p:cNvGrpSpPr/>
          <p:nvPr/>
        </p:nvGrpSpPr>
        <p:grpSpPr>
          <a:xfrm>
            <a:off x="3460013" y="3146311"/>
            <a:ext cx="1616964" cy="346256"/>
            <a:chOff x="1808063" y="4294338"/>
            <a:chExt cx="3370782" cy="721817"/>
          </a:xfrm>
        </p:grpSpPr>
        <p:sp>
          <p:nvSpPr>
            <p:cNvPr id="8829" name="Google Shape;8829;p8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9" name="Google Shape;8839;p88"/>
          <p:cNvGrpSpPr/>
          <p:nvPr/>
        </p:nvGrpSpPr>
        <p:grpSpPr>
          <a:xfrm>
            <a:off x="738225" y="3432340"/>
            <a:ext cx="1295882" cy="646587"/>
            <a:chOff x="834100" y="3642869"/>
            <a:chExt cx="1259483" cy="628426"/>
          </a:xfrm>
        </p:grpSpPr>
        <p:sp>
          <p:nvSpPr>
            <p:cNvPr id="8840" name="Google Shape;8840;p8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5" name="Google Shape;8865;p88"/>
            <p:cNvGrpSpPr/>
            <p:nvPr/>
          </p:nvGrpSpPr>
          <p:grpSpPr>
            <a:xfrm>
              <a:off x="1360364" y="3847835"/>
              <a:ext cx="208119" cy="224359"/>
              <a:chOff x="1360769" y="3847100"/>
              <a:chExt cx="208119" cy="224359"/>
            </a:xfrm>
          </p:grpSpPr>
          <p:sp>
            <p:nvSpPr>
              <p:cNvPr id="8866" name="Google Shape;8866;p8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6" name="Google Shape;8886;p8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88"/>
          <p:cNvGrpSpPr/>
          <p:nvPr/>
        </p:nvGrpSpPr>
        <p:grpSpPr>
          <a:xfrm rot="5400000">
            <a:off x="5951338" y="3228837"/>
            <a:ext cx="164064" cy="1414916"/>
            <a:chOff x="4428249" y="1369375"/>
            <a:chExt cx="36905" cy="429569"/>
          </a:xfrm>
        </p:grpSpPr>
        <p:sp>
          <p:nvSpPr>
            <p:cNvPr id="8901" name="Google Shape;8901;p8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3" name="Google Shape;8933;p88"/>
          <p:cNvGrpSpPr/>
          <p:nvPr/>
        </p:nvGrpSpPr>
        <p:grpSpPr>
          <a:xfrm rot="10800000" flipH="1">
            <a:off x="5323767" y="2817380"/>
            <a:ext cx="1419207" cy="24808"/>
            <a:chOff x="219558" y="4738465"/>
            <a:chExt cx="5852400" cy="102300"/>
          </a:xfrm>
        </p:grpSpPr>
        <p:cxnSp>
          <p:nvCxnSpPr>
            <p:cNvPr id="8934" name="Google Shape;8934;p8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935" name="Google Shape;8935;p8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0" name="Google Shape;8940;p88"/>
          <p:cNvGrpSpPr/>
          <p:nvPr/>
        </p:nvGrpSpPr>
        <p:grpSpPr>
          <a:xfrm>
            <a:off x="5335086" y="3190444"/>
            <a:ext cx="1396570" cy="385016"/>
            <a:chOff x="5286284" y="2966544"/>
            <a:chExt cx="1396570" cy="385016"/>
          </a:xfrm>
        </p:grpSpPr>
        <p:cxnSp>
          <p:nvCxnSpPr>
            <p:cNvPr id="8941" name="Google Shape;8941;p8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942" name="Google Shape;8942;p8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943" name="Google Shape;8943;p88"/>
            <p:cNvGrpSpPr/>
            <p:nvPr/>
          </p:nvGrpSpPr>
          <p:grpSpPr>
            <a:xfrm>
              <a:off x="5287688" y="3173364"/>
              <a:ext cx="1395166" cy="74100"/>
              <a:chOff x="5287688" y="3173364"/>
              <a:chExt cx="1395166" cy="74100"/>
            </a:xfrm>
          </p:grpSpPr>
          <p:cxnSp>
            <p:nvCxnSpPr>
              <p:cNvPr id="8944" name="Google Shape;8944;p8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945" name="Google Shape;8945;p8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946" name="Google Shape;8946;p8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47" name="Google Shape;8947;p8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48" name="Google Shape;8948;p8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49" name="Google Shape;8949;p8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50" name="Google Shape;8950;p8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951" name="Google Shape;8951;p8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952" name="Google Shape;8952;p8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953" name="Google Shape;8953;p88"/>
          <p:cNvGrpSpPr/>
          <p:nvPr/>
        </p:nvGrpSpPr>
        <p:grpSpPr>
          <a:xfrm>
            <a:off x="2021151" y="1609220"/>
            <a:ext cx="1182276" cy="662027"/>
            <a:chOff x="2029517" y="1732295"/>
            <a:chExt cx="1149068" cy="643432"/>
          </a:xfrm>
        </p:grpSpPr>
        <p:grpSp>
          <p:nvGrpSpPr>
            <p:cNvPr id="8954" name="Google Shape;8954;p88"/>
            <p:cNvGrpSpPr/>
            <p:nvPr/>
          </p:nvGrpSpPr>
          <p:grpSpPr>
            <a:xfrm>
              <a:off x="2708660" y="1746937"/>
              <a:ext cx="455427" cy="244429"/>
              <a:chOff x="2700693" y="1746937"/>
              <a:chExt cx="455427" cy="244429"/>
            </a:xfrm>
          </p:grpSpPr>
          <p:grpSp>
            <p:nvGrpSpPr>
              <p:cNvPr id="8955" name="Google Shape;8955;p88"/>
              <p:cNvGrpSpPr/>
              <p:nvPr/>
            </p:nvGrpSpPr>
            <p:grpSpPr>
              <a:xfrm>
                <a:off x="2905682" y="1782817"/>
                <a:ext cx="250438" cy="208549"/>
                <a:chOff x="2905682" y="1782817"/>
                <a:chExt cx="250438" cy="208549"/>
              </a:xfrm>
            </p:grpSpPr>
            <p:cxnSp>
              <p:nvCxnSpPr>
                <p:cNvPr id="8956" name="Google Shape;8956;p8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957" name="Google Shape;8957;p8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8" name="Google Shape;8958;p88"/>
              <p:cNvGrpSpPr/>
              <p:nvPr/>
            </p:nvGrpSpPr>
            <p:grpSpPr>
              <a:xfrm>
                <a:off x="2700693" y="1746937"/>
                <a:ext cx="449967" cy="72374"/>
                <a:chOff x="2700693" y="1746937"/>
                <a:chExt cx="449967" cy="72374"/>
              </a:xfrm>
            </p:grpSpPr>
            <p:cxnSp>
              <p:nvCxnSpPr>
                <p:cNvPr id="8959" name="Google Shape;8959;p8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960" name="Google Shape;8960;p8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1" name="Google Shape;8961;p88"/>
            <p:cNvGrpSpPr/>
            <p:nvPr/>
          </p:nvGrpSpPr>
          <p:grpSpPr>
            <a:xfrm>
              <a:off x="2029517" y="1732295"/>
              <a:ext cx="1149068" cy="643432"/>
              <a:chOff x="2029517" y="1732295"/>
              <a:chExt cx="1149068" cy="643432"/>
            </a:xfrm>
          </p:grpSpPr>
          <p:grpSp>
            <p:nvGrpSpPr>
              <p:cNvPr id="8962" name="Google Shape;8962;p88"/>
              <p:cNvGrpSpPr/>
              <p:nvPr/>
            </p:nvGrpSpPr>
            <p:grpSpPr>
              <a:xfrm>
                <a:off x="2703618" y="2103152"/>
                <a:ext cx="474966" cy="260017"/>
                <a:chOff x="2703618" y="2103152"/>
                <a:chExt cx="474966" cy="260017"/>
              </a:xfrm>
            </p:grpSpPr>
            <p:grpSp>
              <p:nvGrpSpPr>
                <p:cNvPr id="8963" name="Google Shape;8963;p88"/>
                <p:cNvGrpSpPr/>
                <p:nvPr/>
              </p:nvGrpSpPr>
              <p:grpSpPr>
                <a:xfrm>
                  <a:off x="2703618" y="2290640"/>
                  <a:ext cx="450291" cy="72529"/>
                  <a:chOff x="2703618" y="2290640"/>
                  <a:chExt cx="450291" cy="72529"/>
                </a:xfrm>
              </p:grpSpPr>
              <p:cxnSp>
                <p:nvCxnSpPr>
                  <p:cNvPr id="8964" name="Google Shape;8964;p8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965" name="Google Shape;8965;p8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88"/>
                <p:cNvGrpSpPr/>
                <p:nvPr/>
              </p:nvGrpSpPr>
              <p:grpSpPr>
                <a:xfrm>
                  <a:off x="2908607" y="2103152"/>
                  <a:ext cx="269977" cy="223538"/>
                  <a:chOff x="2908607" y="2103152"/>
                  <a:chExt cx="269977" cy="223538"/>
                </a:xfrm>
              </p:grpSpPr>
              <p:cxnSp>
                <p:nvCxnSpPr>
                  <p:cNvPr id="8967" name="Google Shape;8967;p8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968" name="Google Shape;8968;p8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9" name="Google Shape;8969;p88"/>
              <p:cNvGrpSpPr/>
              <p:nvPr/>
            </p:nvGrpSpPr>
            <p:grpSpPr>
              <a:xfrm>
                <a:off x="2029517" y="1732295"/>
                <a:ext cx="685827" cy="643432"/>
                <a:chOff x="2029517" y="1732295"/>
                <a:chExt cx="685827" cy="643432"/>
              </a:xfrm>
            </p:grpSpPr>
            <p:sp>
              <p:nvSpPr>
                <p:cNvPr id="8970" name="Google Shape;8970;p8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1" name="Google Shape;8971;p88"/>
                <p:cNvGrpSpPr/>
                <p:nvPr/>
              </p:nvGrpSpPr>
              <p:grpSpPr>
                <a:xfrm>
                  <a:off x="2158948" y="1732295"/>
                  <a:ext cx="556396" cy="333108"/>
                  <a:chOff x="2158948" y="1732295"/>
                  <a:chExt cx="556396" cy="333108"/>
                </a:xfrm>
              </p:grpSpPr>
              <p:cxnSp>
                <p:nvCxnSpPr>
                  <p:cNvPr id="8972" name="Google Shape;8972;p8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973" name="Google Shape;8973;p8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88"/>
                <p:cNvGrpSpPr/>
                <p:nvPr/>
              </p:nvGrpSpPr>
              <p:grpSpPr>
                <a:xfrm>
                  <a:off x="2159908" y="2065057"/>
                  <a:ext cx="550884" cy="310670"/>
                  <a:chOff x="2159908" y="2065057"/>
                  <a:chExt cx="550884" cy="310670"/>
                </a:xfrm>
              </p:grpSpPr>
              <p:cxnSp>
                <p:nvCxnSpPr>
                  <p:cNvPr id="8975" name="Google Shape;8975;p8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976" name="Google Shape;8976;p8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977" name="Google Shape;8977;p88"/>
          <p:cNvGrpSpPr/>
          <p:nvPr/>
        </p:nvGrpSpPr>
        <p:grpSpPr>
          <a:xfrm>
            <a:off x="706400" y="1556833"/>
            <a:ext cx="962651" cy="810058"/>
            <a:chOff x="844912" y="1681380"/>
            <a:chExt cx="935611" cy="787305"/>
          </a:xfrm>
        </p:grpSpPr>
        <p:grpSp>
          <p:nvGrpSpPr>
            <p:cNvPr id="8978" name="Google Shape;8978;p88"/>
            <p:cNvGrpSpPr/>
            <p:nvPr/>
          </p:nvGrpSpPr>
          <p:grpSpPr>
            <a:xfrm>
              <a:off x="844912" y="1819635"/>
              <a:ext cx="329836" cy="510016"/>
              <a:chOff x="844912" y="1819635"/>
              <a:chExt cx="329836" cy="510016"/>
            </a:xfrm>
          </p:grpSpPr>
          <p:sp>
            <p:nvSpPr>
              <p:cNvPr id="8979" name="Google Shape;8979;p8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88"/>
            <p:cNvGrpSpPr/>
            <p:nvPr/>
          </p:nvGrpSpPr>
          <p:grpSpPr>
            <a:xfrm>
              <a:off x="1284601" y="2158168"/>
              <a:ext cx="495923" cy="310517"/>
              <a:chOff x="1284601" y="2158168"/>
              <a:chExt cx="495923" cy="310517"/>
            </a:xfrm>
          </p:grpSpPr>
          <p:sp>
            <p:nvSpPr>
              <p:cNvPr id="8986" name="Google Shape;8986;p8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7" name="Google Shape;8987;p88"/>
              <p:cNvGrpSpPr/>
              <p:nvPr/>
            </p:nvGrpSpPr>
            <p:grpSpPr>
              <a:xfrm>
                <a:off x="1507666" y="2158168"/>
                <a:ext cx="272858" cy="310517"/>
                <a:chOff x="1507666" y="2158168"/>
                <a:chExt cx="272858" cy="310517"/>
              </a:xfrm>
            </p:grpSpPr>
            <p:grpSp>
              <p:nvGrpSpPr>
                <p:cNvPr id="8988" name="Google Shape;8988;p88"/>
                <p:cNvGrpSpPr/>
                <p:nvPr/>
              </p:nvGrpSpPr>
              <p:grpSpPr>
                <a:xfrm>
                  <a:off x="1507666" y="2176104"/>
                  <a:ext cx="166395" cy="273149"/>
                  <a:chOff x="1507666" y="2176104"/>
                  <a:chExt cx="166395" cy="273149"/>
                </a:xfrm>
              </p:grpSpPr>
              <p:sp>
                <p:nvSpPr>
                  <p:cNvPr id="8989" name="Google Shape;8989;p8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6" name="Google Shape;8996;p8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8" name="Google Shape;8998;p88"/>
            <p:cNvGrpSpPr/>
            <p:nvPr/>
          </p:nvGrpSpPr>
          <p:grpSpPr>
            <a:xfrm>
              <a:off x="1284601" y="1681380"/>
              <a:ext cx="495923" cy="310517"/>
              <a:chOff x="1284601" y="1681380"/>
              <a:chExt cx="495923" cy="310517"/>
            </a:xfrm>
          </p:grpSpPr>
          <p:sp>
            <p:nvSpPr>
              <p:cNvPr id="8999" name="Google Shape;8999;p8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0" name="Google Shape;9000;p88"/>
              <p:cNvGrpSpPr/>
              <p:nvPr/>
            </p:nvGrpSpPr>
            <p:grpSpPr>
              <a:xfrm>
                <a:off x="1507666" y="1681380"/>
                <a:ext cx="272858" cy="310517"/>
                <a:chOff x="1507666" y="1681380"/>
                <a:chExt cx="272858" cy="310517"/>
              </a:xfrm>
            </p:grpSpPr>
            <p:grpSp>
              <p:nvGrpSpPr>
                <p:cNvPr id="9001" name="Google Shape;9001;p88"/>
                <p:cNvGrpSpPr/>
                <p:nvPr/>
              </p:nvGrpSpPr>
              <p:grpSpPr>
                <a:xfrm>
                  <a:off x="1507666" y="1700120"/>
                  <a:ext cx="166395" cy="272984"/>
                  <a:chOff x="1507666" y="1700120"/>
                  <a:chExt cx="166395" cy="272984"/>
                </a:xfrm>
              </p:grpSpPr>
              <p:sp>
                <p:nvSpPr>
                  <p:cNvPr id="9002" name="Google Shape;9002;p8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9" name="Google Shape;9009;p8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11" name="Google Shape;9011;p88"/>
          <p:cNvGrpSpPr/>
          <p:nvPr/>
        </p:nvGrpSpPr>
        <p:grpSpPr>
          <a:xfrm>
            <a:off x="6815341" y="2324262"/>
            <a:ext cx="1622269" cy="552443"/>
            <a:chOff x="6894650" y="2574740"/>
            <a:chExt cx="1445100" cy="492111"/>
          </a:xfrm>
        </p:grpSpPr>
        <p:sp>
          <p:nvSpPr>
            <p:cNvPr id="9012" name="Google Shape;9012;p8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17" name="Google Shape;9017;p8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018" name="Google Shape;9018;p88"/>
          <p:cNvGrpSpPr/>
          <p:nvPr/>
        </p:nvGrpSpPr>
        <p:grpSpPr>
          <a:xfrm>
            <a:off x="6834884" y="3698518"/>
            <a:ext cx="1583206" cy="475705"/>
            <a:chOff x="6953919" y="3907920"/>
            <a:chExt cx="1377300" cy="475705"/>
          </a:xfrm>
        </p:grpSpPr>
        <p:cxnSp>
          <p:nvCxnSpPr>
            <p:cNvPr id="9019" name="Google Shape;9019;p8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020" name="Google Shape;9020;p8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021" name="Google Shape;9021;p8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022" name="Google Shape;9022;p8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023" name="Google Shape;9023;p8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9024" name="Google Shape;9024;p88"/>
          <p:cNvGrpSpPr/>
          <p:nvPr/>
        </p:nvGrpSpPr>
        <p:grpSpPr>
          <a:xfrm>
            <a:off x="2338472" y="2459663"/>
            <a:ext cx="836286" cy="824529"/>
            <a:chOff x="2389399" y="2595741"/>
            <a:chExt cx="812796" cy="801369"/>
          </a:xfrm>
        </p:grpSpPr>
        <p:grpSp>
          <p:nvGrpSpPr>
            <p:cNvPr id="9025" name="Google Shape;9025;p88"/>
            <p:cNvGrpSpPr/>
            <p:nvPr/>
          </p:nvGrpSpPr>
          <p:grpSpPr>
            <a:xfrm>
              <a:off x="2492145" y="2881565"/>
              <a:ext cx="607300" cy="229751"/>
              <a:chOff x="2492145" y="2881565"/>
              <a:chExt cx="607300" cy="229751"/>
            </a:xfrm>
          </p:grpSpPr>
          <p:sp>
            <p:nvSpPr>
              <p:cNvPr id="9026" name="Google Shape;9026;p8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88"/>
            <p:cNvGrpSpPr/>
            <p:nvPr/>
          </p:nvGrpSpPr>
          <p:grpSpPr>
            <a:xfrm>
              <a:off x="2389399" y="2595741"/>
              <a:ext cx="812796" cy="296825"/>
              <a:chOff x="2389399" y="2595741"/>
              <a:chExt cx="812796" cy="296825"/>
            </a:xfrm>
          </p:grpSpPr>
          <p:grpSp>
            <p:nvGrpSpPr>
              <p:cNvPr id="9030" name="Google Shape;9030;p88"/>
              <p:cNvGrpSpPr/>
              <p:nvPr/>
            </p:nvGrpSpPr>
            <p:grpSpPr>
              <a:xfrm>
                <a:off x="2389399" y="2595741"/>
                <a:ext cx="363638" cy="296825"/>
                <a:chOff x="2389399" y="2595741"/>
                <a:chExt cx="363638" cy="296825"/>
              </a:xfrm>
            </p:grpSpPr>
            <p:grpSp>
              <p:nvGrpSpPr>
                <p:cNvPr id="9031" name="Google Shape;9031;p88"/>
                <p:cNvGrpSpPr/>
                <p:nvPr/>
              </p:nvGrpSpPr>
              <p:grpSpPr>
                <a:xfrm>
                  <a:off x="2493852" y="2794333"/>
                  <a:ext cx="259185" cy="98232"/>
                  <a:chOff x="2493852" y="2794333"/>
                  <a:chExt cx="259185" cy="98232"/>
                </a:xfrm>
              </p:grpSpPr>
              <p:sp>
                <p:nvSpPr>
                  <p:cNvPr id="9032" name="Google Shape;9032;p8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88"/>
                <p:cNvGrpSpPr/>
                <p:nvPr/>
              </p:nvGrpSpPr>
              <p:grpSpPr>
                <a:xfrm>
                  <a:off x="2389399" y="2595741"/>
                  <a:ext cx="224343" cy="182054"/>
                  <a:chOff x="2389399" y="2595741"/>
                  <a:chExt cx="224343" cy="182054"/>
                </a:xfrm>
              </p:grpSpPr>
              <p:sp>
                <p:nvSpPr>
                  <p:cNvPr id="9036" name="Google Shape;9036;p8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38" name="Google Shape;9038;p88"/>
              <p:cNvGrpSpPr/>
              <p:nvPr/>
            </p:nvGrpSpPr>
            <p:grpSpPr>
              <a:xfrm>
                <a:off x="2683630" y="2595741"/>
                <a:ext cx="224334" cy="296825"/>
                <a:chOff x="2683630" y="2595741"/>
                <a:chExt cx="224334" cy="296825"/>
              </a:xfrm>
            </p:grpSpPr>
            <p:grpSp>
              <p:nvGrpSpPr>
                <p:cNvPr id="9039" name="Google Shape;9039;p88"/>
                <p:cNvGrpSpPr/>
                <p:nvPr/>
              </p:nvGrpSpPr>
              <p:grpSpPr>
                <a:xfrm>
                  <a:off x="2788083" y="2794333"/>
                  <a:ext cx="15356" cy="98232"/>
                  <a:chOff x="2788083" y="2794333"/>
                  <a:chExt cx="15356" cy="98232"/>
                </a:xfrm>
              </p:grpSpPr>
              <p:sp>
                <p:nvSpPr>
                  <p:cNvPr id="9040" name="Google Shape;9040;p8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88"/>
                <p:cNvGrpSpPr/>
                <p:nvPr/>
              </p:nvGrpSpPr>
              <p:grpSpPr>
                <a:xfrm>
                  <a:off x="2683630" y="2595741"/>
                  <a:ext cx="224334" cy="182054"/>
                  <a:chOff x="2683630" y="2595741"/>
                  <a:chExt cx="224334" cy="182054"/>
                </a:xfrm>
              </p:grpSpPr>
              <p:sp>
                <p:nvSpPr>
                  <p:cNvPr id="9044" name="Google Shape;9044;p8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46" name="Google Shape;9046;p88"/>
              <p:cNvGrpSpPr/>
              <p:nvPr/>
            </p:nvGrpSpPr>
            <p:grpSpPr>
              <a:xfrm>
                <a:off x="2838475" y="2595741"/>
                <a:ext cx="363719" cy="296825"/>
                <a:chOff x="2838475" y="2595741"/>
                <a:chExt cx="363719" cy="296825"/>
              </a:xfrm>
            </p:grpSpPr>
            <p:grpSp>
              <p:nvGrpSpPr>
                <p:cNvPr id="9047" name="Google Shape;9047;p88"/>
                <p:cNvGrpSpPr/>
                <p:nvPr/>
              </p:nvGrpSpPr>
              <p:grpSpPr>
                <a:xfrm>
                  <a:off x="2838475" y="2794333"/>
                  <a:ext cx="259185" cy="98232"/>
                  <a:chOff x="2838475" y="2794333"/>
                  <a:chExt cx="259185" cy="98232"/>
                </a:xfrm>
              </p:grpSpPr>
              <p:sp>
                <p:nvSpPr>
                  <p:cNvPr id="9048" name="Google Shape;9048;p8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88"/>
                <p:cNvGrpSpPr/>
                <p:nvPr/>
              </p:nvGrpSpPr>
              <p:grpSpPr>
                <a:xfrm>
                  <a:off x="2977852" y="2595741"/>
                  <a:ext cx="224343" cy="182054"/>
                  <a:chOff x="2977852" y="2595741"/>
                  <a:chExt cx="224343" cy="182054"/>
                </a:xfrm>
              </p:grpSpPr>
              <p:sp>
                <p:nvSpPr>
                  <p:cNvPr id="9052" name="Google Shape;9052;p8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054" name="Google Shape;9054;p88"/>
            <p:cNvGrpSpPr/>
            <p:nvPr/>
          </p:nvGrpSpPr>
          <p:grpSpPr>
            <a:xfrm>
              <a:off x="2389399" y="3100241"/>
              <a:ext cx="812796" cy="296869"/>
              <a:chOff x="2389399" y="3100241"/>
              <a:chExt cx="812796" cy="296869"/>
            </a:xfrm>
          </p:grpSpPr>
          <p:grpSp>
            <p:nvGrpSpPr>
              <p:cNvPr id="9055" name="Google Shape;9055;p88"/>
              <p:cNvGrpSpPr/>
              <p:nvPr/>
            </p:nvGrpSpPr>
            <p:grpSpPr>
              <a:xfrm>
                <a:off x="2683630" y="3100241"/>
                <a:ext cx="224334" cy="296869"/>
                <a:chOff x="2683630" y="3100241"/>
                <a:chExt cx="224334" cy="296869"/>
              </a:xfrm>
            </p:grpSpPr>
            <p:grpSp>
              <p:nvGrpSpPr>
                <p:cNvPr id="9056" name="Google Shape;9056;p88"/>
                <p:cNvGrpSpPr/>
                <p:nvPr/>
              </p:nvGrpSpPr>
              <p:grpSpPr>
                <a:xfrm>
                  <a:off x="2788083" y="3100241"/>
                  <a:ext cx="15356" cy="98237"/>
                  <a:chOff x="2788083" y="3100241"/>
                  <a:chExt cx="15356" cy="98237"/>
                </a:xfrm>
              </p:grpSpPr>
              <p:sp>
                <p:nvSpPr>
                  <p:cNvPr id="9057" name="Google Shape;9057;p8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88"/>
                <p:cNvGrpSpPr/>
                <p:nvPr/>
              </p:nvGrpSpPr>
              <p:grpSpPr>
                <a:xfrm>
                  <a:off x="2683630" y="3215065"/>
                  <a:ext cx="224334" cy="182045"/>
                  <a:chOff x="2683630" y="3215065"/>
                  <a:chExt cx="224334" cy="182045"/>
                </a:xfrm>
              </p:grpSpPr>
              <p:sp>
                <p:nvSpPr>
                  <p:cNvPr id="9061" name="Google Shape;9061;p8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63" name="Google Shape;9063;p88"/>
              <p:cNvGrpSpPr/>
              <p:nvPr/>
            </p:nvGrpSpPr>
            <p:grpSpPr>
              <a:xfrm>
                <a:off x="2389399" y="3100241"/>
                <a:ext cx="363638" cy="296869"/>
                <a:chOff x="2389399" y="3100241"/>
                <a:chExt cx="363638" cy="296869"/>
              </a:xfrm>
            </p:grpSpPr>
            <p:grpSp>
              <p:nvGrpSpPr>
                <p:cNvPr id="9064" name="Google Shape;9064;p88"/>
                <p:cNvGrpSpPr/>
                <p:nvPr/>
              </p:nvGrpSpPr>
              <p:grpSpPr>
                <a:xfrm>
                  <a:off x="2493852" y="3100241"/>
                  <a:ext cx="259185" cy="98237"/>
                  <a:chOff x="2493852" y="3100241"/>
                  <a:chExt cx="259185" cy="98237"/>
                </a:xfrm>
              </p:grpSpPr>
              <p:sp>
                <p:nvSpPr>
                  <p:cNvPr id="9065" name="Google Shape;9065;p8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88"/>
                <p:cNvGrpSpPr/>
                <p:nvPr/>
              </p:nvGrpSpPr>
              <p:grpSpPr>
                <a:xfrm>
                  <a:off x="2389399" y="3215065"/>
                  <a:ext cx="224343" cy="182045"/>
                  <a:chOff x="2389399" y="3215065"/>
                  <a:chExt cx="224343" cy="182045"/>
                </a:xfrm>
              </p:grpSpPr>
              <p:sp>
                <p:nvSpPr>
                  <p:cNvPr id="9069" name="Google Shape;9069;p8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71" name="Google Shape;9071;p88"/>
              <p:cNvGrpSpPr/>
              <p:nvPr/>
            </p:nvGrpSpPr>
            <p:grpSpPr>
              <a:xfrm>
                <a:off x="2838475" y="3100241"/>
                <a:ext cx="363719" cy="296869"/>
                <a:chOff x="2838475" y="3100241"/>
                <a:chExt cx="363719" cy="296869"/>
              </a:xfrm>
            </p:grpSpPr>
            <p:grpSp>
              <p:nvGrpSpPr>
                <p:cNvPr id="9072" name="Google Shape;9072;p88"/>
                <p:cNvGrpSpPr/>
                <p:nvPr/>
              </p:nvGrpSpPr>
              <p:grpSpPr>
                <a:xfrm>
                  <a:off x="2838475" y="3100241"/>
                  <a:ext cx="259185" cy="98237"/>
                  <a:chOff x="2838475" y="3100241"/>
                  <a:chExt cx="259185" cy="98237"/>
                </a:xfrm>
              </p:grpSpPr>
              <p:sp>
                <p:nvSpPr>
                  <p:cNvPr id="9073" name="Google Shape;9073;p8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88"/>
                <p:cNvGrpSpPr/>
                <p:nvPr/>
              </p:nvGrpSpPr>
              <p:grpSpPr>
                <a:xfrm>
                  <a:off x="2977852" y="3215065"/>
                  <a:ext cx="224343" cy="182045"/>
                  <a:chOff x="2977852" y="3215065"/>
                  <a:chExt cx="224343" cy="182045"/>
                </a:xfrm>
              </p:grpSpPr>
              <p:sp>
                <p:nvSpPr>
                  <p:cNvPr id="9077" name="Google Shape;9077;p8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9082"/>
        <p:cNvGrpSpPr/>
        <p:nvPr/>
      </p:nvGrpSpPr>
      <p:grpSpPr>
        <a:xfrm>
          <a:off x="0" y="0"/>
          <a:ext cx="0" cy="0"/>
          <a:chOff x="0" y="0"/>
          <a:chExt cx="0" cy="0"/>
        </a:xfrm>
      </p:grpSpPr>
      <p:grpSp>
        <p:nvGrpSpPr>
          <p:cNvPr id="9083" name="Google Shape;9083;p89"/>
          <p:cNvGrpSpPr/>
          <p:nvPr/>
        </p:nvGrpSpPr>
        <p:grpSpPr>
          <a:xfrm>
            <a:off x="702075" y="3155925"/>
            <a:ext cx="2390414" cy="1024800"/>
            <a:chOff x="728925" y="3296613"/>
            <a:chExt cx="2390414" cy="1024800"/>
          </a:xfrm>
        </p:grpSpPr>
        <p:grpSp>
          <p:nvGrpSpPr>
            <p:cNvPr id="9084" name="Google Shape;9084;p89"/>
            <p:cNvGrpSpPr/>
            <p:nvPr/>
          </p:nvGrpSpPr>
          <p:grpSpPr>
            <a:xfrm>
              <a:off x="728925" y="3619800"/>
              <a:ext cx="2390414" cy="500893"/>
              <a:chOff x="728925" y="3619800"/>
              <a:chExt cx="2390414" cy="500893"/>
            </a:xfrm>
          </p:grpSpPr>
          <p:sp>
            <p:nvSpPr>
              <p:cNvPr id="9085" name="Google Shape;9085;p8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086" name="Google Shape;9086;p8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087" name="Google Shape;9087;p89"/>
            <p:cNvGrpSpPr/>
            <p:nvPr/>
          </p:nvGrpSpPr>
          <p:grpSpPr>
            <a:xfrm>
              <a:off x="1348050" y="3296613"/>
              <a:ext cx="1706152" cy="1024800"/>
              <a:chOff x="1348050" y="3296613"/>
              <a:chExt cx="1706152" cy="1024800"/>
            </a:xfrm>
          </p:grpSpPr>
          <p:sp>
            <p:nvSpPr>
              <p:cNvPr id="9088" name="Google Shape;9088;p8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089" name="Google Shape;9089;p8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090" name="Google Shape;9090;p8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091" name="Google Shape;9091;p8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092" name="Google Shape;9092;p8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093" name="Google Shape;9093;p89"/>
            <p:cNvGrpSpPr/>
            <p:nvPr/>
          </p:nvGrpSpPr>
          <p:grpSpPr>
            <a:xfrm>
              <a:off x="1455707" y="3654858"/>
              <a:ext cx="1491150" cy="417657"/>
              <a:chOff x="1455707" y="3654858"/>
              <a:chExt cx="1491150" cy="417657"/>
            </a:xfrm>
          </p:grpSpPr>
          <p:sp>
            <p:nvSpPr>
              <p:cNvPr id="9094" name="Google Shape;9094;p8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114" name="Google Shape;9114;p89"/>
          <p:cNvGraphicFramePr/>
          <p:nvPr/>
        </p:nvGraphicFramePr>
        <p:xfrm>
          <a:off x="5937775" y="2153837"/>
          <a:ext cx="3000000" cy="3000000"/>
        </p:xfrm>
        <a:graphic>
          <a:graphicData uri="http://schemas.openxmlformats.org/drawingml/2006/table">
            <a:tbl>
              <a:tblPr>
                <a:noFill/>
                <a:tableStyleId>{2C76F040-00AF-454E-9F18-E26525FB8E53}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9115" name="Google Shape;9115;p89"/>
          <p:cNvGrpSpPr/>
          <p:nvPr/>
        </p:nvGrpSpPr>
        <p:grpSpPr>
          <a:xfrm>
            <a:off x="710451" y="981601"/>
            <a:ext cx="2396505" cy="976502"/>
            <a:chOff x="749309" y="1112739"/>
            <a:chExt cx="2371603" cy="976502"/>
          </a:xfrm>
        </p:grpSpPr>
        <p:grpSp>
          <p:nvGrpSpPr>
            <p:cNvPr id="9116" name="Google Shape;9116;p89"/>
            <p:cNvGrpSpPr/>
            <p:nvPr/>
          </p:nvGrpSpPr>
          <p:grpSpPr>
            <a:xfrm>
              <a:off x="1092126" y="1112739"/>
              <a:ext cx="2028786" cy="975464"/>
              <a:chOff x="1092126" y="1112739"/>
              <a:chExt cx="2028786" cy="975464"/>
            </a:xfrm>
          </p:grpSpPr>
          <p:sp>
            <p:nvSpPr>
              <p:cNvPr id="9117" name="Google Shape;9117;p8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89"/>
            <p:cNvGrpSpPr/>
            <p:nvPr/>
          </p:nvGrpSpPr>
          <p:grpSpPr>
            <a:xfrm>
              <a:off x="749309" y="1112739"/>
              <a:ext cx="314700" cy="975464"/>
              <a:chOff x="749309" y="1112739"/>
              <a:chExt cx="314700" cy="975464"/>
            </a:xfrm>
          </p:grpSpPr>
          <p:sp>
            <p:nvSpPr>
              <p:cNvPr id="9142" name="Google Shape;9142;p8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6" name="Google Shape;9146;p8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150" name="Google Shape;9150;p89"/>
          <p:cNvGraphicFramePr/>
          <p:nvPr/>
        </p:nvGraphicFramePr>
        <p:xfrm>
          <a:off x="5937800" y="981587"/>
          <a:ext cx="3000000" cy="3000000"/>
        </p:xfrm>
        <a:graphic>
          <a:graphicData uri="http://schemas.openxmlformats.org/drawingml/2006/table">
            <a:tbl>
              <a:tblPr>
                <a:noFill/>
                <a:tableStyleId>{2C76F040-00AF-454E-9F18-E26525FB8E53}</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9151" name="Google Shape;9151;p89"/>
          <p:cNvGraphicFramePr/>
          <p:nvPr/>
        </p:nvGraphicFramePr>
        <p:xfrm>
          <a:off x="3358663" y="2153837"/>
          <a:ext cx="3000000" cy="3000000"/>
        </p:xfrm>
        <a:graphic>
          <a:graphicData uri="http://schemas.openxmlformats.org/drawingml/2006/table">
            <a:tbl>
              <a:tblPr>
                <a:noFill/>
                <a:tableStyleId>{2C76F040-00AF-454E-9F18-E26525FB8E53}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152" name="Google Shape;9152;p89"/>
          <p:cNvGrpSpPr/>
          <p:nvPr/>
        </p:nvGrpSpPr>
        <p:grpSpPr>
          <a:xfrm>
            <a:off x="3360649" y="3144798"/>
            <a:ext cx="2363377" cy="1047062"/>
            <a:chOff x="3358399" y="3285485"/>
            <a:chExt cx="2363377" cy="1047062"/>
          </a:xfrm>
        </p:grpSpPr>
        <p:grpSp>
          <p:nvGrpSpPr>
            <p:cNvPr id="9153" name="Google Shape;9153;p89"/>
            <p:cNvGrpSpPr/>
            <p:nvPr/>
          </p:nvGrpSpPr>
          <p:grpSpPr>
            <a:xfrm>
              <a:off x="3358412" y="3285485"/>
              <a:ext cx="2363244" cy="139500"/>
              <a:chOff x="3358412" y="3285485"/>
              <a:chExt cx="2363244" cy="139500"/>
            </a:xfrm>
          </p:grpSpPr>
          <p:sp>
            <p:nvSpPr>
              <p:cNvPr id="9154" name="Google Shape;9154;p8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9" name="Google Shape;9159;p89"/>
            <p:cNvGrpSpPr/>
            <p:nvPr/>
          </p:nvGrpSpPr>
          <p:grpSpPr>
            <a:xfrm>
              <a:off x="3358412" y="3466996"/>
              <a:ext cx="2363244" cy="139500"/>
              <a:chOff x="3358412" y="3466996"/>
              <a:chExt cx="2363244" cy="139500"/>
            </a:xfrm>
          </p:grpSpPr>
          <p:sp>
            <p:nvSpPr>
              <p:cNvPr id="9160" name="Google Shape;9160;p8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89"/>
            <p:cNvGrpSpPr/>
            <p:nvPr/>
          </p:nvGrpSpPr>
          <p:grpSpPr>
            <a:xfrm>
              <a:off x="3358412" y="3648507"/>
              <a:ext cx="2363244" cy="139500"/>
              <a:chOff x="3358412" y="3648507"/>
              <a:chExt cx="2363244" cy="139500"/>
            </a:xfrm>
          </p:grpSpPr>
          <p:sp>
            <p:nvSpPr>
              <p:cNvPr id="9166" name="Google Shape;9166;p8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89"/>
            <p:cNvGrpSpPr/>
            <p:nvPr/>
          </p:nvGrpSpPr>
          <p:grpSpPr>
            <a:xfrm>
              <a:off x="3358412" y="3830018"/>
              <a:ext cx="2363244" cy="139500"/>
              <a:chOff x="3358412" y="3830018"/>
              <a:chExt cx="2363244" cy="139500"/>
            </a:xfrm>
          </p:grpSpPr>
          <p:sp>
            <p:nvSpPr>
              <p:cNvPr id="9172" name="Google Shape;9172;p8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89"/>
            <p:cNvGrpSpPr/>
            <p:nvPr/>
          </p:nvGrpSpPr>
          <p:grpSpPr>
            <a:xfrm>
              <a:off x="3358399" y="4011514"/>
              <a:ext cx="2363377" cy="139537"/>
              <a:chOff x="3294800" y="4134603"/>
              <a:chExt cx="2638876" cy="152400"/>
            </a:xfrm>
          </p:grpSpPr>
          <p:sp>
            <p:nvSpPr>
              <p:cNvPr id="9178" name="Google Shape;9178;p8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3" name="Google Shape;9183;p89"/>
            <p:cNvGrpSpPr/>
            <p:nvPr/>
          </p:nvGrpSpPr>
          <p:grpSpPr>
            <a:xfrm>
              <a:off x="3358399" y="4193010"/>
              <a:ext cx="2363377" cy="139537"/>
              <a:chOff x="3294800" y="4134603"/>
              <a:chExt cx="2638876" cy="152400"/>
            </a:xfrm>
          </p:grpSpPr>
          <p:sp>
            <p:nvSpPr>
              <p:cNvPr id="9184" name="Google Shape;9184;p8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189" name="Google Shape;9189;p89"/>
          <p:cNvGraphicFramePr/>
          <p:nvPr/>
        </p:nvGraphicFramePr>
        <p:xfrm>
          <a:off x="711450" y="2153837"/>
          <a:ext cx="3000000" cy="3000000"/>
        </p:xfrm>
        <a:graphic>
          <a:graphicData uri="http://schemas.openxmlformats.org/drawingml/2006/table">
            <a:tbl>
              <a:tblPr>
                <a:noFill/>
                <a:tableStyleId>{2C76F040-00AF-454E-9F18-E26525FB8E53}</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9190" name="Google Shape;9190;p89"/>
          <p:cNvGrpSpPr/>
          <p:nvPr/>
        </p:nvGrpSpPr>
        <p:grpSpPr>
          <a:xfrm>
            <a:off x="4161119" y="2557652"/>
            <a:ext cx="1302095" cy="60959"/>
            <a:chOff x="3558802" y="4011427"/>
            <a:chExt cx="1866000" cy="111300"/>
          </a:xfrm>
        </p:grpSpPr>
        <p:sp>
          <p:nvSpPr>
            <p:cNvPr id="9191" name="Google Shape;9191;p8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89"/>
          <p:cNvGrpSpPr/>
          <p:nvPr/>
        </p:nvGrpSpPr>
        <p:grpSpPr>
          <a:xfrm>
            <a:off x="4706607" y="2839811"/>
            <a:ext cx="914340" cy="60959"/>
            <a:chOff x="3558802" y="4011427"/>
            <a:chExt cx="1866000" cy="111300"/>
          </a:xfrm>
        </p:grpSpPr>
        <p:sp>
          <p:nvSpPr>
            <p:cNvPr id="9194" name="Google Shape;9194;p8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89"/>
          <p:cNvGrpSpPr/>
          <p:nvPr/>
        </p:nvGrpSpPr>
        <p:grpSpPr>
          <a:xfrm>
            <a:off x="5874449" y="3167609"/>
            <a:ext cx="2519825" cy="1001454"/>
            <a:chOff x="1906114" y="789980"/>
            <a:chExt cx="1487676" cy="606868"/>
          </a:xfrm>
        </p:grpSpPr>
        <p:cxnSp>
          <p:nvCxnSpPr>
            <p:cNvPr id="9197" name="Google Shape;9197;p8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198" name="Google Shape;9198;p8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199" name="Google Shape;9199;p8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200" name="Google Shape;9200;p8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201" name="Google Shape;9201;p8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202" name="Google Shape;9202;p8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203" name="Google Shape;9203;p8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204" name="Google Shape;9204;p8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211" name="Google Shape;9211;p8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212" name="Google Shape;9212;p8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213" name="Google Shape;9213;p8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89"/>
          <p:cNvGrpSpPr/>
          <p:nvPr/>
        </p:nvGrpSpPr>
        <p:grpSpPr>
          <a:xfrm>
            <a:off x="3355812" y="951645"/>
            <a:ext cx="2363393" cy="1005865"/>
            <a:chOff x="3292400" y="1193188"/>
            <a:chExt cx="2615240" cy="1131075"/>
          </a:xfrm>
        </p:grpSpPr>
        <p:sp>
          <p:nvSpPr>
            <p:cNvPr id="9215" name="Google Shape;9215;p8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16" name="Google Shape;9216;p8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17" name="Google Shape;9217;p8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9218" name="Google Shape;9218;p8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9219" name="Google Shape;9219;p8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9220" name="Google Shape;9220;p8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9221" name="Google Shape;9221;p8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9222" name="Google Shape;9222;p8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9223" name="Google Shape;9223;p8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9224" name="Google Shape;9224;p8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9225" name="Google Shape;9225;p8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26" name="Google Shape;9226;p8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227" name="Google Shape;9227;p8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228" name="Google Shape;9228;p8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229" name="Google Shape;9229;p89"/>
            <p:cNvGrpSpPr/>
            <p:nvPr/>
          </p:nvGrpSpPr>
          <p:grpSpPr>
            <a:xfrm>
              <a:off x="3748438" y="1378608"/>
              <a:ext cx="2159202" cy="903971"/>
              <a:chOff x="1683525" y="2179850"/>
              <a:chExt cx="4519050" cy="2134525"/>
            </a:xfrm>
          </p:grpSpPr>
          <p:sp>
            <p:nvSpPr>
              <p:cNvPr id="9230" name="Google Shape;9230;p8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1" name="Google Shape;9231;p8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2" name="Google Shape;9232;p8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3" name="Google Shape;9233;p8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4" name="Google Shape;9234;p8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5" name="Google Shape;9235;p8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6" name="Google Shape;9236;p8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7" name="Google Shape;9237;p8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8" name="Google Shape;9238;p8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39" name="Google Shape;9239;p8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40" name="Google Shape;9240;p8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241" name="Google Shape;9241;p8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9245"/>
        <p:cNvGrpSpPr/>
        <p:nvPr/>
      </p:nvGrpSpPr>
      <p:grpSpPr>
        <a:xfrm>
          <a:off x="0" y="0"/>
          <a:ext cx="0" cy="0"/>
          <a:chOff x="0" y="0"/>
          <a:chExt cx="0" cy="0"/>
        </a:xfrm>
      </p:grpSpPr>
      <p:grpSp>
        <p:nvGrpSpPr>
          <p:cNvPr id="9246" name="Google Shape;9246;p90"/>
          <p:cNvGrpSpPr/>
          <p:nvPr/>
        </p:nvGrpSpPr>
        <p:grpSpPr>
          <a:xfrm>
            <a:off x="4796684" y="970941"/>
            <a:ext cx="745431" cy="718863"/>
            <a:chOff x="4249973" y="1201875"/>
            <a:chExt cx="1958568" cy="1888762"/>
          </a:xfrm>
        </p:grpSpPr>
        <p:sp>
          <p:nvSpPr>
            <p:cNvPr id="9247" name="Google Shape;9247;p9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8" name="Google Shape;9248;p90"/>
            <p:cNvGrpSpPr/>
            <p:nvPr/>
          </p:nvGrpSpPr>
          <p:grpSpPr>
            <a:xfrm>
              <a:off x="5853086" y="1789142"/>
              <a:ext cx="355454" cy="1048099"/>
              <a:chOff x="5576108" y="2016725"/>
              <a:chExt cx="565200" cy="1666560"/>
            </a:xfrm>
          </p:grpSpPr>
          <p:sp>
            <p:nvSpPr>
              <p:cNvPr id="9249" name="Google Shape;9249;p9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50" name="Google Shape;9250;p9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90"/>
            <p:cNvGrpSpPr/>
            <p:nvPr/>
          </p:nvGrpSpPr>
          <p:grpSpPr>
            <a:xfrm>
              <a:off x="4869455" y="2691676"/>
              <a:ext cx="1013897" cy="398961"/>
              <a:chOff x="4012057" y="3451825"/>
              <a:chExt cx="1612175" cy="634379"/>
            </a:xfrm>
          </p:grpSpPr>
          <p:sp>
            <p:nvSpPr>
              <p:cNvPr id="9252" name="Google Shape;9252;p9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53" name="Google Shape;9253;p9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90"/>
            <p:cNvGrpSpPr/>
            <p:nvPr/>
          </p:nvGrpSpPr>
          <p:grpSpPr>
            <a:xfrm>
              <a:off x="4276937" y="2155961"/>
              <a:ext cx="651965" cy="891358"/>
              <a:chOff x="3069908" y="2599997"/>
              <a:chExt cx="1036675" cy="1417328"/>
            </a:xfrm>
          </p:grpSpPr>
          <p:sp>
            <p:nvSpPr>
              <p:cNvPr id="9255" name="Google Shape;9255;p9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56" name="Google Shape;9256;p9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90"/>
            <p:cNvGrpSpPr/>
            <p:nvPr/>
          </p:nvGrpSpPr>
          <p:grpSpPr>
            <a:xfrm>
              <a:off x="5054918" y="1201875"/>
              <a:ext cx="999548" cy="602711"/>
              <a:chOff x="4306958" y="1082925"/>
              <a:chExt cx="1589359" cy="958358"/>
            </a:xfrm>
          </p:grpSpPr>
          <p:sp>
            <p:nvSpPr>
              <p:cNvPr id="9258" name="Google Shape;9258;p9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59" name="Google Shape;9259;p9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90"/>
            <p:cNvGrpSpPr/>
            <p:nvPr/>
          </p:nvGrpSpPr>
          <p:grpSpPr>
            <a:xfrm>
              <a:off x="4249973" y="1303451"/>
              <a:ext cx="799317" cy="841334"/>
              <a:chOff x="3027033" y="1244439"/>
              <a:chExt cx="1270977" cy="1337786"/>
            </a:xfrm>
          </p:grpSpPr>
          <p:sp>
            <p:nvSpPr>
              <p:cNvPr id="9261" name="Google Shape;9261;p9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9262" name="Google Shape;9262;p9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63" name="Google Shape;9263;p90"/>
          <p:cNvGrpSpPr/>
          <p:nvPr/>
        </p:nvGrpSpPr>
        <p:grpSpPr>
          <a:xfrm>
            <a:off x="713057" y="1849390"/>
            <a:ext cx="761767" cy="729896"/>
            <a:chOff x="2657744" y="2337745"/>
            <a:chExt cx="832987" cy="798137"/>
          </a:xfrm>
        </p:grpSpPr>
        <p:sp>
          <p:nvSpPr>
            <p:cNvPr id="9264" name="Google Shape;9264;p9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90"/>
          <p:cNvGrpSpPr/>
          <p:nvPr/>
        </p:nvGrpSpPr>
        <p:grpSpPr>
          <a:xfrm>
            <a:off x="3224022" y="1852597"/>
            <a:ext cx="685569" cy="723586"/>
            <a:chOff x="3398134" y="2057755"/>
            <a:chExt cx="704087" cy="743130"/>
          </a:xfrm>
        </p:grpSpPr>
        <p:grpSp>
          <p:nvGrpSpPr>
            <p:cNvPr id="9271" name="Google Shape;9271;p90"/>
            <p:cNvGrpSpPr/>
            <p:nvPr/>
          </p:nvGrpSpPr>
          <p:grpSpPr>
            <a:xfrm>
              <a:off x="3398134" y="2290183"/>
              <a:ext cx="315300" cy="219900"/>
              <a:chOff x="3398134" y="2290183"/>
              <a:chExt cx="315300" cy="219900"/>
            </a:xfrm>
          </p:grpSpPr>
          <p:sp>
            <p:nvSpPr>
              <p:cNvPr id="9272" name="Google Shape;9272;p9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273" name="Google Shape;9273;p90"/>
              <p:cNvCxnSpPr>
                <a:stCxn id="927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9274" name="Google Shape;9274;p90"/>
            <p:cNvGrpSpPr/>
            <p:nvPr/>
          </p:nvGrpSpPr>
          <p:grpSpPr>
            <a:xfrm>
              <a:off x="3547823" y="2467358"/>
              <a:ext cx="219900" cy="333527"/>
              <a:chOff x="3547823" y="2467358"/>
              <a:chExt cx="219900" cy="333527"/>
            </a:xfrm>
          </p:grpSpPr>
          <p:sp>
            <p:nvSpPr>
              <p:cNvPr id="9275" name="Google Shape;9275;p9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276" name="Google Shape;9276;p9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9277" name="Google Shape;9277;p90"/>
            <p:cNvGrpSpPr/>
            <p:nvPr/>
          </p:nvGrpSpPr>
          <p:grpSpPr>
            <a:xfrm>
              <a:off x="3734138" y="2467358"/>
              <a:ext cx="219900" cy="333527"/>
              <a:chOff x="3734138" y="2467358"/>
              <a:chExt cx="219900" cy="333527"/>
            </a:xfrm>
          </p:grpSpPr>
          <p:sp>
            <p:nvSpPr>
              <p:cNvPr id="9278" name="Google Shape;9278;p9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279" name="Google Shape;9279;p9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9280" name="Google Shape;9280;p90"/>
            <p:cNvGrpSpPr/>
            <p:nvPr/>
          </p:nvGrpSpPr>
          <p:grpSpPr>
            <a:xfrm>
              <a:off x="3787560" y="2288011"/>
              <a:ext cx="314661" cy="219900"/>
              <a:chOff x="3787560" y="2288011"/>
              <a:chExt cx="314661" cy="219900"/>
            </a:xfrm>
          </p:grpSpPr>
          <p:sp>
            <p:nvSpPr>
              <p:cNvPr id="9281" name="Google Shape;9281;p9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9282" name="Google Shape;9282;p9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9283" name="Google Shape;9283;p90"/>
            <p:cNvGrpSpPr/>
            <p:nvPr/>
          </p:nvGrpSpPr>
          <p:grpSpPr>
            <a:xfrm>
              <a:off x="3637290" y="2057755"/>
              <a:ext cx="219900" cy="335499"/>
              <a:chOff x="3637290" y="2057755"/>
              <a:chExt cx="219900" cy="335499"/>
            </a:xfrm>
          </p:grpSpPr>
          <p:sp>
            <p:nvSpPr>
              <p:cNvPr id="9284" name="Google Shape;9284;p9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9285" name="Google Shape;9285;p9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9286" name="Google Shape;9286;p90"/>
          <p:cNvGrpSpPr/>
          <p:nvPr/>
        </p:nvGrpSpPr>
        <p:grpSpPr>
          <a:xfrm>
            <a:off x="4899244" y="1859292"/>
            <a:ext cx="710153" cy="710153"/>
            <a:chOff x="5007123" y="2079403"/>
            <a:chExt cx="687600" cy="687600"/>
          </a:xfrm>
        </p:grpSpPr>
        <p:sp>
          <p:nvSpPr>
            <p:cNvPr id="9287" name="Google Shape;9287;p9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1" name="Google Shape;9291;p90"/>
          <p:cNvGrpSpPr/>
          <p:nvPr/>
        </p:nvGrpSpPr>
        <p:grpSpPr>
          <a:xfrm>
            <a:off x="5708681" y="1853799"/>
            <a:ext cx="720998" cy="721183"/>
            <a:chOff x="5797446" y="2063053"/>
            <a:chExt cx="698100" cy="698280"/>
          </a:xfrm>
        </p:grpSpPr>
        <p:sp>
          <p:nvSpPr>
            <p:cNvPr id="9292" name="Google Shape;9292;p9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90"/>
          <p:cNvGrpSpPr/>
          <p:nvPr/>
        </p:nvGrpSpPr>
        <p:grpSpPr>
          <a:xfrm>
            <a:off x="8153828" y="3499404"/>
            <a:ext cx="280585" cy="673164"/>
            <a:chOff x="8075075" y="3754290"/>
            <a:chExt cx="255612" cy="613194"/>
          </a:xfrm>
        </p:grpSpPr>
        <p:grpSp>
          <p:nvGrpSpPr>
            <p:cNvPr id="9297" name="Google Shape;9297;p90"/>
            <p:cNvGrpSpPr/>
            <p:nvPr/>
          </p:nvGrpSpPr>
          <p:grpSpPr>
            <a:xfrm>
              <a:off x="8075075" y="3754290"/>
              <a:ext cx="255612" cy="613194"/>
              <a:chOff x="8075075" y="3754290"/>
              <a:chExt cx="255612" cy="613194"/>
            </a:xfrm>
          </p:grpSpPr>
          <p:sp>
            <p:nvSpPr>
              <p:cNvPr id="9298" name="Google Shape;9298;p9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0" name="Google Shape;9300;p9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90"/>
          <p:cNvGrpSpPr/>
          <p:nvPr/>
        </p:nvGrpSpPr>
        <p:grpSpPr>
          <a:xfrm>
            <a:off x="5270887" y="3488200"/>
            <a:ext cx="470352" cy="683745"/>
            <a:chOff x="1697726" y="3244179"/>
            <a:chExt cx="788124" cy="1146069"/>
          </a:xfrm>
        </p:grpSpPr>
        <p:sp>
          <p:nvSpPr>
            <p:cNvPr id="9302" name="Google Shape;9302;p9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4" name="Google Shape;9304;p90"/>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5" name="Google Shape;9305;p90"/>
          <p:cNvGrpSpPr/>
          <p:nvPr/>
        </p:nvGrpSpPr>
        <p:grpSpPr>
          <a:xfrm>
            <a:off x="5892037" y="3499402"/>
            <a:ext cx="293891" cy="293845"/>
            <a:chOff x="6134814" y="3754290"/>
            <a:chExt cx="293891" cy="293845"/>
          </a:xfrm>
        </p:grpSpPr>
        <p:sp>
          <p:nvSpPr>
            <p:cNvPr id="9306" name="Google Shape;9306;p9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90"/>
          <p:cNvGrpSpPr/>
          <p:nvPr/>
        </p:nvGrpSpPr>
        <p:grpSpPr>
          <a:xfrm>
            <a:off x="5892037" y="3878074"/>
            <a:ext cx="293891" cy="293891"/>
            <a:chOff x="6134814" y="4086186"/>
            <a:chExt cx="293891" cy="293891"/>
          </a:xfrm>
        </p:grpSpPr>
        <p:sp>
          <p:nvSpPr>
            <p:cNvPr id="9309" name="Google Shape;9309;p9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1" name="Google Shape;9311;p90"/>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0"/>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3" name="Google Shape;9313;p90"/>
          <p:cNvGrpSpPr/>
          <p:nvPr/>
        </p:nvGrpSpPr>
        <p:grpSpPr>
          <a:xfrm>
            <a:off x="7817013" y="2706766"/>
            <a:ext cx="622883" cy="621944"/>
            <a:chOff x="1187048" y="238125"/>
            <a:chExt cx="5256397" cy="5248476"/>
          </a:xfrm>
        </p:grpSpPr>
        <p:sp>
          <p:nvSpPr>
            <p:cNvPr id="9314" name="Google Shape;9314;p9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90"/>
          <p:cNvGrpSpPr/>
          <p:nvPr/>
        </p:nvGrpSpPr>
        <p:grpSpPr>
          <a:xfrm>
            <a:off x="2274118" y="2716375"/>
            <a:ext cx="1310987" cy="612407"/>
            <a:chOff x="238125" y="1188750"/>
            <a:chExt cx="7140450" cy="3335550"/>
          </a:xfrm>
        </p:grpSpPr>
        <p:sp>
          <p:nvSpPr>
            <p:cNvPr id="9319" name="Google Shape;9319;p9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90"/>
          <p:cNvGrpSpPr/>
          <p:nvPr/>
        </p:nvGrpSpPr>
        <p:grpSpPr>
          <a:xfrm>
            <a:off x="6599990" y="2706930"/>
            <a:ext cx="1110299" cy="621702"/>
            <a:chOff x="238125" y="1335475"/>
            <a:chExt cx="5418735" cy="3034175"/>
          </a:xfrm>
        </p:grpSpPr>
        <p:sp>
          <p:nvSpPr>
            <p:cNvPr id="9325" name="Google Shape;9325;p9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8" name="Google Shape;9328;p90"/>
          <p:cNvGrpSpPr/>
          <p:nvPr/>
        </p:nvGrpSpPr>
        <p:grpSpPr>
          <a:xfrm>
            <a:off x="5417649" y="2703827"/>
            <a:ext cx="1074451" cy="627181"/>
            <a:chOff x="5359127" y="2910889"/>
            <a:chExt cx="1097723" cy="640831"/>
          </a:xfrm>
        </p:grpSpPr>
        <p:grpSp>
          <p:nvGrpSpPr>
            <p:cNvPr id="9329" name="Google Shape;9329;p90"/>
            <p:cNvGrpSpPr/>
            <p:nvPr/>
          </p:nvGrpSpPr>
          <p:grpSpPr>
            <a:xfrm>
              <a:off x="5929791" y="3263088"/>
              <a:ext cx="527060" cy="287097"/>
              <a:chOff x="5929791" y="3263088"/>
              <a:chExt cx="527060" cy="287097"/>
            </a:xfrm>
          </p:grpSpPr>
          <p:sp>
            <p:nvSpPr>
              <p:cNvPr id="9330" name="Google Shape;9330;p9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31" name="Google Shape;9331;p9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32" name="Google Shape;9332;p90"/>
            <p:cNvGrpSpPr/>
            <p:nvPr/>
          </p:nvGrpSpPr>
          <p:grpSpPr>
            <a:xfrm>
              <a:off x="5359127" y="3263089"/>
              <a:ext cx="526428" cy="288631"/>
              <a:chOff x="5359127" y="3263089"/>
              <a:chExt cx="526428" cy="288631"/>
            </a:xfrm>
          </p:grpSpPr>
          <p:sp>
            <p:nvSpPr>
              <p:cNvPr id="9333" name="Google Shape;9333;p9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34" name="Google Shape;9334;p9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35" name="Google Shape;9335;p90"/>
            <p:cNvGrpSpPr/>
            <p:nvPr/>
          </p:nvGrpSpPr>
          <p:grpSpPr>
            <a:xfrm>
              <a:off x="5551525" y="2910889"/>
              <a:ext cx="520901" cy="610283"/>
              <a:chOff x="5551525" y="2910889"/>
              <a:chExt cx="520901" cy="610283"/>
            </a:xfrm>
          </p:grpSpPr>
          <p:sp>
            <p:nvSpPr>
              <p:cNvPr id="9336" name="Google Shape;9336;p9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37" name="Google Shape;9337;p9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9338" name="Google Shape;9338;p90"/>
            <p:cNvGrpSpPr/>
            <p:nvPr/>
          </p:nvGrpSpPr>
          <p:grpSpPr>
            <a:xfrm>
              <a:off x="5743962" y="2919100"/>
              <a:ext cx="623674" cy="284502"/>
              <a:chOff x="5743962" y="2919100"/>
              <a:chExt cx="623674" cy="284502"/>
            </a:xfrm>
          </p:grpSpPr>
          <p:sp>
            <p:nvSpPr>
              <p:cNvPr id="9339" name="Google Shape;9339;p9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9340" name="Google Shape;9340;p9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9341" name="Google Shape;9341;p90"/>
          <p:cNvGrpSpPr/>
          <p:nvPr/>
        </p:nvGrpSpPr>
        <p:grpSpPr>
          <a:xfrm>
            <a:off x="7568863" y="1854538"/>
            <a:ext cx="874976" cy="719600"/>
            <a:chOff x="7608988" y="2093194"/>
            <a:chExt cx="817276" cy="672147"/>
          </a:xfrm>
        </p:grpSpPr>
        <p:cxnSp>
          <p:nvCxnSpPr>
            <p:cNvPr id="9342" name="Google Shape;9342;p9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43" name="Google Shape;9343;p9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44" name="Google Shape;9344;p9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45" name="Google Shape;9345;p9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9346" name="Google Shape;9346;p9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9347" name="Google Shape;9347;p9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9348" name="Google Shape;9348;p90"/>
            <p:cNvGrpSpPr/>
            <p:nvPr/>
          </p:nvGrpSpPr>
          <p:grpSpPr>
            <a:xfrm>
              <a:off x="7721175" y="2093194"/>
              <a:ext cx="599587" cy="623846"/>
              <a:chOff x="7721175" y="2093194"/>
              <a:chExt cx="599587" cy="623846"/>
            </a:xfrm>
          </p:grpSpPr>
          <p:grpSp>
            <p:nvGrpSpPr>
              <p:cNvPr id="9349" name="Google Shape;9349;p90"/>
              <p:cNvGrpSpPr/>
              <p:nvPr/>
            </p:nvGrpSpPr>
            <p:grpSpPr>
              <a:xfrm>
                <a:off x="7721175" y="2093194"/>
                <a:ext cx="291605" cy="623846"/>
                <a:chOff x="9405575" y="2061418"/>
                <a:chExt cx="291605" cy="623846"/>
              </a:xfrm>
            </p:grpSpPr>
            <p:sp>
              <p:nvSpPr>
                <p:cNvPr id="9350" name="Google Shape;9350;p9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90"/>
              <p:cNvGrpSpPr/>
              <p:nvPr/>
            </p:nvGrpSpPr>
            <p:grpSpPr>
              <a:xfrm flipH="1">
                <a:off x="8029157" y="2093194"/>
                <a:ext cx="291605" cy="623846"/>
                <a:chOff x="9405575" y="2061418"/>
                <a:chExt cx="291605" cy="623846"/>
              </a:xfrm>
            </p:grpSpPr>
            <p:sp>
              <p:nvSpPr>
                <p:cNvPr id="9358" name="Google Shape;9358;p9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365" name="Google Shape;9365;p90"/>
          <p:cNvGrpSpPr/>
          <p:nvPr/>
        </p:nvGrpSpPr>
        <p:grpSpPr>
          <a:xfrm>
            <a:off x="4013299" y="970941"/>
            <a:ext cx="712557" cy="785901"/>
            <a:chOff x="4206459" y="1191441"/>
            <a:chExt cx="712557" cy="785901"/>
          </a:xfrm>
        </p:grpSpPr>
        <p:sp>
          <p:nvSpPr>
            <p:cNvPr id="9366" name="Google Shape;9366;p9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0" name="Google Shape;9370;p90"/>
            <p:cNvGrpSpPr/>
            <p:nvPr/>
          </p:nvGrpSpPr>
          <p:grpSpPr>
            <a:xfrm>
              <a:off x="4644280" y="1290523"/>
              <a:ext cx="143716" cy="29463"/>
              <a:chOff x="4644280" y="1290523"/>
              <a:chExt cx="143716" cy="29463"/>
            </a:xfrm>
          </p:grpSpPr>
          <p:sp>
            <p:nvSpPr>
              <p:cNvPr id="9371" name="Google Shape;9371;p9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5" name="Google Shape;9375;p90"/>
            <p:cNvGrpSpPr/>
            <p:nvPr/>
          </p:nvGrpSpPr>
          <p:grpSpPr>
            <a:xfrm>
              <a:off x="4356567" y="1191441"/>
              <a:ext cx="143690" cy="29488"/>
              <a:chOff x="4356567" y="1191441"/>
              <a:chExt cx="143690" cy="29488"/>
            </a:xfrm>
          </p:grpSpPr>
          <p:sp>
            <p:nvSpPr>
              <p:cNvPr id="9376" name="Google Shape;9376;p9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0" name="Google Shape;9380;p90"/>
            <p:cNvGrpSpPr/>
            <p:nvPr/>
          </p:nvGrpSpPr>
          <p:grpSpPr>
            <a:xfrm>
              <a:off x="4339009" y="1863727"/>
              <a:ext cx="143703" cy="29476"/>
              <a:chOff x="4339009" y="1863727"/>
              <a:chExt cx="143703" cy="29476"/>
            </a:xfrm>
          </p:grpSpPr>
          <p:sp>
            <p:nvSpPr>
              <p:cNvPr id="9381" name="Google Shape;9381;p9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5" name="Google Shape;9385;p90"/>
            <p:cNvGrpSpPr/>
            <p:nvPr/>
          </p:nvGrpSpPr>
          <p:grpSpPr>
            <a:xfrm>
              <a:off x="4206459" y="1607315"/>
              <a:ext cx="29539" cy="142899"/>
              <a:chOff x="4206459" y="1607315"/>
              <a:chExt cx="29539" cy="142899"/>
            </a:xfrm>
          </p:grpSpPr>
          <p:sp>
            <p:nvSpPr>
              <p:cNvPr id="9386" name="Google Shape;9386;p9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0" name="Google Shape;9390;p9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4" name="Google Shape;9394;p90"/>
            <p:cNvGrpSpPr/>
            <p:nvPr/>
          </p:nvGrpSpPr>
          <p:grpSpPr>
            <a:xfrm>
              <a:off x="4889463" y="1423737"/>
              <a:ext cx="29552" cy="142899"/>
              <a:chOff x="4889463" y="1423737"/>
              <a:chExt cx="29552" cy="142899"/>
            </a:xfrm>
          </p:grpSpPr>
          <p:sp>
            <p:nvSpPr>
              <p:cNvPr id="9395" name="Google Shape;9395;p9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9" name="Google Shape;9399;p90"/>
            <p:cNvGrpSpPr/>
            <p:nvPr/>
          </p:nvGrpSpPr>
          <p:grpSpPr>
            <a:xfrm>
              <a:off x="4771663" y="1876896"/>
              <a:ext cx="108651" cy="100447"/>
              <a:chOff x="4771663" y="1876896"/>
              <a:chExt cx="108651" cy="100447"/>
            </a:xfrm>
          </p:grpSpPr>
          <p:sp>
            <p:nvSpPr>
              <p:cNvPr id="9400" name="Google Shape;9400;p9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4" name="Google Shape;9404;p90"/>
          <p:cNvGrpSpPr/>
          <p:nvPr/>
        </p:nvGrpSpPr>
        <p:grpSpPr>
          <a:xfrm>
            <a:off x="4008774" y="1854164"/>
            <a:ext cx="791287" cy="720350"/>
            <a:chOff x="267375" y="1071875"/>
            <a:chExt cx="470500" cy="428550"/>
          </a:xfrm>
        </p:grpSpPr>
        <p:sp>
          <p:nvSpPr>
            <p:cNvPr id="9405" name="Google Shape;9405;p9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3" name="Google Shape;9413;p90"/>
          <p:cNvGrpSpPr/>
          <p:nvPr/>
        </p:nvGrpSpPr>
        <p:grpSpPr>
          <a:xfrm>
            <a:off x="709269" y="3498794"/>
            <a:ext cx="1408444" cy="673166"/>
            <a:chOff x="712664" y="3693287"/>
            <a:chExt cx="1460738" cy="698160"/>
          </a:xfrm>
        </p:grpSpPr>
        <p:grpSp>
          <p:nvGrpSpPr>
            <p:cNvPr id="9414" name="Google Shape;9414;p90"/>
            <p:cNvGrpSpPr/>
            <p:nvPr/>
          </p:nvGrpSpPr>
          <p:grpSpPr>
            <a:xfrm>
              <a:off x="1380079" y="4133090"/>
              <a:ext cx="234048" cy="258099"/>
              <a:chOff x="1380079" y="4133090"/>
              <a:chExt cx="234048" cy="258099"/>
            </a:xfrm>
          </p:grpSpPr>
          <p:sp>
            <p:nvSpPr>
              <p:cNvPr id="9415" name="Google Shape;9415;p9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90"/>
            <p:cNvGrpSpPr/>
            <p:nvPr/>
          </p:nvGrpSpPr>
          <p:grpSpPr>
            <a:xfrm>
              <a:off x="884610" y="3864082"/>
              <a:ext cx="1118566" cy="527275"/>
              <a:chOff x="890961" y="3865463"/>
              <a:chExt cx="1115221" cy="525698"/>
            </a:xfrm>
          </p:grpSpPr>
          <p:sp>
            <p:nvSpPr>
              <p:cNvPr id="9419" name="Google Shape;9419;p9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90"/>
            <p:cNvGrpSpPr/>
            <p:nvPr/>
          </p:nvGrpSpPr>
          <p:grpSpPr>
            <a:xfrm>
              <a:off x="712664" y="3693287"/>
              <a:ext cx="1460738" cy="698160"/>
              <a:chOff x="712664" y="3693025"/>
              <a:chExt cx="1460738" cy="698160"/>
            </a:xfrm>
          </p:grpSpPr>
          <p:sp>
            <p:nvSpPr>
              <p:cNvPr id="9423" name="Google Shape;9423;p9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29" name="Google Shape;9429;p90"/>
          <p:cNvGrpSpPr/>
          <p:nvPr/>
        </p:nvGrpSpPr>
        <p:grpSpPr>
          <a:xfrm>
            <a:off x="3146985" y="970941"/>
            <a:ext cx="795485" cy="738831"/>
            <a:chOff x="3348603" y="1236445"/>
            <a:chExt cx="749256" cy="695894"/>
          </a:xfrm>
        </p:grpSpPr>
        <p:grpSp>
          <p:nvGrpSpPr>
            <p:cNvPr id="9430" name="Google Shape;9430;p90"/>
            <p:cNvGrpSpPr/>
            <p:nvPr/>
          </p:nvGrpSpPr>
          <p:grpSpPr>
            <a:xfrm>
              <a:off x="3583779" y="1236445"/>
              <a:ext cx="293795" cy="285811"/>
              <a:chOff x="3750225" y="1774000"/>
              <a:chExt cx="149575" cy="145525"/>
            </a:xfrm>
          </p:grpSpPr>
          <p:sp>
            <p:nvSpPr>
              <p:cNvPr id="9431" name="Google Shape;9431;p9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90"/>
            <p:cNvGrpSpPr/>
            <p:nvPr/>
          </p:nvGrpSpPr>
          <p:grpSpPr>
            <a:xfrm>
              <a:off x="3775534" y="1462599"/>
              <a:ext cx="322325" cy="285958"/>
              <a:chOff x="3847850" y="1889150"/>
              <a:chExt cx="164100" cy="145600"/>
            </a:xfrm>
          </p:grpSpPr>
          <p:sp>
            <p:nvSpPr>
              <p:cNvPr id="9434" name="Google Shape;9434;p9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90"/>
            <p:cNvGrpSpPr/>
            <p:nvPr/>
          </p:nvGrpSpPr>
          <p:grpSpPr>
            <a:xfrm>
              <a:off x="3545329" y="1646528"/>
              <a:ext cx="293746" cy="285811"/>
              <a:chOff x="3730650" y="1982800"/>
              <a:chExt cx="149550" cy="145525"/>
            </a:xfrm>
          </p:grpSpPr>
          <p:sp>
            <p:nvSpPr>
              <p:cNvPr id="9437" name="Google Shape;9437;p9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90"/>
            <p:cNvGrpSpPr/>
            <p:nvPr/>
          </p:nvGrpSpPr>
          <p:grpSpPr>
            <a:xfrm>
              <a:off x="3348603" y="1415046"/>
              <a:ext cx="294384" cy="284387"/>
              <a:chOff x="3630494" y="1864938"/>
              <a:chExt cx="149875" cy="144800"/>
            </a:xfrm>
          </p:grpSpPr>
          <p:sp>
            <p:nvSpPr>
              <p:cNvPr id="9440" name="Google Shape;9440;p9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2" name="Google Shape;9442;p90"/>
          <p:cNvGrpSpPr/>
          <p:nvPr/>
        </p:nvGrpSpPr>
        <p:grpSpPr>
          <a:xfrm>
            <a:off x="2268512" y="3493837"/>
            <a:ext cx="1324924" cy="678083"/>
            <a:chOff x="2413923" y="3711366"/>
            <a:chExt cx="1374117" cy="703260"/>
          </a:xfrm>
        </p:grpSpPr>
        <p:grpSp>
          <p:nvGrpSpPr>
            <p:cNvPr id="9443" name="Google Shape;9443;p90"/>
            <p:cNvGrpSpPr/>
            <p:nvPr/>
          </p:nvGrpSpPr>
          <p:grpSpPr>
            <a:xfrm>
              <a:off x="2413923" y="3711366"/>
              <a:ext cx="1374117" cy="703260"/>
              <a:chOff x="2413923" y="3711366"/>
              <a:chExt cx="1374117" cy="703260"/>
            </a:xfrm>
          </p:grpSpPr>
          <p:sp>
            <p:nvSpPr>
              <p:cNvPr id="9444" name="Google Shape;9444;p9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5" name="Google Shape;9445;p90"/>
              <p:cNvGrpSpPr/>
              <p:nvPr/>
            </p:nvGrpSpPr>
            <p:grpSpPr>
              <a:xfrm>
                <a:off x="2600284" y="3808654"/>
                <a:ext cx="234506" cy="138009"/>
                <a:chOff x="2600284" y="3808654"/>
                <a:chExt cx="234506" cy="138009"/>
              </a:xfrm>
            </p:grpSpPr>
            <p:sp>
              <p:nvSpPr>
                <p:cNvPr id="9446" name="Google Shape;9446;p9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47" name="Google Shape;9447;p9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48" name="Google Shape;9448;p90"/>
              <p:cNvGrpSpPr/>
              <p:nvPr/>
            </p:nvGrpSpPr>
            <p:grpSpPr>
              <a:xfrm>
                <a:off x="3359659" y="3805664"/>
                <a:ext cx="232294" cy="141000"/>
                <a:chOff x="3359659" y="3805664"/>
                <a:chExt cx="232294" cy="141000"/>
              </a:xfrm>
            </p:grpSpPr>
            <p:sp>
              <p:nvSpPr>
                <p:cNvPr id="9449" name="Google Shape;9449;p9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0" name="Google Shape;9450;p9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51" name="Google Shape;9451;p90"/>
              <p:cNvGrpSpPr/>
              <p:nvPr/>
            </p:nvGrpSpPr>
            <p:grpSpPr>
              <a:xfrm>
                <a:off x="3067316" y="3711366"/>
                <a:ext cx="66900" cy="166809"/>
                <a:chOff x="3067316" y="3711366"/>
                <a:chExt cx="66900" cy="166809"/>
              </a:xfrm>
            </p:grpSpPr>
            <p:sp>
              <p:nvSpPr>
                <p:cNvPr id="9452" name="Google Shape;9452;p9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3" name="Google Shape;9453;p9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54" name="Google Shape;9454;p90"/>
              <p:cNvGrpSpPr/>
              <p:nvPr/>
            </p:nvGrpSpPr>
            <p:grpSpPr>
              <a:xfrm>
                <a:off x="2413923" y="4058666"/>
                <a:ext cx="224119" cy="66900"/>
                <a:chOff x="2413923" y="4058666"/>
                <a:chExt cx="224119" cy="66900"/>
              </a:xfrm>
            </p:grpSpPr>
            <p:sp>
              <p:nvSpPr>
                <p:cNvPr id="9455" name="Google Shape;9455;p9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6" name="Google Shape;9456;p9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9457" name="Google Shape;9457;p90"/>
              <p:cNvGrpSpPr/>
              <p:nvPr/>
            </p:nvGrpSpPr>
            <p:grpSpPr>
              <a:xfrm>
                <a:off x="3564643" y="4058666"/>
                <a:ext cx="223397" cy="66900"/>
                <a:chOff x="3564643" y="4058666"/>
                <a:chExt cx="223397" cy="66900"/>
              </a:xfrm>
            </p:grpSpPr>
            <p:sp>
              <p:nvSpPr>
                <p:cNvPr id="9458" name="Google Shape;9458;p9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9" name="Google Shape;9459;p9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9460" name="Google Shape;9460;p90"/>
            <p:cNvGrpSpPr/>
            <p:nvPr/>
          </p:nvGrpSpPr>
          <p:grpSpPr>
            <a:xfrm>
              <a:off x="2633353" y="3965763"/>
              <a:ext cx="933975" cy="445687"/>
              <a:chOff x="2633353" y="3965763"/>
              <a:chExt cx="933975" cy="445687"/>
            </a:xfrm>
          </p:grpSpPr>
          <p:sp>
            <p:nvSpPr>
              <p:cNvPr id="9461" name="Google Shape;9461;p9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63" name="Google Shape;9463;p90"/>
          <p:cNvGrpSpPr/>
          <p:nvPr/>
        </p:nvGrpSpPr>
        <p:grpSpPr>
          <a:xfrm>
            <a:off x="6392784" y="1044384"/>
            <a:ext cx="1131087" cy="587383"/>
            <a:chOff x="238125" y="999450"/>
            <a:chExt cx="7140700" cy="3708225"/>
          </a:xfrm>
        </p:grpSpPr>
        <p:sp>
          <p:nvSpPr>
            <p:cNvPr id="9464" name="Google Shape;9464;p9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3" name="Google Shape;9473;p90"/>
          <p:cNvGrpSpPr/>
          <p:nvPr/>
        </p:nvGrpSpPr>
        <p:grpSpPr>
          <a:xfrm>
            <a:off x="3744234" y="3493879"/>
            <a:ext cx="1375854" cy="678131"/>
            <a:chOff x="3913765" y="3641905"/>
            <a:chExt cx="1522805" cy="750560"/>
          </a:xfrm>
        </p:grpSpPr>
        <p:grpSp>
          <p:nvGrpSpPr>
            <p:cNvPr id="9474" name="Google Shape;9474;p90"/>
            <p:cNvGrpSpPr/>
            <p:nvPr/>
          </p:nvGrpSpPr>
          <p:grpSpPr>
            <a:xfrm>
              <a:off x="3913765" y="3997002"/>
              <a:ext cx="1522805" cy="395463"/>
              <a:chOff x="3913765" y="3997002"/>
              <a:chExt cx="1522805" cy="395463"/>
            </a:xfrm>
          </p:grpSpPr>
          <p:grpSp>
            <p:nvGrpSpPr>
              <p:cNvPr id="9475" name="Google Shape;9475;p90"/>
              <p:cNvGrpSpPr/>
              <p:nvPr/>
            </p:nvGrpSpPr>
            <p:grpSpPr>
              <a:xfrm>
                <a:off x="3913765" y="4138659"/>
                <a:ext cx="507602" cy="253806"/>
                <a:chOff x="3913765" y="4138659"/>
                <a:chExt cx="507602" cy="253806"/>
              </a:xfrm>
            </p:grpSpPr>
            <p:sp>
              <p:nvSpPr>
                <p:cNvPr id="9476" name="Google Shape;9476;p9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9478" name="Google Shape;9478;p90"/>
              <p:cNvGrpSpPr/>
              <p:nvPr/>
            </p:nvGrpSpPr>
            <p:grpSpPr>
              <a:xfrm>
                <a:off x="4421361" y="3997002"/>
                <a:ext cx="507618" cy="395463"/>
                <a:chOff x="4421361" y="3997002"/>
                <a:chExt cx="507618" cy="395463"/>
              </a:xfrm>
            </p:grpSpPr>
            <p:sp>
              <p:nvSpPr>
                <p:cNvPr id="9479" name="Google Shape;9479;p9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90"/>
              <p:cNvGrpSpPr/>
              <p:nvPr/>
            </p:nvGrpSpPr>
            <p:grpSpPr>
              <a:xfrm>
                <a:off x="4928973" y="4189418"/>
                <a:ext cx="507596" cy="203047"/>
                <a:chOff x="4928973" y="4189418"/>
                <a:chExt cx="507596" cy="203047"/>
              </a:xfrm>
            </p:grpSpPr>
            <p:sp>
              <p:nvSpPr>
                <p:cNvPr id="9482" name="Google Shape;9482;p9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84" name="Google Shape;9484;p90"/>
            <p:cNvGrpSpPr/>
            <p:nvPr/>
          </p:nvGrpSpPr>
          <p:grpSpPr>
            <a:xfrm>
              <a:off x="4482186" y="3641905"/>
              <a:ext cx="397605" cy="349784"/>
              <a:chOff x="2906375" y="1159725"/>
              <a:chExt cx="1860575" cy="1636800"/>
            </a:xfrm>
          </p:grpSpPr>
          <p:sp>
            <p:nvSpPr>
              <p:cNvPr id="9485" name="Google Shape;9485;p9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89" name="Google Shape;9489;p90"/>
          <p:cNvGrpSpPr/>
          <p:nvPr/>
        </p:nvGrpSpPr>
        <p:grpSpPr>
          <a:xfrm>
            <a:off x="6528943" y="1853805"/>
            <a:ext cx="940737" cy="721067"/>
            <a:chOff x="6599718" y="2068734"/>
            <a:chExt cx="940737" cy="721067"/>
          </a:xfrm>
        </p:grpSpPr>
        <p:sp>
          <p:nvSpPr>
            <p:cNvPr id="9490" name="Google Shape;9490;p9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6" name="Google Shape;9496;p90"/>
            <p:cNvGrpSpPr/>
            <p:nvPr/>
          </p:nvGrpSpPr>
          <p:grpSpPr>
            <a:xfrm>
              <a:off x="6836957" y="2068734"/>
              <a:ext cx="461892" cy="721067"/>
              <a:chOff x="6836957" y="2068734"/>
              <a:chExt cx="461892" cy="721067"/>
            </a:xfrm>
          </p:grpSpPr>
          <p:sp>
            <p:nvSpPr>
              <p:cNvPr id="9497" name="Google Shape;9497;p9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3" name="Google Shape;9503;p90"/>
              <p:cNvGrpSpPr/>
              <p:nvPr/>
            </p:nvGrpSpPr>
            <p:grpSpPr>
              <a:xfrm>
                <a:off x="6836957" y="2068734"/>
                <a:ext cx="461892" cy="721067"/>
                <a:chOff x="6836957" y="2068734"/>
                <a:chExt cx="461892" cy="721067"/>
              </a:xfrm>
            </p:grpSpPr>
            <p:sp>
              <p:nvSpPr>
                <p:cNvPr id="9504" name="Google Shape;9504;p9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511" name="Google Shape;9511;p90"/>
          <p:cNvGrpSpPr/>
          <p:nvPr/>
        </p:nvGrpSpPr>
        <p:grpSpPr>
          <a:xfrm>
            <a:off x="2412262" y="1858152"/>
            <a:ext cx="712577" cy="712374"/>
            <a:chOff x="2559249" y="2069323"/>
            <a:chExt cx="685566" cy="685634"/>
          </a:xfrm>
        </p:grpSpPr>
        <p:sp>
          <p:nvSpPr>
            <p:cNvPr id="9512" name="Google Shape;9512;p9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90"/>
          <p:cNvGrpSpPr/>
          <p:nvPr/>
        </p:nvGrpSpPr>
        <p:grpSpPr>
          <a:xfrm>
            <a:off x="7594699" y="970941"/>
            <a:ext cx="845645" cy="711911"/>
            <a:chOff x="951975" y="315800"/>
            <a:chExt cx="5860325" cy="4933550"/>
          </a:xfrm>
        </p:grpSpPr>
        <p:sp>
          <p:nvSpPr>
            <p:cNvPr id="9526" name="Google Shape;9526;p9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90"/>
          <p:cNvGrpSpPr/>
          <p:nvPr/>
        </p:nvGrpSpPr>
        <p:grpSpPr>
          <a:xfrm>
            <a:off x="3691828" y="2707050"/>
            <a:ext cx="1617932" cy="621724"/>
            <a:chOff x="3862800" y="3038525"/>
            <a:chExt cx="1329006" cy="510698"/>
          </a:xfrm>
        </p:grpSpPr>
        <p:sp>
          <p:nvSpPr>
            <p:cNvPr id="9535" name="Google Shape;9535;p9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7" name="Google Shape;9537;p90"/>
            <p:cNvGrpSpPr/>
            <p:nvPr/>
          </p:nvGrpSpPr>
          <p:grpSpPr>
            <a:xfrm>
              <a:off x="3967075" y="3040337"/>
              <a:ext cx="1019927" cy="402126"/>
              <a:chOff x="3967075" y="3040337"/>
              <a:chExt cx="1019927" cy="402126"/>
            </a:xfrm>
          </p:grpSpPr>
          <p:sp>
            <p:nvSpPr>
              <p:cNvPr id="9538" name="Google Shape;9538;p9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0" name="Google Shape;9540;p90"/>
            <p:cNvGrpSpPr/>
            <p:nvPr/>
          </p:nvGrpSpPr>
          <p:grpSpPr>
            <a:xfrm>
              <a:off x="4186700" y="3040337"/>
              <a:ext cx="390475" cy="183289"/>
              <a:chOff x="4186700" y="3040337"/>
              <a:chExt cx="390475" cy="183289"/>
            </a:xfrm>
          </p:grpSpPr>
          <p:sp>
            <p:nvSpPr>
              <p:cNvPr id="9541" name="Google Shape;9541;p9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3" name="Google Shape;9543;p90"/>
            <p:cNvGrpSpPr/>
            <p:nvPr/>
          </p:nvGrpSpPr>
          <p:grpSpPr>
            <a:xfrm>
              <a:off x="4073727" y="3040337"/>
              <a:ext cx="697794" cy="296263"/>
              <a:chOff x="4073727" y="3040337"/>
              <a:chExt cx="697794" cy="296263"/>
            </a:xfrm>
          </p:grpSpPr>
          <p:sp>
            <p:nvSpPr>
              <p:cNvPr id="9544" name="Google Shape;9544;p9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90"/>
            <p:cNvGrpSpPr/>
            <p:nvPr/>
          </p:nvGrpSpPr>
          <p:grpSpPr>
            <a:xfrm>
              <a:off x="3862800" y="3038525"/>
              <a:ext cx="1329006" cy="510698"/>
              <a:chOff x="3862800" y="3038525"/>
              <a:chExt cx="1329006" cy="510698"/>
            </a:xfrm>
          </p:grpSpPr>
          <p:sp>
            <p:nvSpPr>
              <p:cNvPr id="9547" name="Google Shape;9547;p9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49" name="Google Shape;9549;p90"/>
          <p:cNvGrpSpPr/>
          <p:nvPr/>
        </p:nvGrpSpPr>
        <p:grpSpPr>
          <a:xfrm>
            <a:off x="700150" y="970941"/>
            <a:ext cx="883205" cy="775176"/>
            <a:chOff x="649648" y="271400"/>
            <a:chExt cx="6215377" cy="5455143"/>
          </a:xfrm>
        </p:grpSpPr>
        <p:sp>
          <p:nvSpPr>
            <p:cNvPr id="9550" name="Google Shape;9550;p9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90"/>
          <p:cNvGrpSpPr/>
          <p:nvPr/>
        </p:nvGrpSpPr>
        <p:grpSpPr>
          <a:xfrm>
            <a:off x="2308452" y="970941"/>
            <a:ext cx="767704" cy="815489"/>
            <a:chOff x="2499700" y="1135950"/>
            <a:chExt cx="732402" cy="777990"/>
          </a:xfrm>
        </p:grpSpPr>
        <p:grpSp>
          <p:nvGrpSpPr>
            <p:cNvPr id="9563" name="Google Shape;9563;p90"/>
            <p:cNvGrpSpPr/>
            <p:nvPr/>
          </p:nvGrpSpPr>
          <p:grpSpPr>
            <a:xfrm>
              <a:off x="2499700" y="1135950"/>
              <a:ext cx="732402" cy="694705"/>
              <a:chOff x="2499700" y="1135950"/>
              <a:chExt cx="732402" cy="694705"/>
            </a:xfrm>
          </p:grpSpPr>
          <p:sp>
            <p:nvSpPr>
              <p:cNvPr id="9564" name="Google Shape;9564;p9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90"/>
            <p:cNvGrpSpPr/>
            <p:nvPr/>
          </p:nvGrpSpPr>
          <p:grpSpPr>
            <a:xfrm>
              <a:off x="2517909" y="1188726"/>
              <a:ext cx="702702" cy="725214"/>
              <a:chOff x="2517909" y="1188726"/>
              <a:chExt cx="702702" cy="725214"/>
            </a:xfrm>
          </p:grpSpPr>
          <p:sp>
            <p:nvSpPr>
              <p:cNvPr id="9592" name="Google Shape;9592;p9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97" name="Google Shape;9597;p90"/>
          <p:cNvGrpSpPr/>
          <p:nvPr/>
        </p:nvGrpSpPr>
        <p:grpSpPr>
          <a:xfrm>
            <a:off x="1654184" y="970941"/>
            <a:ext cx="583439" cy="870229"/>
            <a:chOff x="1716825" y="1121550"/>
            <a:chExt cx="622800" cy="928938"/>
          </a:xfrm>
        </p:grpSpPr>
        <p:grpSp>
          <p:nvGrpSpPr>
            <p:cNvPr id="9598" name="Google Shape;9598;p90"/>
            <p:cNvGrpSpPr/>
            <p:nvPr/>
          </p:nvGrpSpPr>
          <p:grpSpPr>
            <a:xfrm>
              <a:off x="1716825" y="1121550"/>
              <a:ext cx="622800" cy="928938"/>
              <a:chOff x="1716825" y="1121550"/>
              <a:chExt cx="622800" cy="928938"/>
            </a:xfrm>
          </p:grpSpPr>
          <p:cxnSp>
            <p:nvCxnSpPr>
              <p:cNvPr id="9599" name="Google Shape;9599;p9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600" name="Google Shape;9600;p9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90"/>
            <p:cNvGrpSpPr/>
            <p:nvPr/>
          </p:nvGrpSpPr>
          <p:grpSpPr>
            <a:xfrm>
              <a:off x="1768050" y="1172775"/>
              <a:ext cx="520200" cy="832000"/>
              <a:chOff x="1768050" y="1172775"/>
              <a:chExt cx="520200" cy="832000"/>
            </a:xfrm>
          </p:grpSpPr>
          <p:cxnSp>
            <p:nvCxnSpPr>
              <p:cNvPr id="9602" name="Google Shape;9602;p9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603" name="Google Shape;9603;p9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4" name="Google Shape;9604;p90"/>
            <p:cNvGrpSpPr/>
            <p:nvPr/>
          </p:nvGrpSpPr>
          <p:grpSpPr>
            <a:xfrm>
              <a:off x="1820100" y="1225475"/>
              <a:ext cx="416400" cy="729575"/>
              <a:chOff x="1820100" y="1225475"/>
              <a:chExt cx="416400" cy="729575"/>
            </a:xfrm>
          </p:grpSpPr>
          <p:cxnSp>
            <p:nvCxnSpPr>
              <p:cNvPr id="9605" name="Google Shape;9605;p9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606" name="Google Shape;9606;p9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90"/>
            <p:cNvGrpSpPr/>
            <p:nvPr/>
          </p:nvGrpSpPr>
          <p:grpSpPr>
            <a:xfrm>
              <a:off x="1874250" y="1278825"/>
              <a:ext cx="308100" cy="605275"/>
              <a:chOff x="1874250" y="1278825"/>
              <a:chExt cx="308100" cy="605275"/>
            </a:xfrm>
          </p:grpSpPr>
          <p:cxnSp>
            <p:nvCxnSpPr>
              <p:cNvPr id="9608" name="Google Shape;9608;p9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609" name="Google Shape;9609;p9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0" name="Google Shape;9610;p9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1" name="Google Shape;9611;p90"/>
          <p:cNvGrpSpPr/>
          <p:nvPr/>
        </p:nvGrpSpPr>
        <p:grpSpPr>
          <a:xfrm>
            <a:off x="1574007" y="1857263"/>
            <a:ext cx="739072" cy="714152"/>
            <a:chOff x="4334725" y="1355875"/>
            <a:chExt cx="3106650" cy="3001900"/>
          </a:xfrm>
        </p:grpSpPr>
        <p:grpSp>
          <p:nvGrpSpPr>
            <p:cNvPr id="9612" name="Google Shape;9612;p90"/>
            <p:cNvGrpSpPr/>
            <p:nvPr/>
          </p:nvGrpSpPr>
          <p:grpSpPr>
            <a:xfrm>
              <a:off x="4516050" y="1724875"/>
              <a:ext cx="2693725" cy="2632900"/>
              <a:chOff x="4516050" y="1724875"/>
              <a:chExt cx="2693725" cy="2632900"/>
            </a:xfrm>
          </p:grpSpPr>
          <p:sp>
            <p:nvSpPr>
              <p:cNvPr id="9613" name="Google Shape;9613;p9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90"/>
            <p:cNvGrpSpPr/>
            <p:nvPr/>
          </p:nvGrpSpPr>
          <p:grpSpPr>
            <a:xfrm>
              <a:off x="4334725" y="1355875"/>
              <a:ext cx="3106650" cy="2709650"/>
              <a:chOff x="4334725" y="1355875"/>
              <a:chExt cx="3106650" cy="2709650"/>
            </a:xfrm>
          </p:grpSpPr>
          <p:sp>
            <p:nvSpPr>
              <p:cNvPr id="9617" name="Google Shape;9617;p9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20" name="Google Shape;9620;p90"/>
          <p:cNvGrpSpPr/>
          <p:nvPr/>
        </p:nvGrpSpPr>
        <p:grpSpPr>
          <a:xfrm>
            <a:off x="7690956" y="3488034"/>
            <a:ext cx="312074" cy="684173"/>
            <a:chOff x="7645573" y="3754300"/>
            <a:chExt cx="293855" cy="644170"/>
          </a:xfrm>
        </p:grpSpPr>
        <p:sp>
          <p:nvSpPr>
            <p:cNvPr id="9621" name="Google Shape;9621;p9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3" name="Google Shape;9623;p90"/>
          <p:cNvGrpSpPr/>
          <p:nvPr/>
        </p:nvGrpSpPr>
        <p:grpSpPr>
          <a:xfrm>
            <a:off x="5612944" y="970941"/>
            <a:ext cx="709011" cy="739359"/>
            <a:chOff x="5830645" y="1256617"/>
            <a:chExt cx="530340" cy="553040"/>
          </a:xfrm>
        </p:grpSpPr>
        <p:grpSp>
          <p:nvGrpSpPr>
            <p:cNvPr id="9624" name="Google Shape;9624;p90"/>
            <p:cNvGrpSpPr/>
            <p:nvPr/>
          </p:nvGrpSpPr>
          <p:grpSpPr>
            <a:xfrm>
              <a:off x="5830645" y="1256617"/>
              <a:ext cx="259743" cy="269909"/>
              <a:chOff x="5830645" y="1256617"/>
              <a:chExt cx="259743" cy="269909"/>
            </a:xfrm>
          </p:grpSpPr>
          <p:sp>
            <p:nvSpPr>
              <p:cNvPr id="9625" name="Google Shape;9625;p9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90"/>
            <p:cNvGrpSpPr/>
            <p:nvPr/>
          </p:nvGrpSpPr>
          <p:grpSpPr>
            <a:xfrm>
              <a:off x="6101293" y="1256617"/>
              <a:ext cx="259692" cy="269909"/>
              <a:chOff x="6101293" y="1256617"/>
              <a:chExt cx="259692" cy="269909"/>
            </a:xfrm>
          </p:grpSpPr>
          <p:sp>
            <p:nvSpPr>
              <p:cNvPr id="9628" name="Google Shape;9628;p9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90"/>
            <p:cNvGrpSpPr/>
            <p:nvPr/>
          </p:nvGrpSpPr>
          <p:grpSpPr>
            <a:xfrm>
              <a:off x="5830645" y="1539749"/>
              <a:ext cx="259692" cy="269909"/>
              <a:chOff x="5830645" y="1539749"/>
              <a:chExt cx="259692" cy="269909"/>
            </a:xfrm>
          </p:grpSpPr>
          <p:sp>
            <p:nvSpPr>
              <p:cNvPr id="9631" name="Google Shape;9631;p9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90"/>
            <p:cNvGrpSpPr/>
            <p:nvPr/>
          </p:nvGrpSpPr>
          <p:grpSpPr>
            <a:xfrm>
              <a:off x="6101293" y="1539749"/>
              <a:ext cx="259692" cy="269909"/>
              <a:chOff x="6101293" y="1539749"/>
              <a:chExt cx="259692" cy="269909"/>
            </a:xfrm>
          </p:grpSpPr>
          <p:sp>
            <p:nvSpPr>
              <p:cNvPr id="9634" name="Google Shape;9634;p9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9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90"/>
          <p:cNvGrpSpPr/>
          <p:nvPr/>
        </p:nvGrpSpPr>
        <p:grpSpPr>
          <a:xfrm>
            <a:off x="714438" y="2707057"/>
            <a:ext cx="1452955" cy="621360"/>
            <a:chOff x="732422" y="2990152"/>
            <a:chExt cx="1337773" cy="572102"/>
          </a:xfrm>
        </p:grpSpPr>
        <p:sp>
          <p:nvSpPr>
            <p:cNvPr id="9638" name="Google Shape;9638;p9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9647"/>
        <p:cNvGrpSpPr/>
        <p:nvPr/>
      </p:nvGrpSpPr>
      <p:grpSpPr>
        <a:xfrm>
          <a:off x="0" y="0"/>
          <a:ext cx="0" cy="0"/>
          <a:chOff x="0" y="0"/>
          <a:chExt cx="0" cy="0"/>
        </a:xfrm>
      </p:grpSpPr>
      <p:grpSp>
        <p:nvGrpSpPr>
          <p:cNvPr id="9648" name="Google Shape;9648;p91"/>
          <p:cNvGrpSpPr/>
          <p:nvPr/>
        </p:nvGrpSpPr>
        <p:grpSpPr>
          <a:xfrm>
            <a:off x="708575" y="965865"/>
            <a:ext cx="1636117" cy="1526144"/>
            <a:chOff x="729238" y="1179665"/>
            <a:chExt cx="1636117" cy="1526144"/>
          </a:xfrm>
        </p:grpSpPr>
        <p:grpSp>
          <p:nvGrpSpPr>
            <p:cNvPr id="9649" name="Google Shape;9649;p91"/>
            <p:cNvGrpSpPr/>
            <p:nvPr/>
          </p:nvGrpSpPr>
          <p:grpSpPr>
            <a:xfrm>
              <a:off x="729238" y="1179665"/>
              <a:ext cx="80700" cy="1526144"/>
              <a:chOff x="729238" y="1179665"/>
              <a:chExt cx="80700" cy="1526144"/>
            </a:xfrm>
          </p:grpSpPr>
          <p:sp>
            <p:nvSpPr>
              <p:cNvPr id="9650" name="Google Shape;9650;p9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0" name="Google Shape;9660;p91"/>
            <p:cNvGrpSpPr/>
            <p:nvPr/>
          </p:nvGrpSpPr>
          <p:grpSpPr>
            <a:xfrm>
              <a:off x="903098" y="1179665"/>
              <a:ext cx="80700" cy="1526144"/>
              <a:chOff x="903098" y="1179665"/>
              <a:chExt cx="80700" cy="1526144"/>
            </a:xfrm>
          </p:grpSpPr>
          <p:sp>
            <p:nvSpPr>
              <p:cNvPr id="9661" name="Google Shape;9661;p9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91"/>
            <p:cNvGrpSpPr/>
            <p:nvPr/>
          </p:nvGrpSpPr>
          <p:grpSpPr>
            <a:xfrm>
              <a:off x="1076958" y="1179665"/>
              <a:ext cx="80700" cy="1526144"/>
              <a:chOff x="1076958" y="1179665"/>
              <a:chExt cx="80700" cy="1526144"/>
            </a:xfrm>
          </p:grpSpPr>
          <p:sp>
            <p:nvSpPr>
              <p:cNvPr id="9672" name="Google Shape;9672;p9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2" name="Google Shape;9682;p91"/>
            <p:cNvGrpSpPr/>
            <p:nvPr/>
          </p:nvGrpSpPr>
          <p:grpSpPr>
            <a:xfrm>
              <a:off x="1247707" y="1179665"/>
              <a:ext cx="80700" cy="1526144"/>
              <a:chOff x="1247707" y="1179665"/>
              <a:chExt cx="80700" cy="1526144"/>
            </a:xfrm>
          </p:grpSpPr>
          <p:sp>
            <p:nvSpPr>
              <p:cNvPr id="9683" name="Google Shape;9683;p9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3" name="Google Shape;9693;p91"/>
            <p:cNvGrpSpPr/>
            <p:nvPr/>
          </p:nvGrpSpPr>
          <p:grpSpPr>
            <a:xfrm>
              <a:off x="1421567" y="1179665"/>
              <a:ext cx="80700" cy="1526144"/>
              <a:chOff x="1421567" y="1179665"/>
              <a:chExt cx="80700" cy="1526144"/>
            </a:xfrm>
          </p:grpSpPr>
          <p:sp>
            <p:nvSpPr>
              <p:cNvPr id="9694" name="Google Shape;9694;p9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4" name="Google Shape;9704;p91"/>
            <p:cNvGrpSpPr/>
            <p:nvPr/>
          </p:nvGrpSpPr>
          <p:grpSpPr>
            <a:xfrm>
              <a:off x="1592327" y="1179665"/>
              <a:ext cx="80700" cy="1526144"/>
              <a:chOff x="1592327" y="1179665"/>
              <a:chExt cx="80700" cy="1526144"/>
            </a:xfrm>
          </p:grpSpPr>
          <p:sp>
            <p:nvSpPr>
              <p:cNvPr id="9705" name="Google Shape;9705;p9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91"/>
            <p:cNvGrpSpPr/>
            <p:nvPr/>
          </p:nvGrpSpPr>
          <p:grpSpPr>
            <a:xfrm>
              <a:off x="1766187" y="1179665"/>
              <a:ext cx="80700" cy="1526144"/>
              <a:chOff x="1766187" y="1179665"/>
              <a:chExt cx="80700" cy="1526144"/>
            </a:xfrm>
          </p:grpSpPr>
          <p:sp>
            <p:nvSpPr>
              <p:cNvPr id="9716" name="Google Shape;9716;p9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6" name="Google Shape;9726;p91"/>
            <p:cNvGrpSpPr/>
            <p:nvPr/>
          </p:nvGrpSpPr>
          <p:grpSpPr>
            <a:xfrm>
              <a:off x="1936935" y="1179665"/>
              <a:ext cx="80700" cy="1526144"/>
              <a:chOff x="1936935" y="1179665"/>
              <a:chExt cx="80700" cy="1526144"/>
            </a:xfrm>
          </p:grpSpPr>
          <p:sp>
            <p:nvSpPr>
              <p:cNvPr id="9727" name="Google Shape;9727;p9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91"/>
            <p:cNvGrpSpPr/>
            <p:nvPr/>
          </p:nvGrpSpPr>
          <p:grpSpPr>
            <a:xfrm>
              <a:off x="2110795" y="1179665"/>
              <a:ext cx="80700" cy="1526144"/>
              <a:chOff x="2110795" y="1179665"/>
              <a:chExt cx="80700" cy="1526144"/>
            </a:xfrm>
          </p:grpSpPr>
          <p:sp>
            <p:nvSpPr>
              <p:cNvPr id="9738" name="Google Shape;9738;p9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8" name="Google Shape;9748;p91"/>
            <p:cNvGrpSpPr/>
            <p:nvPr/>
          </p:nvGrpSpPr>
          <p:grpSpPr>
            <a:xfrm>
              <a:off x="2284655" y="1179665"/>
              <a:ext cx="80700" cy="1526144"/>
              <a:chOff x="2284655" y="1179665"/>
              <a:chExt cx="80700" cy="1526144"/>
            </a:xfrm>
          </p:grpSpPr>
          <p:sp>
            <p:nvSpPr>
              <p:cNvPr id="9749" name="Google Shape;9749;p9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59" name="Google Shape;9759;p91"/>
          <p:cNvGrpSpPr/>
          <p:nvPr/>
        </p:nvGrpSpPr>
        <p:grpSpPr>
          <a:xfrm>
            <a:off x="2603242" y="985003"/>
            <a:ext cx="1364248" cy="1102133"/>
            <a:chOff x="2623904" y="1198803"/>
            <a:chExt cx="1364248" cy="1102133"/>
          </a:xfrm>
        </p:grpSpPr>
        <p:grpSp>
          <p:nvGrpSpPr>
            <p:cNvPr id="9760" name="Google Shape;9760;p91"/>
            <p:cNvGrpSpPr/>
            <p:nvPr/>
          </p:nvGrpSpPr>
          <p:grpSpPr>
            <a:xfrm>
              <a:off x="2623907" y="1198803"/>
              <a:ext cx="1364245" cy="273000"/>
              <a:chOff x="2623907" y="1198803"/>
              <a:chExt cx="1364245" cy="273000"/>
            </a:xfrm>
          </p:grpSpPr>
          <p:sp>
            <p:nvSpPr>
              <p:cNvPr id="9761" name="Google Shape;9761;p9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91"/>
            <p:cNvGrpSpPr/>
            <p:nvPr/>
          </p:nvGrpSpPr>
          <p:grpSpPr>
            <a:xfrm>
              <a:off x="2623904" y="1476964"/>
              <a:ext cx="1364245" cy="273000"/>
              <a:chOff x="2623904" y="1476964"/>
              <a:chExt cx="1364245" cy="273000"/>
            </a:xfrm>
          </p:grpSpPr>
          <p:sp>
            <p:nvSpPr>
              <p:cNvPr id="9767" name="Google Shape;9767;p9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91"/>
            <p:cNvGrpSpPr/>
            <p:nvPr/>
          </p:nvGrpSpPr>
          <p:grpSpPr>
            <a:xfrm>
              <a:off x="2623907" y="1749775"/>
              <a:ext cx="1364245" cy="273000"/>
              <a:chOff x="2623907" y="1749775"/>
              <a:chExt cx="1364245" cy="273000"/>
            </a:xfrm>
          </p:grpSpPr>
          <p:sp>
            <p:nvSpPr>
              <p:cNvPr id="9773" name="Google Shape;9773;p9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8" name="Google Shape;9778;p91"/>
            <p:cNvGrpSpPr/>
            <p:nvPr/>
          </p:nvGrpSpPr>
          <p:grpSpPr>
            <a:xfrm>
              <a:off x="2623904" y="2027936"/>
              <a:ext cx="1364245" cy="273000"/>
              <a:chOff x="2623904" y="2027936"/>
              <a:chExt cx="1364245" cy="273000"/>
            </a:xfrm>
          </p:grpSpPr>
          <p:sp>
            <p:nvSpPr>
              <p:cNvPr id="9779" name="Google Shape;9779;p9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84" name="Google Shape;9784;p91"/>
          <p:cNvGrpSpPr/>
          <p:nvPr/>
        </p:nvGrpSpPr>
        <p:grpSpPr>
          <a:xfrm>
            <a:off x="2592703" y="2444186"/>
            <a:ext cx="1387541" cy="159124"/>
            <a:chOff x="3200660" y="2180272"/>
            <a:chExt cx="2563824" cy="378237"/>
          </a:xfrm>
        </p:grpSpPr>
        <p:sp>
          <p:nvSpPr>
            <p:cNvPr id="9785" name="Google Shape;9785;p9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91"/>
          <p:cNvGrpSpPr/>
          <p:nvPr/>
        </p:nvGrpSpPr>
        <p:grpSpPr>
          <a:xfrm>
            <a:off x="2589227" y="2722011"/>
            <a:ext cx="1390502" cy="159625"/>
            <a:chOff x="3530150" y="2790075"/>
            <a:chExt cx="1962600" cy="225300"/>
          </a:xfrm>
        </p:grpSpPr>
        <p:sp>
          <p:nvSpPr>
            <p:cNvPr id="9804" name="Google Shape;9804;p9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91"/>
          <p:cNvGrpSpPr/>
          <p:nvPr/>
        </p:nvGrpSpPr>
        <p:grpSpPr>
          <a:xfrm>
            <a:off x="2589880" y="3000337"/>
            <a:ext cx="1411629" cy="153761"/>
            <a:chOff x="3558802" y="4011427"/>
            <a:chExt cx="1866000" cy="111300"/>
          </a:xfrm>
        </p:grpSpPr>
        <p:sp>
          <p:nvSpPr>
            <p:cNvPr id="9807" name="Google Shape;9807;p9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91"/>
          <p:cNvGrpSpPr/>
          <p:nvPr/>
        </p:nvGrpSpPr>
        <p:grpSpPr>
          <a:xfrm>
            <a:off x="2589573" y="2205736"/>
            <a:ext cx="1383503" cy="119749"/>
            <a:chOff x="3465975" y="2270276"/>
            <a:chExt cx="1986364" cy="171929"/>
          </a:xfrm>
        </p:grpSpPr>
        <p:sp>
          <p:nvSpPr>
            <p:cNvPr id="9810" name="Google Shape;9810;p9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91"/>
          <p:cNvGrpSpPr/>
          <p:nvPr/>
        </p:nvGrpSpPr>
        <p:grpSpPr>
          <a:xfrm>
            <a:off x="2600580" y="3569387"/>
            <a:ext cx="1369531" cy="195460"/>
            <a:chOff x="723300" y="4253549"/>
            <a:chExt cx="2276482" cy="324900"/>
          </a:xfrm>
        </p:grpSpPr>
        <p:sp>
          <p:nvSpPr>
            <p:cNvPr id="9819" name="Google Shape;9819;p9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91"/>
          <p:cNvGrpSpPr/>
          <p:nvPr/>
        </p:nvGrpSpPr>
        <p:grpSpPr>
          <a:xfrm>
            <a:off x="2590141" y="3270567"/>
            <a:ext cx="1389066" cy="180119"/>
            <a:chOff x="705948" y="3788465"/>
            <a:chExt cx="2308953" cy="299400"/>
          </a:xfrm>
        </p:grpSpPr>
        <p:sp>
          <p:nvSpPr>
            <p:cNvPr id="9825" name="Google Shape;9825;p9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91"/>
          <p:cNvGrpSpPr/>
          <p:nvPr/>
        </p:nvGrpSpPr>
        <p:grpSpPr>
          <a:xfrm>
            <a:off x="2638078" y="3883547"/>
            <a:ext cx="1304609" cy="294074"/>
            <a:chOff x="2658741" y="4097347"/>
            <a:chExt cx="1304609" cy="294074"/>
          </a:xfrm>
        </p:grpSpPr>
        <p:grpSp>
          <p:nvGrpSpPr>
            <p:cNvPr id="9831" name="Google Shape;9831;p91"/>
            <p:cNvGrpSpPr/>
            <p:nvPr/>
          </p:nvGrpSpPr>
          <p:grpSpPr>
            <a:xfrm>
              <a:off x="2658741" y="4097347"/>
              <a:ext cx="118572" cy="294074"/>
              <a:chOff x="3343310" y="4475555"/>
              <a:chExt cx="127717" cy="316753"/>
            </a:xfrm>
          </p:grpSpPr>
          <p:sp>
            <p:nvSpPr>
              <p:cNvPr id="9832" name="Google Shape;9832;p9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91"/>
            <p:cNvGrpSpPr/>
            <p:nvPr/>
          </p:nvGrpSpPr>
          <p:grpSpPr>
            <a:xfrm>
              <a:off x="3815519" y="4098388"/>
              <a:ext cx="147831" cy="291991"/>
              <a:chOff x="3527539" y="4476677"/>
              <a:chExt cx="159232" cy="314510"/>
            </a:xfrm>
          </p:grpSpPr>
          <p:sp>
            <p:nvSpPr>
              <p:cNvPr id="9835" name="Google Shape;9835;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7" name="Google Shape;9837;p91"/>
            <p:cNvGrpSpPr/>
            <p:nvPr/>
          </p:nvGrpSpPr>
          <p:grpSpPr>
            <a:xfrm>
              <a:off x="3511696" y="4098388"/>
              <a:ext cx="147831" cy="291991"/>
              <a:chOff x="3527539" y="4476677"/>
              <a:chExt cx="159232" cy="314510"/>
            </a:xfrm>
          </p:grpSpPr>
          <p:sp>
            <p:nvSpPr>
              <p:cNvPr id="9838" name="Google Shape;9838;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0" name="Google Shape;9840;p91"/>
            <p:cNvGrpSpPr/>
            <p:nvPr/>
          </p:nvGrpSpPr>
          <p:grpSpPr>
            <a:xfrm>
              <a:off x="3207874" y="4098388"/>
              <a:ext cx="147831" cy="291991"/>
              <a:chOff x="3527539" y="4476677"/>
              <a:chExt cx="159232" cy="314510"/>
            </a:xfrm>
          </p:grpSpPr>
          <p:sp>
            <p:nvSpPr>
              <p:cNvPr id="9841" name="Google Shape;9841;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91"/>
            <p:cNvGrpSpPr/>
            <p:nvPr/>
          </p:nvGrpSpPr>
          <p:grpSpPr>
            <a:xfrm>
              <a:off x="2933305" y="4097347"/>
              <a:ext cx="118572" cy="294074"/>
              <a:chOff x="3343310" y="4475555"/>
              <a:chExt cx="127717" cy="316753"/>
            </a:xfrm>
          </p:grpSpPr>
          <p:sp>
            <p:nvSpPr>
              <p:cNvPr id="9844" name="Google Shape;9844;p9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46" name="Google Shape;9846;p91"/>
          <p:cNvGrpSpPr/>
          <p:nvPr/>
        </p:nvGrpSpPr>
        <p:grpSpPr>
          <a:xfrm>
            <a:off x="4256908" y="1866669"/>
            <a:ext cx="1433821" cy="191501"/>
            <a:chOff x="4273350" y="2080469"/>
            <a:chExt cx="1433821" cy="191501"/>
          </a:xfrm>
        </p:grpSpPr>
        <p:grpSp>
          <p:nvGrpSpPr>
            <p:cNvPr id="9847" name="Google Shape;9847;p91"/>
            <p:cNvGrpSpPr/>
            <p:nvPr/>
          </p:nvGrpSpPr>
          <p:grpSpPr>
            <a:xfrm>
              <a:off x="4273350" y="2080469"/>
              <a:ext cx="1433821" cy="0"/>
              <a:chOff x="5224975" y="2962250"/>
              <a:chExt cx="1544400" cy="0"/>
            </a:xfrm>
          </p:grpSpPr>
          <p:cxnSp>
            <p:nvCxnSpPr>
              <p:cNvPr id="9848" name="Google Shape;9848;p9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849" name="Google Shape;9849;p9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850" name="Google Shape;9850;p91"/>
            <p:cNvGrpSpPr/>
            <p:nvPr/>
          </p:nvGrpSpPr>
          <p:grpSpPr>
            <a:xfrm>
              <a:off x="4273350" y="2271969"/>
              <a:ext cx="1433821" cy="0"/>
              <a:chOff x="5224975" y="2962250"/>
              <a:chExt cx="1544400" cy="0"/>
            </a:xfrm>
          </p:grpSpPr>
          <p:cxnSp>
            <p:nvCxnSpPr>
              <p:cNvPr id="9851" name="Google Shape;9851;p9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852" name="Google Shape;9852;p9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853" name="Google Shape;9853;p91"/>
          <p:cNvGrpSpPr/>
          <p:nvPr/>
        </p:nvGrpSpPr>
        <p:grpSpPr>
          <a:xfrm>
            <a:off x="4258463" y="969236"/>
            <a:ext cx="1430711" cy="743389"/>
            <a:chOff x="5159450" y="1919950"/>
            <a:chExt cx="1541050" cy="862500"/>
          </a:xfrm>
        </p:grpSpPr>
        <p:sp>
          <p:nvSpPr>
            <p:cNvPr id="9854" name="Google Shape;9854;p9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9855" name="Google Shape;9855;p91"/>
            <p:cNvGrpSpPr/>
            <p:nvPr/>
          </p:nvGrpSpPr>
          <p:grpSpPr>
            <a:xfrm>
              <a:off x="5159450" y="1919950"/>
              <a:ext cx="1541050" cy="862500"/>
              <a:chOff x="5159450" y="1919950"/>
              <a:chExt cx="1541050" cy="862500"/>
            </a:xfrm>
          </p:grpSpPr>
          <p:cxnSp>
            <p:nvCxnSpPr>
              <p:cNvPr id="9856" name="Google Shape;9856;p9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857" name="Google Shape;9857;p9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858" name="Google Shape;9858;p91"/>
          <p:cNvGrpSpPr/>
          <p:nvPr/>
        </p:nvGrpSpPr>
        <p:grpSpPr>
          <a:xfrm>
            <a:off x="4248577" y="2192564"/>
            <a:ext cx="1450484" cy="1052087"/>
            <a:chOff x="5230575" y="1554475"/>
            <a:chExt cx="2137150" cy="1550150"/>
          </a:xfrm>
        </p:grpSpPr>
        <p:sp>
          <p:nvSpPr>
            <p:cNvPr id="9859" name="Google Shape;9859;p9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91"/>
          <p:cNvGrpSpPr/>
          <p:nvPr/>
        </p:nvGrpSpPr>
        <p:grpSpPr>
          <a:xfrm rot="10800000">
            <a:off x="4265127" y="3284753"/>
            <a:ext cx="1417383" cy="887946"/>
            <a:chOff x="5645403" y="2920021"/>
            <a:chExt cx="2650800" cy="2180614"/>
          </a:xfrm>
        </p:grpSpPr>
        <p:sp>
          <p:nvSpPr>
            <p:cNvPr id="9873" name="Google Shape;9873;p9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74" name="Google Shape;9874;p91"/>
            <p:cNvCxnSpPr>
              <a:stCxn id="987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875" name="Google Shape;9875;p9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76" name="Google Shape;9876;p91"/>
            <p:cNvCxnSpPr>
              <a:endCxn id="987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877" name="Google Shape;9877;p9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78" name="Google Shape;9878;p91"/>
            <p:cNvCxnSpPr>
              <a:stCxn id="987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879" name="Google Shape;9879;p9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80" name="Google Shape;9880;p91"/>
            <p:cNvCxnSpPr>
              <a:endCxn id="987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881" name="Google Shape;9881;p91"/>
          <p:cNvGrpSpPr/>
          <p:nvPr/>
        </p:nvGrpSpPr>
        <p:grpSpPr>
          <a:xfrm>
            <a:off x="7365487" y="2188108"/>
            <a:ext cx="1071743" cy="1021579"/>
            <a:chOff x="7189833" y="2022667"/>
            <a:chExt cx="1251159" cy="1192597"/>
          </a:xfrm>
        </p:grpSpPr>
        <p:sp>
          <p:nvSpPr>
            <p:cNvPr id="9882" name="Google Shape;9882;p9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91"/>
          <p:cNvGrpSpPr/>
          <p:nvPr/>
        </p:nvGrpSpPr>
        <p:grpSpPr>
          <a:xfrm>
            <a:off x="706758" y="2614515"/>
            <a:ext cx="1695374" cy="1560837"/>
            <a:chOff x="727421" y="2828315"/>
            <a:chExt cx="1695374" cy="1560837"/>
          </a:xfrm>
        </p:grpSpPr>
        <p:grpSp>
          <p:nvGrpSpPr>
            <p:cNvPr id="9887" name="Google Shape;9887;p91"/>
            <p:cNvGrpSpPr/>
            <p:nvPr/>
          </p:nvGrpSpPr>
          <p:grpSpPr>
            <a:xfrm>
              <a:off x="819108" y="2882501"/>
              <a:ext cx="103104" cy="1426186"/>
              <a:chOff x="4674013" y="3100904"/>
              <a:chExt cx="122758" cy="1698043"/>
            </a:xfrm>
          </p:grpSpPr>
          <p:sp>
            <p:nvSpPr>
              <p:cNvPr id="9888" name="Google Shape;9888;p9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91"/>
            <p:cNvGrpSpPr/>
            <p:nvPr/>
          </p:nvGrpSpPr>
          <p:grpSpPr>
            <a:xfrm>
              <a:off x="1062475" y="2882501"/>
              <a:ext cx="103104" cy="1426186"/>
              <a:chOff x="4940438" y="3100904"/>
              <a:chExt cx="122758" cy="1698043"/>
            </a:xfrm>
          </p:grpSpPr>
          <p:sp>
            <p:nvSpPr>
              <p:cNvPr id="9896" name="Google Shape;9896;p9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3" name="Google Shape;9903;p91"/>
            <p:cNvGrpSpPr/>
            <p:nvPr/>
          </p:nvGrpSpPr>
          <p:grpSpPr>
            <a:xfrm>
              <a:off x="1299324" y="2882501"/>
              <a:ext cx="103104" cy="1426186"/>
              <a:chOff x="5206863" y="3100904"/>
              <a:chExt cx="122758" cy="1698043"/>
            </a:xfrm>
          </p:grpSpPr>
          <p:sp>
            <p:nvSpPr>
              <p:cNvPr id="9904" name="Google Shape;9904;p9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1" name="Google Shape;9911;p91"/>
            <p:cNvGrpSpPr/>
            <p:nvPr/>
          </p:nvGrpSpPr>
          <p:grpSpPr>
            <a:xfrm>
              <a:off x="1786057" y="2882501"/>
              <a:ext cx="103104" cy="1426186"/>
              <a:chOff x="6006138" y="3143629"/>
              <a:chExt cx="122758" cy="1698043"/>
            </a:xfrm>
          </p:grpSpPr>
          <p:sp>
            <p:nvSpPr>
              <p:cNvPr id="9912" name="Google Shape;9912;p9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91"/>
            <p:cNvGrpSpPr/>
            <p:nvPr/>
          </p:nvGrpSpPr>
          <p:grpSpPr>
            <a:xfrm>
              <a:off x="2029422" y="2882501"/>
              <a:ext cx="103104" cy="1426186"/>
              <a:chOff x="6805413" y="3100904"/>
              <a:chExt cx="122758" cy="1698043"/>
            </a:xfrm>
          </p:grpSpPr>
          <p:sp>
            <p:nvSpPr>
              <p:cNvPr id="9920" name="Google Shape;9920;p9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91"/>
            <p:cNvGrpSpPr/>
            <p:nvPr/>
          </p:nvGrpSpPr>
          <p:grpSpPr>
            <a:xfrm>
              <a:off x="727421" y="2828315"/>
              <a:ext cx="1695374" cy="1560837"/>
              <a:chOff x="734799" y="2782450"/>
              <a:chExt cx="1571100" cy="1577400"/>
            </a:xfrm>
          </p:grpSpPr>
          <p:cxnSp>
            <p:nvCxnSpPr>
              <p:cNvPr id="9928" name="Google Shape;9928;p9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929" name="Google Shape;9929;p9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930" name="Google Shape;9930;p91"/>
            <p:cNvGrpSpPr/>
            <p:nvPr/>
          </p:nvGrpSpPr>
          <p:grpSpPr>
            <a:xfrm>
              <a:off x="2272795" y="2882501"/>
              <a:ext cx="103104" cy="1426186"/>
              <a:chOff x="5206863" y="3100904"/>
              <a:chExt cx="122758" cy="1698043"/>
            </a:xfrm>
          </p:grpSpPr>
          <p:sp>
            <p:nvSpPr>
              <p:cNvPr id="9931" name="Google Shape;9931;p9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8" name="Google Shape;9938;p91"/>
            <p:cNvGrpSpPr/>
            <p:nvPr/>
          </p:nvGrpSpPr>
          <p:grpSpPr>
            <a:xfrm>
              <a:off x="1542694" y="2882501"/>
              <a:ext cx="103104" cy="1426186"/>
              <a:chOff x="6006138" y="3143629"/>
              <a:chExt cx="122758" cy="1698043"/>
            </a:xfrm>
          </p:grpSpPr>
          <p:sp>
            <p:nvSpPr>
              <p:cNvPr id="9939" name="Google Shape;9939;p9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46" name="Google Shape;9946;p91"/>
          <p:cNvGrpSpPr/>
          <p:nvPr/>
        </p:nvGrpSpPr>
        <p:grpSpPr>
          <a:xfrm>
            <a:off x="5915338" y="2192087"/>
            <a:ext cx="1248543" cy="1025319"/>
            <a:chOff x="5183758" y="1210600"/>
            <a:chExt cx="3605380" cy="2960783"/>
          </a:xfrm>
        </p:grpSpPr>
        <p:sp>
          <p:nvSpPr>
            <p:cNvPr id="9947" name="Google Shape;9947;p9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51" name="Google Shape;9951;p9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952" name="Google Shape;9952;p9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953" name="Google Shape;9953;p9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954" name="Google Shape;9954;p9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955" name="Google Shape;9955;p9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6" name="Google Shape;9956;p91"/>
          <p:cNvGrpSpPr/>
          <p:nvPr/>
        </p:nvGrpSpPr>
        <p:grpSpPr>
          <a:xfrm>
            <a:off x="5772399" y="3330404"/>
            <a:ext cx="2664831" cy="843440"/>
            <a:chOff x="5916567" y="1099697"/>
            <a:chExt cx="2556683" cy="809211"/>
          </a:xfrm>
        </p:grpSpPr>
        <p:sp>
          <p:nvSpPr>
            <p:cNvPr id="9957" name="Google Shape;9957;p9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91"/>
          <p:cNvGrpSpPr/>
          <p:nvPr/>
        </p:nvGrpSpPr>
        <p:grpSpPr>
          <a:xfrm>
            <a:off x="5879940" y="979263"/>
            <a:ext cx="1299851" cy="1023338"/>
            <a:chOff x="5900602" y="1193063"/>
            <a:chExt cx="1299851" cy="1023338"/>
          </a:xfrm>
        </p:grpSpPr>
        <p:grpSp>
          <p:nvGrpSpPr>
            <p:cNvPr id="9966" name="Google Shape;9966;p91"/>
            <p:cNvGrpSpPr/>
            <p:nvPr/>
          </p:nvGrpSpPr>
          <p:grpSpPr>
            <a:xfrm>
              <a:off x="6743564" y="1193063"/>
              <a:ext cx="456889" cy="700379"/>
              <a:chOff x="6743564" y="1193063"/>
              <a:chExt cx="456889" cy="700379"/>
            </a:xfrm>
          </p:grpSpPr>
          <p:grpSp>
            <p:nvGrpSpPr>
              <p:cNvPr id="9967" name="Google Shape;9967;p91"/>
              <p:cNvGrpSpPr/>
              <p:nvPr/>
            </p:nvGrpSpPr>
            <p:grpSpPr>
              <a:xfrm>
                <a:off x="6743564" y="1690731"/>
                <a:ext cx="214402" cy="202710"/>
                <a:chOff x="6743564" y="1690731"/>
                <a:chExt cx="214402" cy="202710"/>
              </a:xfrm>
            </p:grpSpPr>
            <p:sp>
              <p:nvSpPr>
                <p:cNvPr id="9968" name="Google Shape;9968;p9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0" name="Google Shape;9970;p91"/>
              <p:cNvGrpSpPr/>
              <p:nvPr/>
            </p:nvGrpSpPr>
            <p:grpSpPr>
              <a:xfrm>
                <a:off x="6915505" y="1193063"/>
                <a:ext cx="284947" cy="589637"/>
                <a:chOff x="6915505" y="1193063"/>
                <a:chExt cx="284947" cy="589637"/>
              </a:xfrm>
            </p:grpSpPr>
            <p:sp>
              <p:nvSpPr>
                <p:cNvPr id="9971" name="Google Shape;9971;p9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72" name="Google Shape;9972;p9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973" name="Google Shape;9973;p91"/>
            <p:cNvGrpSpPr/>
            <p:nvPr/>
          </p:nvGrpSpPr>
          <p:grpSpPr>
            <a:xfrm>
              <a:off x="6520337" y="1193063"/>
              <a:ext cx="341815" cy="801589"/>
              <a:chOff x="6520337" y="1193063"/>
              <a:chExt cx="341815" cy="801589"/>
            </a:xfrm>
          </p:grpSpPr>
          <p:grpSp>
            <p:nvGrpSpPr>
              <p:cNvPr id="9974" name="Google Shape;9974;p91"/>
              <p:cNvGrpSpPr/>
              <p:nvPr/>
            </p:nvGrpSpPr>
            <p:grpSpPr>
              <a:xfrm>
                <a:off x="6520337" y="1589527"/>
                <a:ext cx="213950" cy="405125"/>
                <a:chOff x="6520337" y="1589527"/>
                <a:chExt cx="213950" cy="405125"/>
              </a:xfrm>
            </p:grpSpPr>
            <p:sp>
              <p:nvSpPr>
                <p:cNvPr id="9975" name="Google Shape;9975;p9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91"/>
              <p:cNvGrpSpPr/>
              <p:nvPr/>
            </p:nvGrpSpPr>
            <p:grpSpPr>
              <a:xfrm>
                <a:off x="6577204" y="1193063"/>
                <a:ext cx="284947" cy="453562"/>
                <a:chOff x="6577204" y="1193063"/>
                <a:chExt cx="284947" cy="453562"/>
              </a:xfrm>
            </p:grpSpPr>
            <p:sp>
              <p:nvSpPr>
                <p:cNvPr id="9978" name="Google Shape;9978;p9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79" name="Google Shape;9979;p9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980" name="Google Shape;9980;p91"/>
            <p:cNvGrpSpPr/>
            <p:nvPr/>
          </p:nvGrpSpPr>
          <p:grpSpPr>
            <a:xfrm>
              <a:off x="6238903" y="1193063"/>
              <a:ext cx="300475" cy="901782"/>
              <a:chOff x="6238903" y="1193063"/>
              <a:chExt cx="300475" cy="901782"/>
            </a:xfrm>
          </p:grpSpPr>
          <p:grpSp>
            <p:nvGrpSpPr>
              <p:cNvPr id="9981" name="Google Shape;9981;p91"/>
              <p:cNvGrpSpPr/>
              <p:nvPr/>
            </p:nvGrpSpPr>
            <p:grpSpPr>
              <a:xfrm>
                <a:off x="6290865" y="1489315"/>
                <a:ext cx="248514" cy="605530"/>
                <a:chOff x="6290865" y="1489315"/>
                <a:chExt cx="248514" cy="605530"/>
              </a:xfrm>
            </p:grpSpPr>
            <p:sp>
              <p:nvSpPr>
                <p:cNvPr id="9982" name="Google Shape;9982;p9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91"/>
              <p:cNvGrpSpPr/>
              <p:nvPr/>
            </p:nvGrpSpPr>
            <p:grpSpPr>
              <a:xfrm>
                <a:off x="6238903" y="1193063"/>
                <a:ext cx="284947" cy="327512"/>
                <a:chOff x="6238903" y="1193063"/>
                <a:chExt cx="284947" cy="327512"/>
              </a:xfrm>
            </p:grpSpPr>
            <p:sp>
              <p:nvSpPr>
                <p:cNvPr id="9985" name="Google Shape;9985;p9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86" name="Google Shape;9986;p9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987" name="Google Shape;9987;p91"/>
            <p:cNvGrpSpPr/>
            <p:nvPr/>
          </p:nvGrpSpPr>
          <p:grpSpPr>
            <a:xfrm>
              <a:off x="5900602" y="1193063"/>
              <a:ext cx="444345" cy="1023338"/>
              <a:chOff x="5900602" y="1193063"/>
              <a:chExt cx="444345" cy="1023338"/>
            </a:xfrm>
          </p:grpSpPr>
          <p:grpSp>
            <p:nvGrpSpPr>
              <p:cNvPr id="9988" name="Google Shape;9988;p91"/>
              <p:cNvGrpSpPr/>
              <p:nvPr/>
            </p:nvGrpSpPr>
            <p:grpSpPr>
              <a:xfrm>
                <a:off x="6046501" y="1367785"/>
                <a:ext cx="298446" cy="848616"/>
                <a:chOff x="6046501" y="1367785"/>
                <a:chExt cx="298446" cy="848616"/>
              </a:xfrm>
            </p:grpSpPr>
            <p:sp>
              <p:nvSpPr>
                <p:cNvPr id="9989" name="Google Shape;9989;p9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91"/>
              <p:cNvGrpSpPr/>
              <p:nvPr/>
            </p:nvGrpSpPr>
            <p:grpSpPr>
              <a:xfrm>
                <a:off x="5900602" y="1193063"/>
                <a:ext cx="284947" cy="182312"/>
                <a:chOff x="5900602" y="1193063"/>
                <a:chExt cx="284947" cy="182312"/>
              </a:xfrm>
            </p:grpSpPr>
            <p:sp>
              <p:nvSpPr>
                <p:cNvPr id="9992" name="Google Shape;9992;p9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93" name="Google Shape;9993;p9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994" name="Google Shape;9994;p91"/>
          <p:cNvGrpSpPr/>
          <p:nvPr/>
        </p:nvGrpSpPr>
        <p:grpSpPr>
          <a:xfrm>
            <a:off x="7217822" y="979408"/>
            <a:ext cx="1219413" cy="1051365"/>
            <a:chOff x="7287122" y="1165658"/>
            <a:chExt cx="1219413" cy="1051365"/>
          </a:xfrm>
        </p:grpSpPr>
        <p:grpSp>
          <p:nvGrpSpPr>
            <p:cNvPr id="9995" name="Google Shape;9995;p91"/>
            <p:cNvGrpSpPr/>
            <p:nvPr/>
          </p:nvGrpSpPr>
          <p:grpSpPr>
            <a:xfrm>
              <a:off x="7287122" y="1969723"/>
              <a:ext cx="1219413" cy="247300"/>
              <a:chOff x="7287122" y="1969723"/>
              <a:chExt cx="1219413" cy="247300"/>
            </a:xfrm>
          </p:grpSpPr>
          <p:sp>
            <p:nvSpPr>
              <p:cNvPr id="9996" name="Google Shape;9996;p9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7" name="Google Shape;9997;p91"/>
              <p:cNvGrpSpPr/>
              <p:nvPr/>
            </p:nvGrpSpPr>
            <p:grpSpPr>
              <a:xfrm>
                <a:off x="7287122" y="2063892"/>
                <a:ext cx="1151753" cy="73428"/>
                <a:chOff x="7287122" y="2063892"/>
                <a:chExt cx="1151753" cy="73428"/>
              </a:xfrm>
            </p:grpSpPr>
            <p:sp>
              <p:nvSpPr>
                <p:cNvPr id="9998" name="Google Shape;9998;p9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999" name="Google Shape;9999;p9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000" name="Google Shape;10000;p91"/>
            <p:cNvGrpSpPr/>
            <p:nvPr/>
          </p:nvGrpSpPr>
          <p:grpSpPr>
            <a:xfrm>
              <a:off x="7287122" y="1712201"/>
              <a:ext cx="1219403" cy="246767"/>
              <a:chOff x="7287122" y="1712201"/>
              <a:chExt cx="1219403" cy="246767"/>
            </a:xfrm>
          </p:grpSpPr>
          <p:sp>
            <p:nvSpPr>
              <p:cNvPr id="10001" name="Google Shape;10001;p9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2" name="Google Shape;10002;p91"/>
              <p:cNvGrpSpPr/>
              <p:nvPr/>
            </p:nvGrpSpPr>
            <p:grpSpPr>
              <a:xfrm>
                <a:off x="7287122" y="1842861"/>
                <a:ext cx="1005303" cy="73419"/>
                <a:chOff x="7287122" y="1842861"/>
                <a:chExt cx="1005303" cy="73419"/>
              </a:xfrm>
            </p:grpSpPr>
            <p:sp>
              <p:nvSpPr>
                <p:cNvPr id="10003" name="Google Shape;10003;p9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04" name="Google Shape;10004;p9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005" name="Google Shape;10005;p91"/>
            <p:cNvGrpSpPr/>
            <p:nvPr/>
          </p:nvGrpSpPr>
          <p:grpSpPr>
            <a:xfrm>
              <a:off x="7287122" y="1447520"/>
              <a:ext cx="1219403" cy="286667"/>
              <a:chOff x="7287122" y="1447520"/>
              <a:chExt cx="1219403" cy="286667"/>
            </a:xfrm>
          </p:grpSpPr>
          <p:sp>
            <p:nvSpPr>
              <p:cNvPr id="10006" name="Google Shape;10006;p9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7" name="Google Shape;10007;p91"/>
              <p:cNvGrpSpPr/>
              <p:nvPr/>
            </p:nvGrpSpPr>
            <p:grpSpPr>
              <a:xfrm>
                <a:off x="7287122" y="1581977"/>
                <a:ext cx="852803" cy="73428"/>
                <a:chOff x="7287122" y="1581977"/>
                <a:chExt cx="852803" cy="73428"/>
              </a:xfrm>
            </p:grpSpPr>
            <p:sp>
              <p:nvSpPr>
                <p:cNvPr id="10008" name="Google Shape;10008;p9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09" name="Google Shape;10009;p9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010" name="Google Shape;10010;p91"/>
            <p:cNvGrpSpPr/>
            <p:nvPr/>
          </p:nvGrpSpPr>
          <p:grpSpPr>
            <a:xfrm>
              <a:off x="7287122" y="1165658"/>
              <a:ext cx="1219403" cy="344253"/>
              <a:chOff x="7287122" y="1165658"/>
              <a:chExt cx="1219403" cy="344253"/>
            </a:xfrm>
          </p:grpSpPr>
          <p:sp>
            <p:nvSpPr>
              <p:cNvPr id="10011" name="Google Shape;10011;p9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2" name="Google Shape;10012;p91"/>
              <p:cNvGrpSpPr/>
              <p:nvPr/>
            </p:nvGrpSpPr>
            <p:grpSpPr>
              <a:xfrm>
                <a:off x="7287122" y="1341025"/>
                <a:ext cx="695703" cy="73419"/>
                <a:chOff x="7287122" y="1341025"/>
                <a:chExt cx="695703" cy="73419"/>
              </a:xfrm>
            </p:grpSpPr>
            <p:sp>
              <p:nvSpPr>
                <p:cNvPr id="10013" name="Google Shape;10013;p9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014" name="Google Shape;10014;p9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18"/>
        <p:cNvGrpSpPr/>
        <p:nvPr/>
      </p:nvGrpSpPr>
      <p:grpSpPr>
        <a:xfrm>
          <a:off x="0" y="0"/>
          <a:ext cx="0" cy="0"/>
          <a:chOff x="0" y="0"/>
          <a:chExt cx="0" cy="0"/>
        </a:xfrm>
      </p:grpSpPr>
      <p:grpSp>
        <p:nvGrpSpPr>
          <p:cNvPr id="10019" name="Google Shape;10019;p92"/>
          <p:cNvGrpSpPr/>
          <p:nvPr/>
        </p:nvGrpSpPr>
        <p:grpSpPr>
          <a:xfrm>
            <a:off x="866243" y="2291587"/>
            <a:ext cx="415546" cy="355053"/>
            <a:chOff x="866243" y="2291587"/>
            <a:chExt cx="415546" cy="355053"/>
          </a:xfrm>
        </p:grpSpPr>
        <p:sp>
          <p:nvSpPr>
            <p:cNvPr id="10020" name="Google Shape;10020;p9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25" name="Google Shape;10025;p92"/>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6" name="Google Shape;10026;p92"/>
          <p:cNvGrpSpPr/>
          <p:nvPr/>
        </p:nvGrpSpPr>
        <p:grpSpPr>
          <a:xfrm>
            <a:off x="1958520" y="2302574"/>
            <a:ext cx="359213" cy="327807"/>
            <a:chOff x="1958520" y="2302574"/>
            <a:chExt cx="359213" cy="327807"/>
          </a:xfrm>
        </p:grpSpPr>
        <p:sp>
          <p:nvSpPr>
            <p:cNvPr id="10027" name="Google Shape;10027;p9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92"/>
          <p:cNvGrpSpPr/>
          <p:nvPr/>
        </p:nvGrpSpPr>
        <p:grpSpPr>
          <a:xfrm>
            <a:off x="2579882" y="2287427"/>
            <a:ext cx="207582" cy="359594"/>
            <a:chOff x="2656082" y="2287427"/>
            <a:chExt cx="207582" cy="359594"/>
          </a:xfrm>
        </p:grpSpPr>
        <p:sp>
          <p:nvSpPr>
            <p:cNvPr id="10031" name="Google Shape;10031;p9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92"/>
          <p:cNvGrpSpPr/>
          <p:nvPr/>
        </p:nvGrpSpPr>
        <p:grpSpPr>
          <a:xfrm>
            <a:off x="3049653" y="2321468"/>
            <a:ext cx="362991" cy="290018"/>
            <a:chOff x="3049653" y="2321468"/>
            <a:chExt cx="362991" cy="290018"/>
          </a:xfrm>
        </p:grpSpPr>
        <p:sp>
          <p:nvSpPr>
            <p:cNvPr id="10036" name="Google Shape;10036;p9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92"/>
          <p:cNvGrpSpPr/>
          <p:nvPr/>
        </p:nvGrpSpPr>
        <p:grpSpPr>
          <a:xfrm>
            <a:off x="3564243" y="2289904"/>
            <a:ext cx="422342" cy="355243"/>
            <a:chOff x="3564243" y="2289904"/>
            <a:chExt cx="422342" cy="355243"/>
          </a:xfrm>
        </p:grpSpPr>
        <p:sp>
          <p:nvSpPr>
            <p:cNvPr id="10041" name="Google Shape;10041;p9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6" name="Google Shape;10046;p92"/>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7" name="Google Shape;10047;p92"/>
          <p:cNvGrpSpPr/>
          <p:nvPr/>
        </p:nvGrpSpPr>
        <p:grpSpPr>
          <a:xfrm>
            <a:off x="4687894" y="2289713"/>
            <a:ext cx="359594" cy="353909"/>
            <a:chOff x="4687894" y="2289713"/>
            <a:chExt cx="359594" cy="353909"/>
          </a:xfrm>
        </p:grpSpPr>
        <p:sp>
          <p:nvSpPr>
            <p:cNvPr id="10048" name="Google Shape;10048;p9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1" name="Google Shape;10051;p92"/>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2" name="Google Shape;10052;p92"/>
          <p:cNvGrpSpPr/>
          <p:nvPr/>
        </p:nvGrpSpPr>
        <p:grpSpPr>
          <a:xfrm>
            <a:off x="6372624" y="2308227"/>
            <a:ext cx="263567" cy="317614"/>
            <a:chOff x="6421399" y="2308227"/>
            <a:chExt cx="263567" cy="317614"/>
          </a:xfrm>
        </p:grpSpPr>
        <p:sp>
          <p:nvSpPr>
            <p:cNvPr id="10053" name="Google Shape;10053;p9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92"/>
          <p:cNvGrpSpPr/>
          <p:nvPr/>
        </p:nvGrpSpPr>
        <p:grpSpPr>
          <a:xfrm>
            <a:off x="6870193" y="2295620"/>
            <a:ext cx="360356" cy="343462"/>
            <a:chOff x="6870193" y="2295620"/>
            <a:chExt cx="360356" cy="343462"/>
          </a:xfrm>
        </p:grpSpPr>
        <p:sp>
          <p:nvSpPr>
            <p:cNvPr id="10058" name="Google Shape;10058;p9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92"/>
          <p:cNvGrpSpPr/>
          <p:nvPr/>
        </p:nvGrpSpPr>
        <p:grpSpPr>
          <a:xfrm>
            <a:off x="7441465" y="2302860"/>
            <a:ext cx="342192" cy="327140"/>
            <a:chOff x="7441465" y="2302860"/>
            <a:chExt cx="342192" cy="327140"/>
          </a:xfrm>
        </p:grpSpPr>
        <p:sp>
          <p:nvSpPr>
            <p:cNvPr id="10061" name="Google Shape;10061;p9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92"/>
          <p:cNvGrpSpPr/>
          <p:nvPr/>
        </p:nvGrpSpPr>
        <p:grpSpPr>
          <a:xfrm>
            <a:off x="7989683" y="2350207"/>
            <a:ext cx="332761" cy="234066"/>
            <a:chOff x="7989683" y="2350207"/>
            <a:chExt cx="332761" cy="234066"/>
          </a:xfrm>
        </p:grpSpPr>
        <p:sp>
          <p:nvSpPr>
            <p:cNvPr id="10064" name="Google Shape;10064;p9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92"/>
          <p:cNvGrpSpPr/>
          <p:nvPr/>
        </p:nvGrpSpPr>
        <p:grpSpPr>
          <a:xfrm>
            <a:off x="5823294" y="2309751"/>
            <a:ext cx="315327" cy="314978"/>
            <a:chOff x="5823294" y="2309751"/>
            <a:chExt cx="315327" cy="314978"/>
          </a:xfrm>
        </p:grpSpPr>
        <p:sp>
          <p:nvSpPr>
            <p:cNvPr id="10071" name="Google Shape;10071;p9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92"/>
          <p:cNvGrpSpPr/>
          <p:nvPr/>
        </p:nvGrpSpPr>
        <p:grpSpPr>
          <a:xfrm>
            <a:off x="2497275" y="2744159"/>
            <a:ext cx="370930" cy="370549"/>
            <a:chOff x="2497275" y="2744159"/>
            <a:chExt cx="370930" cy="370549"/>
          </a:xfrm>
        </p:grpSpPr>
        <p:sp>
          <p:nvSpPr>
            <p:cNvPr id="10089" name="Google Shape;10089;p9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92"/>
          <p:cNvGrpSpPr/>
          <p:nvPr/>
        </p:nvGrpSpPr>
        <p:grpSpPr>
          <a:xfrm>
            <a:off x="860940" y="2746477"/>
            <a:ext cx="371883" cy="365691"/>
            <a:chOff x="860940" y="2746477"/>
            <a:chExt cx="371883" cy="365691"/>
          </a:xfrm>
        </p:grpSpPr>
        <p:sp>
          <p:nvSpPr>
            <p:cNvPr id="10096" name="Google Shape;10096;p9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92"/>
          <p:cNvGrpSpPr/>
          <p:nvPr/>
        </p:nvGrpSpPr>
        <p:grpSpPr>
          <a:xfrm>
            <a:off x="1450836" y="2766258"/>
            <a:ext cx="283985" cy="341080"/>
            <a:chOff x="1493849" y="2775533"/>
            <a:chExt cx="283985" cy="341080"/>
          </a:xfrm>
        </p:grpSpPr>
        <p:sp>
          <p:nvSpPr>
            <p:cNvPr id="10102" name="Google Shape;10102;p9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4" name="Google Shape;10104;p92"/>
          <p:cNvGrpSpPr/>
          <p:nvPr/>
        </p:nvGrpSpPr>
        <p:grpSpPr>
          <a:xfrm>
            <a:off x="1952836" y="2774422"/>
            <a:ext cx="372835" cy="342573"/>
            <a:chOff x="1952836" y="2774422"/>
            <a:chExt cx="372835" cy="342573"/>
          </a:xfrm>
        </p:grpSpPr>
        <p:sp>
          <p:nvSpPr>
            <p:cNvPr id="10105" name="Google Shape;10105;p9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8" name="Google Shape;10108;p92"/>
          <p:cNvGrpSpPr/>
          <p:nvPr/>
        </p:nvGrpSpPr>
        <p:grpSpPr>
          <a:xfrm>
            <a:off x="3079916" y="2744477"/>
            <a:ext cx="332729" cy="372518"/>
            <a:chOff x="3079916" y="2744477"/>
            <a:chExt cx="332729" cy="372518"/>
          </a:xfrm>
        </p:grpSpPr>
        <p:sp>
          <p:nvSpPr>
            <p:cNvPr id="10109" name="Google Shape;10109;p9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2" name="Google Shape;10112;p92"/>
          <p:cNvGrpSpPr/>
          <p:nvPr/>
        </p:nvGrpSpPr>
        <p:grpSpPr>
          <a:xfrm>
            <a:off x="3620576" y="2745525"/>
            <a:ext cx="336889" cy="355592"/>
            <a:chOff x="3620576" y="2745525"/>
            <a:chExt cx="336889" cy="355592"/>
          </a:xfrm>
        </p:grpSpPr>
        <p:sp>
          <p:nvSpPr>
            <p:cNvPr id="10113" name="Google Shape;10113;p9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5" name="Google Shape;10115;p92"/>
          <p:cNvGrpSpPr/>
          <p:nvPr/>
        </p:nvGrpSpPr>
        <p:grpSpPr>
          <a:xfrm>
            <a:off x="4126815" y="2760704"/>
            <a:ext cx="380393" cy="363118"/>
            <a:chOff x="4126815" y="2760704"/>
            <a:chExt cx="380393" cy="363118"/>
          </a:xfrm>
        </p:grpSpPr>
        <p:sp>
          <p:nvSpPr>
            <p:cNvPr id="10116" name="Google Shape;10116;p9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92"/>
          <p:cNvGrpSpPr/>
          <p:nvPr/>
        </p:nvGrpSpPr>
        <p:grpSpPr>
          <a:xfrm>
            <a:off x="4675986" y="2745684"/>
            <a:ext cx="381346" cy="368644"/>
            <a:chOff x="4675986" y="2745684"/>
            <a:chExt cx="381346" cy="368644"/>
          </a:xfrm>
        </p:grpSpPr>
        <p:sp>
          <p:nvSpPr>
            <p:cNvPr id="10121" name="Google Shape;10121;p9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92"/>
          <p:cNvGrpSpPr/>
          <p:nvPr/>
        </p:nvGrpSpPr>
        <p:grpSpPr>
          <a:xfrm>
            <a:off x="5220616" y="2791061"/>
            <a:ext cx="373185" cy="302466"/>
            <a:chOff x="5220616" y="2791061"/>
            <a:chExt cx="373185" cy="302466"/>
          </a:xfrm>
        </p:grpSpPr>
        <p:sp>
          <p:nvSpPr>
            <p:cNvPr id="10124" name="Google Shape;10124;p9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92"/>
          <p:cNvGrpSpPr/>
          <p:nvPr/>
        </p:nvGrpSpPr>
        <p:grpSpPr>
          <a:xfrm>
            <a:off x="5788661" y="2772517"/>
            <a:ext cx="284366" cy="344097"/>
            <a:chOff x="5864861" y="2772517"/>
            <a:chExt cx="284366" cy="344097"/>
          </a:xfrm>
        </p:grpSpPr>
        <p:sp>
          <p:nvSpPr>
            <p:cNvPr id="10143" name="Google Shape;10143;p9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9" name="Google Shape;10149;p92"/>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0" name="Google Shape;10150;p92"/>
          <p:cNvGrpSpPr/>
          <p:nvPr/>
        </p:nvGrpSpPr>
        <p:grpSpPr>
          <a:xfrm>
            <a:off x="6974158" y="2789537"/>
            <a:ext cx="255247" cy="327458"/>
            <a:chOff x="6974158" y="2789537"/>
            <a:chExt cx="255247" cy="327458"/>
          </a:xfrm>
        </p:grpSpPr>
        <p:sp>
          <p:nvSpPr>
            <p:cNvPr id="10151" name="Google Shape;10151;p9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92"/>
          <p:cNvGrpSpPr/>
          <p:nvPr/>
        </p:nvGrpSpPr>
        <p:grpSpPr>
          <a:xfrm>
            <a:off x="7530697" y="2790299"/>
            <a:ext cx="244291" cy="326314"/>
            <a:chOff x="7530697" y="2790299"/>
            <a:chExt cx="244291" cy="326314"/>
          </a:xfrm>
        </p:grpSpPr>
        <p:sp>
          <p:nvSpPr>
            <p:cNvPr id="10158" name="Google Shape;10158;p9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92"/>
          <p:cNvGrpSpPr/>
          <p:nvPr/>
        </p:nvGrpSpPr>
        <p:grpSpPr>
          <a:xfrm>
            <a:off x="7988191" y="2832248"/>
            <a:ext cx="332348" cy="283985"/>
            <a:chOff x="7988191" y="2832248"/>
            <a:chExt cx="332348" cy="283985"/>
          </a:xfrm>
        </p:grpSpPr>
        <p:sp>
          <p:nvSpPr>
            <p:cNvPr id="10165" name="Google Shape;10165;p9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8" name="Google Shape;10168;p92"/>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9" name="Google Shape;10169;p92"/>
          <p:cNvGrpSpPr/>
          <p:nvPr/>
        </p:nvGrpSpPr>
        <p:grpSpPr>
          <a:xfrm>
            <a:off x="3588440" y="3258368"/>
            <a:ext cx="364484" cy="262423"/>
            <a:chOff x="3588440" y="3258368"/>
            <a:chExt cx="364484" cy="262423"/>
          </a:xfrm>
        </p:grpSpPr>
        <p:sp>
          <p:nvSpPr>
            <p:cNvPr id="10170" name="Google Shape;10170;p9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6" name="Google Shape;10176;p92"/>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7" name="Google Shape;10177;p92"/>
          <p:cNvGrpSpPr/>
          <p:nvPr/>
        </p:nvGrpSpPr>
        <p:grpSpPr>
          <a:xfrm>
            <a:off x="5765817" y="3227724"/>
            <a:ext cx="364865" cy="324822"/>
            <a:chOff x="5765817" y="3227724"/>
            <a:chExt cx="364865" cy="324822"/>
          </a:xfrm>
        </p:grpSpPr>
        <p:sp>
          <p:nvSpPr>
            <p:cNvPr id="10178" name="Google Shape;10178;p9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1" name="Google Shape;10181;p92"/>
          <p:cNvGrpSpPr/>
          <p:nvPr/>
        </p:nvGrpSpPr>
        <p:grpSpPr>
          <a:xfrm>
            <a:off x="6228583" y="3237664"/>
            <a:ext cx="446539" cy="303895"/>
            <a:chOff x="6228583" y="3237664"/>
            <a:chExt cx="446539" cy="303895"/>
          </a:xfrm>
        </p:grpSpPr>
        <p:sp>
          <p:nvSpPr>
            <p:cNvPr id="10182" name="Google Shape;10182;p9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9" name="Google Shape;10199;p92"/>
          <p:cNvGrpSpPr/>
          <p:nvPr/>
        </p:nvGrpSpPr>
        <p:grpSpPr>
          <a:xfrm>
            <a:off x="865862" y="3207306"/>
            <a:ext cx="364484" cy="364897"/>
            <a:chOff x="865862" y="3207306"/>
            <a:chExt cx="364484" cy="364897"/>
          </a:xfrm>
        </p:grpSpPr>
        <p:sp>
          <p:nvSpPr>
            <p:cNvPr id="10200" name="Google Shape;10200;p9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92"/>
          <p:cNvGrpSpPr/>
          <p:nvPr/>
        </p:nvGrpSpPr>
        <p:grpSpPr>
          <a:xfrm>
            <a:off x="1404617" y="3226962"/>
            <a:ext cx="370168" cy="325965"/>
            <a:chOff x="1404617" y="3226962"/>
            <a:chExt cx="370168" cy="325965"/>
          </a:xfrm>
        </p:grpSpPr>
        <p:sp>
          <p:nvSpPr>
            <p:cNvPr id="10215" name="Google Shape;10215;p9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92"/>
          <p:cNvGrpSpPr/>
          <p:nvPr/>
        </p:nvGrpSpPr>
        <p:grpSpPr>
          <a:xfrm>
            <a:off x="1953403" y="3216094"/>
            <a:ext cx="366389" cy="354481"/>
            <a:chOff x="1954741" y="3212419"/>
            <a:chExt cx="366389" cy="354481"/>
          </a:xfrm>
        </p:grpSpPr>
        <p:sp>
          <p:nvSpPr>
            <p:cNvPr id="10225" name="Google Shape;10225;p9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92"/>
          <p:cNvGrpSpPr/>
          <p:nvPr/>
        </p:nvGrpSpPr>
        <p:grpSpPr>
          <a:xfrm>
            <a:off x="3043239" y="3215626"/>
            <a:ext cx="366008" cy="348670"/>
            <a:chOff x="3043239" y="3215626"/>
            <a:chExt cx="366008" cy="348670"/>
          </a:xfrm>
        </p:grpSpPr>
        <p:sp>
          <p:nvSpPr>
            <p:cNvPr id="10233" name="Google Shape;10233;p9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92"/>
          <p:cNvGrpSpPr/>
          <p:nvPr/>
        </p:nvGrpSpPr>
        <p:grpSpPr>
          <a:xfrm>
            <a:off x="4218333" y="3184982"/>
            <a:ext cx="209107" cy="383442"/>
            <a:chOff x="4218333" y="3184982"/>
            <a:chExt cx="209107" cy="383442"/>
          </a:xfrm>
        </p:grpSpPr>
        <p:sp>
          <p:nvSpPr>
            <p:cNvPr id="10236" name="Google Shape;10236;p9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8" name="Google Shape;10238;p92"/>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9" name="Google Shape;10239;p92"/>
          <p:cNvGrpSpPr/>
          <p:nvPr/>
        </p:nvGrpSpPr>
        <p:grpSpPr>
          <a:xfrm>
            <a:off x="6896644" y="3216007"/>
            <a:ext cx="322917" cy="347876"/>
            <a:chOff x="6896644" y="3216007"/>
            <a:chExt cx="322917" cy="347876"/>
          </a:xfrm>
        </p:grpSpPr>
        <p:sp>
          <p:nvSpPr>
            <p:cNvPr id="10240" name="Google Shape;10240;p9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92"/>
          <p:cNvGrpSpPr/>
          <p:nvPr/>
        </p:nvGrpSpPr>
        <p:grpSpPr>
          <a:xfrm>
            <a:off x="7429366" y="3223183"/>
            <a:ext cx="334634" cy="333904"/>
            <a:chOff x="7429366" y="3223183"/>
            <a:chExt cx="334634" cy="333904"/>
          </a:xfrm>
        </p:grpSpPr>
        <p:sp>
          <p:nvSpPr>
            <p:cNvPr id="10248" name="Google Shape;10248;p9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0" name="Google Shape;10250;p92"/>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1" name="Google Shape;10251;p92"/>
          <p:cNvGrpSpPr/>
          <p:nvPr/>
        </p:nvGrpSpPr>
        <p:grpSpPr>
          <a:xfrm>
            <a:off x="5216456" y="3725484"/>
            <a:ext cx="356196" cy="265631"/>
            <a:chOff x="5216456" y="3725484"/>
            <a:chExt cx="356196" cy="265631"/>
          </a:xfrm>
        </p:grpSpPr>
        <p:sp>
          <p:nvSpPr>
            <p:cNvPr id="10252" name="Google Shape;10252;p9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92"/>
          <p:cNvGrpSpPr/>
          <p:nvPr/>
        </p:nvGrpSpPr>
        <p:grpSpPr>
          <a:xfrm>
            <a:off x="6849393" y="3733994"/>
            <a:ext cx="355053" cy="248038"/>
            <a:chOff x="6849393" y="3733994"/>
            <a:chExt cx="355053" cy="248038"/>
          </a:xfrm>
        </p:grpSpPr>
        <p:sp>
          <p:nvSpPr>
            <p:cNvPr id="10255" name="Google Shape;10255;p9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92"/>
          <p:cNvGrpSpPr/>
          <p:nvPr/>
        </p:nvGrpSpPr>
        <p:grpSpPr>
          <a:xfrm>
            <a:off x="7918997" y="3714687"/>
            <a:ext cx="392111" cy="280206"/>
            <a:chOff x="7918997" y="3714687"/>
            <a:chExt cx="392111" cy="280206"/>
          </a:xfrm>
        </p:grpSpPr>
        <p:sp>
          <p:nvSpPr>
            <p:cNvPr id="10261" name="Google Shape;10261;p9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6" name="Google Shape;10266;p92"/>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7" name="Google Shape;10267;p92"/>
          <p:cNvGrpSpPr/>
          <p:nvPr/>
        </p:nvGrpSpPr>
        <p:grpSpPr>
          <a:xfrm>
            <a:off x="1408777" y="3680964"/>
            <a:ext cx="357720" cy="355148"/>
            <a:chOff x="1408777" y="3680964"/>
            <a:chExt cx="357720" cy="355148"/>
          </a:xfrm>
        </p:grpSpPr>
        <p:sp>
          <p:nvSpPr>
            <p:cNvPr id="10268" name="Google Shape;10268;p9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92"/>
          <p:cNvGrpSpPr/>
          <p:nvPr/>
        </p:nvGrpSpPr>
        <p:grpSpPr>
          <a:xfrm>
            <a:off x="1952836" y="3680964"/>
            <a:ext cx="357720" cy="355148"/>
            <a:chOff x="1952836" y="3680964"/>
            <a:chExt cx="357720" cy="355148"/>
          </a:xfrm>
        </p:grpSpPr>
        <p:sp>
          <p:nvSpPr>
            <p:cNvPr id="10274" name="Google Shape;10274;p9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92"/>
          <p:cNvGrpSpPr/>
          <p:nvPr/>
        </p:nvGrpSpPr>
        <p:grpSpPr>
          <a:xfrm>
            <a:off x="2496894" y="3680964"/>
            <a:ext cx="357720" cy="355148"/>
            <a:chOff x="2496894" y="3680964"/>
            <a:chExt cx="357720" cy="355148"/>
          </a:xfrm>
        </p:grpSpPr>
        <p:sp>
          <p:nvSpPr>
            <p:cNvPr id="10280" name="Google Shape;10280;p9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92"/>
          <p:cNvGrpSpPr/>
          <p:nvPr/>
        </p:nvGrpSpPr>
        <p:grpSpPr>
          <a:xfrm>
            <a:off x="3040984" y="3681059"/>
            <a:ext cx="356164" cy="355815"/>
            <a:chOff x="3040984" y="3681059"/>
            <a:chExt cx="356164" cy="355815"/>
          </a:xfrm>
        </p:grpSpPr>
        <p:sp>
          <p:nvSpPr>
            <p:cNvPr id="10286" name="Google Shape;10286;p9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92"/>
          <p:cNvGrpSpPr/>
          <p:nvPr/>
        </p:nvGrpSpPr>
        <p:grpSpPr>
          <a:xfrm>
            <a:off x="3584280" y="3699191"/>
            <a:ext cx="358069" cy="317995"/>
            <a:chOff x="3584280" y="3699191"/>
            <a:chExt cx="358069" cy="317995"/>
          </a:xfrm>
        </p:grpSpPr>
        <p:sp>
          <p:nvSpPr>
            <p:cNvPr id="10290" name="Google Shape;10290;p9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9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9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92"/>
          <p:cNvGrpSpPr/>
          <p:nvPr/>
        </p:nvGrpSpPr>
        <p:grpSpPr>
          <a:xfrm>
            <a:off x="4129482" y="3681059"/>
            <a:ext cx="355402" cy="354291"/>
            <a:chOff x="4129482" y="3681059"/>
            <a:chExt cx="355402" cy="354291"/>
          </a:xfrm>
        </p:grpSpPr>
        <p:sp>
          <p:nvSpPr>
            <p:cNvPr id="10295" name="Google Shape;10295;p9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9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9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9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92"/>
          <p:cNvGrpSpPr/>
          <p:nvPr/>
        </p:nvGrpSpPr>
        <p:grpSpPr>
          <a:xfrm>
            <a:off x="4673540" y="3680297"/>
            <a:ext cx="355434" cy="355815"/>
            <a:chOff x="4673540" y="3680297"/>
            <a:chExt cx="355434" cy="355815"/>
          </a:xfrm>
        </p:grpSpPr>
        <p:sp>
          <p:nvSpPr>
            <p:cNvPr id="10300" name="Google Shape;10300;p9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3" name="Google Shape;10303;p92"/>
          <p:cNvGrpSpPr/>
          <p:nvPr/>
        </p:nvGrpSpPr>
        <p:grpSpPr>
          <a:xfrm>
            <a:off x="5779408" y="3699191"/>
            <a:ext cx="317645" cy="318757"/>
            <a:chOff x="5779408" y="3699191"/>
            <a:chExt cx="317645" cy="318757"/>
          </a:xfrm>
        </p:grpSpPr>
        <p:sp>
          <p:nvSpPr>
            <p:cNvPr id="10304" name="Google Shape;10304;p9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9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6" name="Google Shape;10306;p92"/>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7" name="Google Shape;10307;p92"/>
          <p:cNvGrpSpPr/>
          <p:nvPr/>
        </p:nvGrpSpPr>
        <p:grpSpPr>
          <a:xfrm>
            <a:off x="7390435" y="3680868"/>
            <a:ext cx="372073" cy="355243"/>
            <a:chOff x="7390435" y="3680868"/>
            <a:chExt cx="372073" cy="355243"/>
          </a:xfrm>
        </p:grpSpPr>
        <p:sp>
          <p:nvSpPr>
            <p:cNvPr id="10308" name="Google Shape;10308;p9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9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9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9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92"/>
          <p:cNvGrpSpPr/>
          <p:nvPr/>
        </p:nvGrpSpPr>
        <p:grpSpPr>
          <a:xfrm>
            <a:off x="1675968" y="4125629"/>
            <a:ext cx="374709" cy="374010"/>
            <a:chOff x="1421638" y="4125629"/>
            <a:chExt cx="374709" cy="374010"/>
          </a:xfrm>
        </p:grpSpPr>
        <p:sp>
          <p:nvSpPr>
            <p:cNvPr id="10315" name="Google Shape;10315;p9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9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7" name="Google Shape;10317;p92"/>
          <p:cNvGrpSpPr/>
          <p:nvPr/>
        </p:nvGrpSpPr>
        <p:grpSpPr>
          <a:xfrm>
            <a:off x="2227584" y="4156304"/>
            <a:ext cx="357720" cy="342192"/>
            <a:chOff x="1973254" y="4156304"/>
            <a:chExt cx="357720" cy="342192"/>
          </a:xfrm>
        </p:grpSpPr>
        <p:sp>
          <p:nvSpPr>
            <p:cNvPr id="10318" name="Google Shape;10318;p9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9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9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9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9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4" name="Google Shape;10324;p92"/>
          <p:cNvGrpSpPr/>
          <p:nvPr/>
        </p:nvGrpSpPr>
        <p:grpSpPr>
          <a:xfrm>
            <a:off x="2778089" y="4135505"/>
            <a:ext cx="341049" cy="340318"/>
            <a:chOff x="2523759" y="4135505"/>
            <a:chExt cx="341049" cy="340318"/>
          </a:xfrm>
        </p:grpSpPr>
        <p:sp>
          <p:nvSpPr>
            <p:cNvPr id="10325" name="Google Shape;10325;p9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9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92"/>
          <p:cNvGrpSpPr/>
          <p:nvPr/>
        </p:nvGrpSpPr>
        <p:grpSpPr>
          <a:xfrm>
            <a:off x="3294933" y="4130360"/>
            <a:ext cx="392079" cy="350353"/>
            <a:chOff x="3040603" y="4130360"/>
            <a:chExt cx="392079" cy="350353"/>
          </a:xfrm>
        </p:grpSpPr>
        <p:sp>
          <p:nvSpPr>
            <p:cNvPr id="10328" name="Google Shape;10328;p9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9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9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9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9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9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9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9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9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9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8" name="Google Shape;10338;p92"/>
          <p:cNvGrpSpPr/>
          <p:nvPr/>
        </p:nvGrpSpPr>
        <p:grpSpPr>
          <a:xfrm>
            <a:off x="3916474" y="4135505"/>
            <a:ext cx="232955" cy="340318"/>
            <a:chOff x="3662144" y="4135505"/>
            <a:chExt cx="232955" cy="340318"/>
          </a:xfrm>
        </p:grpSpPr>
        <p:sp>
          <p:nvSpPr>
            <p:cNvPr id="10339" name="Google Shape;10339;p9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9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9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2"/>
          <p:cNvGrpSpPr/>
          <p:nvPr/>
        </p:nvGrpSpPr>
        <p:grpSpPr>
          <a:xfrm>
            <a:off x="4403468" y="4121151"/>
            <a:ext cx="344065" cy="368644"/>
            <a:chOff x="4149138" y="4121151"/>
            <a:chExt cx="344065" cy="368644"/>
          </a:xfrm>
        </p:grpSpPr>
        <p:sp>
          <p:nvSpPr>
            <p:cNvPr id="10344" name="Google Shape;10344;p9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9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9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9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9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9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9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9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9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6" name="Google Shape;10356;p92"/>
          <p:cNvSpPr/>
          <p:nvPr/>
        </p:nvSpPr>
        <p:spPr>
          <a:xfrm>
            <a:off x="494638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7" name="Google Shape;10357;p92"/>
          <p:cNvGrpSpPr/>
          <p:nvPr/>
        </p:nvGrpSpPr>
        <p:grpSpPr>
          <a:xfrm>
            <a:off x="5460592" y="4174817"/>
            <a:ext cx="397763" cy="262804"/>
            <a:chOff x="5206262" y="4174817"/>
            <a:chExt cx="397763" cy="262804"/>
          </a:xfrm>
        </p:grpSpPr>
        <p:sp>
          <p:nvSpPr>
            <p:cNvPr id="10358" name="Google Shape;10358;p9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9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9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9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9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9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9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92"/>
          <p:cNvGrpSpPr/>
          <p:nvPr/>
        </p:nvGrpSpPr>
        <p:grpSpPr>
          <a:xfrm>
            <a:off x="5981946" y="4204699"/>
            <a:ext cx="440505" cy="290018"/>
            <a:chOff x="5727616" y="4204699"/>
            <a:chExt cx="440505" cy="290018"/>
          </a:xfrm>
        </p:grpSpPr>
        <p:sp>
          <p:nvSpPr>
            <p:cNvPr id="10366" name="Google Shape;10366;p9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9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9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92"/>
          <p:cNvGrpSpPr/>
          <p:nvPr/>
        </p:nvGrpSpPr>
        <p:grpSpPr>
          <a:xfrm>
            <a:off x="6664393" y="4135124"/>
            <a:ext cx="159950" cy="364516"/>
            <a:chOff x="6410063" y="4135124"/>
            <a:chExt cx="159950" cy="364516"/>
          </a:xfrm>
        </p:grpSpPr>
        <p:sp>
          <p:nvSpPr>
            <p:cNvPr id="10375" name="Google Shape;10375;p9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9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9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92"/>
          <p:cNvGrpSpPr/>
          <p:nvPr/>
        </p:nvGrpSpPr>
        <p:grpSpPr>
          <a:xfrm>
            <a:off x="7178982" y="4135505"/>
            <a:ext cx="214378" cy="364135"/>
            <a:chOff x="6924652" y="4135505"/>
            <a:chExt cx="214378" cy="364135"/>
          </a:xfrm>
        </p:grpSpPr>
        <p:sp>
          <p:nvSpPr>
            <p:cNvPr id="10380" name="Google Shape;10380;p9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9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9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9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92"/>
          <p:cNvGrpSpPr/>
          <p:nvPr/>
        </p:nvGrpSpPr>
        <p:grpSpPr>
          <a:xfrm>
            <a:off x="7639081" y="4147984"/>
            <a:ext cx="380012" cy="351274"/>
            <a:chOff x="7384751" y="4147984"/>
            <a:chExt cx="380012" cy="351274"/>
          </a:xfrm>
        </p:grpSpPr>
        <p:sp>
          <p:nvSpPr>
            <p:cNvPr id="10385" name="Google Shape;10385;p92"/>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92"/>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92"/>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2"/>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2"/>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0" name="Google Shape;10390;p92"/>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0391" name="Google Shape;10391;p9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10392" name="Google Shape;10392;p92"/>
          <p:cNvGrpSpPr/>
          <p:nvPr/>
        </p:nvGrpSpPr>
        <p:grpSpPr>
          <a:xfrm>
            <a:off x="1124907" y="4124000"/>
            <a:ext cx="374177" cy="374263"/>
            <a:chOff x="775325" y="4143525"/>
            <a:chExt cx="468776" cy="468884"/>
          </a:xfrm>
        </p:grpSpPr>
        <p:sp>
          <p:nvSpPr>
            <p:cNvPr id="10393" name="Google Shape;10393;p92"/>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92"/>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2"/>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2"/>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0400"/>
        <p:cNvGrpSpPr/>
        <p:nvPr/>
      </p:nvGrpSpPr>
      <p:grpSpPr>
        <a:xfrm>
          <a:off x="0" y="0"/>
          <a:ext cx="0" cy="0"/>
          <a:chOff x="0" y="0"/>
          <a:chExt cx="0" cy="0"/>
        </a:xfrm>
      </p:grpSpPr>
      <p:grpSp>
        <p:nvGrpSpPr>
          <p:cNvPr id="10401" name="Google Shape;10401;p93"/>
          <p:cNvGrpSpPr/>
          <p:nvPr/>
        </p:nvGrpSpPr>
        <p:grpSpPr>
          <a:xfrm>
            <a:off x="1989449" y="4101269"/>
            <a:ext cx="374774" cy="346073"/>
            <a:chOff x="1989449" y="4282269"/>
            <a:chExt cx="374774" cy="346073"/>
          </a:xfrm>
        </p:grpSpPr>
        <p:sp>
          <p:nvSpPr>
            <p:cNvPr id="10402" name="Google Shape;10402;p9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9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9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7" name="Google Shape;10407;p93"/>
          <p:cNvGrpSpPr/>
          <p:nvPr/>
        </p:nvGrpSpPr>
        <p:grpSpPr>
          <a:xfrm>
            <a:off x="2487439" y="4099740"/>
            <a:ext cx="198775" cy="348972"/>
            <a:chOff x="2487439" y="4280740"/>
            <a:chExt cx="198775" cy="348972"/>
          </a:xfrm>
        </p:grpSpPr>
        <p:sp>
          <p:nvSpPr>
            <p:cNvPr id="10408" name="Google Shape;10408;p9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9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9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93"/>
          <p:cNvGrpSpPr/>
          <p:nvPr/>
        </p:nvGrpSpPr>
        <p:grpSpPr>
          <a:xfrm>
            <a:off x="2810958" y="4092923"/>
            <a:ext cx="353145" cy="361873"/>
            <a:chOff x="2810958" y="4273923"/>
            <a:chExt cx="353145" cy="361873"/>
          </a:xfrm>
        </p:grpSpPr>
        <p:sp>
          <p:nvSpPr>
            <p:cNvPr id="10413" name="Google Shape;10413;p9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9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9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9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9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9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9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93"/>
          <p:cNvGrpSpPr/>
          <p:nvPr/>
        </p:nvGrpSpPr>
        <p:grpSpPr>
          <a:xfrm>
            <a:off x="6275635" y="4101651"/>
            <a:ext cx="209383" cy="366778"/>
            <a:chOff x="6275635" y="4282651"/>
            <a:chExt cx="209383" cy="366778"/>
          </a:xfrm>
        </p:grpSpPr>
        <p:sp>
          <p:nvSpPr>
            <p:cNvPr id="10421" name="Google Shape;10421;p9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9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3" name="Google Shape;10423;p93"/>
          <p:cNvGrpSpPr/>
          <p:nvPr/>
        </p:nvGrpSpPr>
        <p:grpSpPr>
          <a:xfrm>
            <a:off x="6701186" y="4102033"/>
            <a:ext cx="280292" cy="366396"/>
            <a:chOff x="6701186" y="4283033"/>
            <a:chExt cx="280292" cy="366396"/>
          </a:xfrm>
        </p:grpSpPr>
        <p:sp>
          <p:nvSpPr>
            <p:cNvPr id="10424" name="Google Shape;10424;p9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9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93"/>
          <p:cNvGrpSpPr/>
          <p:nvPr/>
        </p:nvGrpSpPr>
        <p:grpSpPr>
          <a:xfrm>
            <a:off x="2609571" y="3643958"/>
            <a:ext cx="373627" cy="347347"/>
            <a:chOff x="2609571" y="3824958"/>
            <a:chExt cx="373627" cy="347347"/>
          </a:xfrm>
        </p:grpSpPr>
        <p:sp>
          <p:nvSpPr>
            <p:cNvPr id="10427" name="Google Shape;10427;p9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9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9" name="Google Shape;10429;p9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0" name="Google Shape;10430;p93"/>
          <p:cNvGrpSpPr/>
          <p:nvPr/>
        </p:nvGrpSpPr>
        <p:grpSpPr>
          <a:xfrm>
            <a:off x="916127" y="3626056"/>
            <a:ext cx="221902" cy="380795"/>
            <a:chOff x="916127" y="3807056"/>
            <a:chExt cx="221902" cy="380795"/>
          </a:xfrm>
        </p:grpSpPr>
        <p:sp>
          <p:nvSpPr>
            <p:cNvPr id="10431" name="Google Shape;10431;p9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9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9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9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5" name="Google Shape;10435;p9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9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7" name="Google Shape;10437;p93"/>
          <p:cNvGrpSpPr/>
          <p:nvPr/>
        </p:nvGrpSpPr>
        <p:grpSpPr>
          <a:xfrm>
            <a:off x="3513010" y="3635134"/>
            <a:ext cx="362223" cy="361108"/>
            <a:chOff x="3513010" y="3816134"/>
            <a:chExt cx="362223" cy="361108"/>
          </a:xfrm>
        </p:grpSpPr>
        <p:sp>
          <p:nvSpPr>
            <p:cNvPr id="10438" name="Google Shape;10438;p9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9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9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9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93"/>
          <p:cNvGrpSpPr/>
          <p:nvPr/>
        </p:nvGrpSpPr>
        <p:grpSpPr>
          <a:xfrm>
            <a:off x="3950316" y="3639307"/>
            <a:ext cx="369805" cy="353782"/>
            <a:chOff x="3950316" y="3820307"/>
            <a:chExt cx="369805" cy="353782"/>
          </a:xfrm>
        </p:grpSpPr>
        <p:sp>
          <p:nvSpPr>
            <p:cNvPr id="10443" name="Google Shape;10443;p9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9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9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9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93"/>
          <p:cNvGrpSpPr/>
          <p:nvPr/>
        </p:nvGrpSpPr>
        <p:grpSpPr>
          <a:xfrm>
            <a:off x="1761909" y="3630961"/>
            <a:ext cx="307974" cy="371716"/>
            <a:chOff x="1761909" y="3811961"/>
            <a:chExt cx="307974" cy="371716"/>
          </a:xfrm>
        </p:grpSpPr>
        <p:sp>
          <p:nvSpPr>
            <p:cNvPr id="10448" name="Google Shape;10448;p9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9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9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9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9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9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9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9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93"/>
          <p:cNvGrpSpPr/>
          <p:nvPr/>
        </p:nvGrpSpPr>
        <p:grpSpPr>
          <a:xfrm>
            <a:off x="5373342" y="3627935"/>
            <a:ext cx="231395" cy="353145"/>
            <a:chOff x="5373342" y="3808935"/>
            <a:chExt cx="231395" cy="353145"/>
          </a:xfrm>
        </p:grpSpPr>
        <p:sp>
          <p:nvSpPr>
            <p:cNvPr id="10459" name="Google Shape;10459;p9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9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9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9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9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8" name="Google Shape;10468;p9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9" name="Google Shape;10469;p93"/>
          <p:cNvGrpSpPr/>
          <p:nvPr/>
        </p:nvGrpSpPr>
        <p:grpSpPr>
          <a:xfrm>
            <a:off x="5833775" y="3628445"/>
            <a:ext cx="235185" cy="352253"/>
            <a:chOff x="5833775" y="3809445"/>
            <a:chExt cx="235185" cy="352253"/>
          </a:xfrm>
        </p:grpSpPr>
        <p:sp>
          <p:nvSpPr>
            <p:cNvPr id="10470" name="Google Shape;10470;p9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93"/>
          <p:cNvGrpSpPr/>
          <p:nvPr/>
        </p:nvGrpSpPr>
        <p:grpSpPr>
          <a:xfrm>
            <a:off x="4942472" y="3628318"/>
            <a:ext cx="238976" cy="352762"/>
            <a:chOff x="4942472" y="3809318"/>
            <a:chExt cx="238976" cy="352762"/>
          </a:xfrm>
        </p:grpSpPr>
        <p:sp>
          <p:nvSpPr>
            <p:cNvPr id="10474" name="Google Shape;10474;p9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9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9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93"/>
          <p:cNvGrpSpPr/>
          <p:nvPr/>
        </p:nvGrpSpPr>
        <p:grpSpPr>
          <a:xfrm>
            <a:off x="6266525" y="3626788"/>
            <a:ext cx="260223" cy="353527"/>
            <a:chOff x="6266525" y="3807788"/>
            <a:chExt cx="260223" cy="353527"/>
          </a:xfrm>
        </p:grpSpPr>
        <p:sp>
          <p:nvSpPr>
            <p:cNvPr id="10482" name="Google Shape;10482;p9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6" name="Google Shape;10486;p9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7" name="Google Shape;10487;p93"/>
          <p:cNvGrpSpPr/>
          <p:nvPr/>
        </p:nvGrpSpPr>
        <p:grpSpPr>
          <a:xfrm>
            <a:off x="7184363" y="3628604"/>
            <a:ext cx="202184" cy="352762"/>
            <a:chOff x="7184363" y="3809604"/>
            <a:chExt cx="202184" cy="352762"/>
          </a:xfrm>
        </p:grpSpPr>
        <p:sp>
          <p:nvSpPr>
            <p:cNvPr id="10488" name="Google Shape;10488;p9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93"/>
          <p:cNvGrpSpPr/>
          <p:nvPr/>
        </p:nvGrpSpPr>
        <p:grpSpPr>
          <a:xfrm>
            <a:off x="7571624" y="3627935"/>
            <a:ext cx="292047" cy="352762"/>
            <a:chOff x="7571624" y="3808935"/>
            <a:chExt cx="292047" cy="352762"/>
          </a:xfrm>
        </p:grpSpPr>
        <p:sp>
          <p:nvSpPr>
            <p:cNvPr id="10491" name="Google Shape;10491;p9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7" name="Google Shape;10497;p93"/>
          <p:cNvGrpSpPr/>
          <p:nvPr/>
        </p:nvGrpSpPr>
        <p:grpSpPr>
          <a:xfrm>
            <a:off x="2174559" y="3175116"/>
            <a:ext cx="364135" cy="359930"/>
            <a:chOff x="2174559" y="3356116"/>
            <a:chExt cx="364135" cy="359930"/>
          </a:xfrm>
        </p:grpSpPr>
        <p:sp>
          <p:nvSpPr>
            <p:cNvPr id="10498" name="Google Shape;10498;p9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0" name="Google Shape;10500;p93"/>
          <p:cNvGrpSpPr/>
          <p:nvPr/>
        </p:nvGrpSpPr>
        <p:grpSpPr>
          <a:xfrm>
            <a:off x="1731934" y="3174639"/>
            <a:ext cx="368371" cy="361554"/>
            <a:chOff x="1731934" y="3355639"/>
            <a:chExt cx="368371" cy="361554"/>
          </a:xfrm>
        </p:grpSpPr>
        <p:sp>
          <p:nvSpPr>
            <p:cNvPr id="10501" name="Google Shape;10501;p9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3" name="Google Shape;10503;p93"/>
          <p:cNvGrpSpPr/>
          <p:nvPr/>
        </p:nvGrpSpPr>
        <p:grpSpPr>
          <a:xfrm>
            <a:off x="3990517" y="3173173"/>
            <a:ext cx="279559" cy="363402"/>
            <a:chOff x="3990517" y="3354173"/>
            <a:chExt cx="279559" cy="363402"/>
          </a:xfrm>
        </p:grpSpPr>
        <p:sp>
          <p:nvSpPr>
            <p:cNvPr id="10504" name="Google Shape;10504;p9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9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9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93"/>
          <p:cNvGrpSpPr/>
          <p:nvPr/>
        </p:nvGrpSpPr>
        <p:grpSpPr>
          <a:xfrm>
            <a:off x="3497847" y="3236374"/>
            <a:ext cx="379680" cy="237606"/>
            <a:chOff x="3497847" y="3417374"/>
            <a:chExt cx="379680" cy="237606"/>
          </a:xfrm>
        </p:grpSpPr>
        <p:sp>
          <p:nvSpPr>
            <p:cNvPr id="10508" name="Google Shape;10508;p9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93"/>
          <p:cNvGrpSpPr/>
          <p:nvPr/>
        </p:nvGrpSpPr>
        <p:grpSpPr>
          <a:xfrm>
            <a:off x="2612597" y="3186075"/>
            <a:ext cx="376271" cy="337982"/>
            <a:chOff x="2612597" y="3367075"/>
            <a:chExt cx="376271" cy="337982"/>
          </a:xfrm>
        </p:grpSpPr>
        <p:sp>
          <p:nvSpPr>
            <p:cNvPr id="10513" name="Google Shape;10513;p9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93"/>
          <p:cNvGrpSpPr/>
          <p:nvPr/>
        </p:nvGrpSpPr>
        <p:grpSpPr>
          <a:xfrm>
            <a:off x="3071914" y="3183431"/>
            <a:ext cx="343652" cy="342505"/>
            <a:chOff x="3071914" y="3364431"/>
            <a:chExt cx="343652" cy="342505"/>
          </a:xfrm>
        </p:grpSpPr>
        <p:sp>
          <p:nvSpPr>
            <p:cNvPr id="10516" name="Google Shape;10516;p9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93"/>
          <p:cNvGrpSpPr/>
          <p:nvPr/>
        </p:nvGrpSpPr>
        <p:grpSpPr>
          <a:xfrm>
            <a:off x="897141" y="3178875"/>
            <a:ext cx="257962" cy="352762"/>
            <a:chOff x="897141" y="3359875"/>
            <a:chExt cx="257962" cy="352762"/>
          </a:xfrm>
        </p:grpSpPr>
        <p:sp>
          <p:nvSpPr>
            <p:cNvPr id="10522" name="Google Shape;10522;p9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9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93"/>
          <p:cNvGrpSpPr/>
          <p:nvPr/>
        </p:nvGrpSpPr>
        <p:grpSpPr>
          <a:xfrm>
            <a:off x="1333682" y="3163330"/>
            <a:ext cx="271213" cy="383088"/>
            <a:chOff x="1333682" y="3344330"/>
            <a:chExt cx="271213" cy="383088"/>
          </a:xfrm>
        </p:grpSpPr>
        <p:sp>
          <p:nvSpPr>
            <p:cNvPr id="10531" name="Google Shape;10531;p9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9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9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93"/>
          <p:cNvGrpSpPr/>
          <p:nvPr/>
        </p:nvGrpSpPr>
        <p:grpSpPr>
          <a:xfrm>
            <a:off x="6664394" y="3165974"/>
            <a:ext cx="353113" cy="351998"/>
            <a:chOff x="6664394" y="3346974"/>
            <a:chExt cx="353113" cy="351998"/>
          </a:xfrm>
        </p:grpSpPr>
        <p:sp>
          <p:nvSpPr>
            <p:cNvPr id="10543" name="Google Shape;10543;p9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93"/>
          <p:cNvGrpSpPr/>
          <p:nvPr/>
        </p:nvGrpSpPr>
        <p:grpSpPr>
          <a:xfrm>
            <a:off x="849741" y="1778307"/>
            <a:ext cx="399398" cy="375443"/>
            <a:chOff x="849741" y="1959307"/>
            <a:chExt cx="399398" cy="375443"/>
          </a:xfrm>
        </p:grpSpPr>
        <p:sp>
          <p:nvSpPr>
            <p:cNvPr id="10549" name="Google Shape;10549;p9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93"/>
          <p:cNvGrpSpPr/>
          <p:nvPr/>
        </p:nvGrpSpPr>
        <p:grpSpPr>
          <a:xfrm>
            <a:off x="1284212" y="1782766"/>
            <a:ext cx="379489" cy="366046"/>
            <a:chOff x="1284212" y="1963766"/>
            <a:chExt cx="379489" cy="366046"/>
          </a:xfrm>
        </p:grpSpPr>
        <p:sp>
          <p:nvSpPr>
            <p:cNvPr id="10552" name="Google Shape;10552;p9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93"/>
          <p:cNvGrpSpPr/>
          <p:nvPr/>
        </p:nvGrpSpPr>
        <p:grpSpPr>
          <a:xfrm>
            <a:off x="3037766" y="1788564"/>
            <a:ext cx="370219" cy="354928"/>
            <a:chOff x="3037766" y="1969564"/>
            <a:chExt cx="370219" cy="354928"/>
          </a:xfrm>
        </p:grpSpPr>
        <p:sp>
          <p:nvSpPr>
            <p:cNvPr id="10555" name="Google Shape;10555;p9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93"/>
          <p:cNvGrpSpPr/>
          <p:nvPr/>
        </p:nvGrpSpPr>
        <p:grpSpPr>
          <a:xfrm>
            <a:off x="3982553" y="1790730"/>
            <a:ext cx="304566" cy="350501"/>
            <a:chOff x="3982553" y="1971730"/>
            <a:chExt cx="304566" cy="350501"/>
          </a:xfrm>
        </p:grpSpPr>
        <p:sp>
          <p:nvSpPr>
            <p:cNvPr id="10560" name="Google Shape;10560;p9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93"/>
          <p:cNvGrpSpPr/>
          <p:nvPr/>
        </p:nvGrpSpPr>
        <p:grpSpPr>
          <a:xfrm>
            <a:off x="2567841" y="1813124"/>
            <a:ext cx="399812" cy="306477"/>
            <a:chOff x="2567841" y="1994124"/>
            <a:chExt cx="399812" cy="306477"/>
          </a:xfrm>
        </p:grpSpPr>
        <p:sp>
          <p:nvSpPr>
            <p:cNvPr id="10563" name="Google Shape;10563;p9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93"/>
          <p:cNvGrpSpPr/>
          <p:nvPr/>
        </p:nvGrpSpPr>
        <p:grpSpPr>
          <a:xfrm>
            <a:off x="2212084" y="1779358"/>
            <a:ext cx="324698" cy="372863"/>
            <a:chOff x="2212084" y="1960358"/>
            <a:chExt cx="324698" cy="372863"/>
          </a:xfrm>
        </p:grpSpPr>
        <p:sp>
          <p:nvSpPr>
            <p:cNvPr id="10567" name="Google Shape;10567;p9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93"/>
          <p:cNvGrpSpPr/>
          <p:nvPr/>
        </p:nvGrpSpPr>
        <p:grpSpPr>
          <a:xfrm>
            <a:off x="1805901" y="1779358"/>
            <a:ext cx="284847" cy="373627"/>
            <a:chOff x="1805901" y="1960358"/>
            <a:chExt cx="284847" cy="373627"/>
          </a:xfrm>
        </p:grpSpPr>
        <p:sp>
          <p:nvSpPr>
            <p:cNvPr id="10571" name="Google Shape;10571;p9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3" name="Google Shape;10573;p9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9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9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6" name="Google Shape;10576;p93"/>
          <p:cNvGrpSpPr/>
          <p:nvPr/>
        </p:nvGrpSpPr>
        <p:grpSpPr>
          <a:xfrm>
            <a:off x="6656812" y="1848388"/>
            <a:ext cx="368690" cy="245793"/>
            <a:chOff x="6656812" y="2029388"/>
            <a:chExt cx="368690" cy="245793"/>
          </a:xfrm>
        </p:grpSpPr>
        <p:sp>
          <p:nvSpPr>
            <p:cNvPr id="10577" name="Google Shape;10577;p9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9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9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9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9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9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9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9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7" name="Google Shape;10587;p93"/>
          <p:cNvGrpSpPr/>
          <p:nvPr/>
        </p:nvGrpSpPr>
        <p:grpSpPr>
          <a:xfrm>
            <a:off x="4869651" y="1831218"/>
            <a:ext cx="376654" cy="281566"/>
            <a:chOff x="4869651" y="2012218"/>
            <a:chExt cx="376654" cy="281566"/>
          </a:xfrm>
        </p:grpSpPr>
        <p:sp>
          <p:nvSpPr>
            <p:cNvPr id="10588" name="Google Shape;10588;p9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9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9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9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2" name="Google Shape;10592;p93"/>
          <p:cNvGrpSpPr/>
          <p:nvPr/>
        </p:nvGrpSpPr>
        <p:grpSpPr>
          <a:xfrm>
            <a:off x="5306224" y="1831313"/>
            <a:ext cx="367925" cy="281694"/>
            <a:chOff x="5306224" y="2012313"/>
            <a:chExt cx="367925" cy="281694"/>
          </a:xfrm>
        </p:grpSpPr>
        <p:sp>
          <p:nvSpPr>
            <p:cNvPr id="10593" name="Google Shape;10593;p9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9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5" name="Google Shape;10595;p9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6" name="Google Shape;10596;p93"/>
          <p:cNvGrpSpPr/>
          <p:nvPr/>
        </p:nvGrpSpPr>
        <p:grpSpPr>
          <a:xfrm>
            <a:off x="6195998" y="1802102"/>
            <a:ext cx="368308" cy="338746"/>
            <a:chOff x="6195998" y="1983102"/>
            <a:chExt cx="368308" cy="338746"/>
          </a:xfrm>
        </p:grpSpPr>
        <p:sp>
          <p:nvSpPr>
            <p:cNvPr id="10597" name="Google Shape;10597;p9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9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9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0" name="Google Shape;10600;p93"/>
          <p:cNvGrpSpPr/>
          <p:nvPr/>
        </p:nvGrpSpPr>
        <p:grpSpPr>
          <a:xfrm>
            <a:off x="7542031" y="1830835"/>
            <a:ext cx="369072" cy="280037"/>
            <a:chOff x="7542031" y="2011835"/>
            <a:chExt cx="369072" cy="280037"/>
          </a:xfrm>
        </p:grpSpPr>
        <p:sp>
          <p:nvSpPr>
            <p:cNvPr id="10601" name="Google Shape;10601;p9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9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9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9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9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9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9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9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9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93"/>
          <p:cNvGrpSpPr/>
          <p:nvPr/>
        </p:nvGrpSpPr>
        <p:grpSpPr>
          <a:xfrm>
            <a:off x="8010427" y="3167503"/>
            <a:ext cx="278795" cy="351615"/>
            <a:chOff x="8010427" y="3348503"/>
            <a:chExt cx="278795" cy="351615"/>
          </a:xfrm>
        </p:grpSpPr>
        <p:sp>
          <p:nvSpPr>
            <p:cNvPr id="10611" name="Google Shape;10611;p9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9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9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9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5" name="Google Shape;10615;p9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6" name="Google Shape;10616;p93"/>
          <p:cNvGrpSpPr/>
          <p:nvPr/>
        </p:nvGrpSpPr>
        <p:grpSpPr>
          <a:xfrm>
            <a:off x="7141900" y="3168204"/>
            <a:ext cx="281057" cy="351010"/>
            <a:chOff x="7141900" y="3349204"/>
            <a:chExt cx="281057" cy="351010"/>
          </a:xfrm>
        </p:grpSpPr>
        <p:sp>
          <p:nvSpPr>
            <p:cNvPr id="10617" name="Google Shape;10617;p9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9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9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93"/>
          <p:cNvGrpSpPr/>
          <p:nvPr/>
        </p:nvGrpSpPr>
        <p:grpSpPr>
          <a:xfrm>
            <a:off x="5314188" y="3169032"/>
            <a:ext cx="363752" cy="353113"/>
            <a:chOff x="5314188" y="3350032"/>
            <a:chExt cx="363752" cy="353113"/>
          </a:xfrm>
        </p:grpSpPr>
        <p:sp>
          <p:nvSpPr>
            <p:cNvPr id="10621" name="Google Shape;10621;p9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3" name="Google Shape;10623;p93"/>
          <p:cNvGrpSpPr/>
          <p:nvPr/>
        </p:nvGrpSpPr>
        <p:grpSpPr>
          <a:xfrm>
            <a:off x="5829984" y="3169032"/>
            <a:ext cx="220755" cy="352348"/>
            <a:chOff x="5829984" y="3350032"/>
            <a:chExt cx="220755" cy="352348"/>
          </a:xfrm>
        </p:grpSpPr>
        <p:sp>
          <p:nvSpPr>
            <p:cNvPr id="10624" name="Google Shape;10624;p9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9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9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9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93"/>
          <p:cNvGrpSpPr/>
          <p:nvPr/>
        </p:nvGrpSpPr>
        <p:grpSpPr>
          <a:xfrm>
            <a:off x="4882170" y="3168841"/>
            <a:ext cx="358464" cy="352316"/>
            <a:chOff x="4882170" y="3349841"/>
            <a:chExt cx="358464" cy="352316"/>
          </a:xfrm>
        </p:grpSpPr>
        <p:sp>
          <p:nvSpPr>
            <p:cNvPr id="10629" name="Google Shape;10629;p9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1" name="Google Shape;10631;p9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3" name="Google Shape;10633;p93"/>
          <p:cNvGrpSpPr/>
          <p:nvPr/>
        </p:nvGrpSpPr>
        <p:grpSpPr>
          <a:xfrm>
            <a:off x="3044965" y="2254220"/>
            <a:ext cx="400194" cy="324316"/>
            <a:chOff x="3044965" y="2435220"/>
            <a:chExt cx="400194" cy="324316"/>
          </a:xfrm>
        </p:grpSpPr>
        <p:sp>
          <p:nvSpPr>
            <p:cNvPr id="10634" name="Google Shape;10634;p9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9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93"/>
          <p:cNvGrpSpPr/>
          <p:nvPr/>
        </p:nvGrpSpPr>
        <p:grpSpPr>
          <a:xfrm>
            <a:off x="6203579" y="3167981"/>
            <a:ext cx="351615" cy="350373"/>
            <a:chOff x="6203579" y="3348981"/>
            <a:chExt cx="351615" cy="350373"/>
          </a:xfrm>
        </p:grpSpPr>
        <p:sp>
          <p:nvSpPr>
            <p:cNvPr id="10638" name="Google Shape;10638;p9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9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9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9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9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93"/>
          <p:cNvGrpSpPr/>
          <p:nvPr/>
        </p:nvGrpSpPr>
        <p:grpSpPr>
          <a:xfrm>
            <a:off x="4878379" y="2292892"/>
            <a:ext cx="367161" cy="287523"/>
            <a:chOff x="4878379" y="2473892"/>
            <a:chExt cx="367161" cy="287523"/>
          </a:xfrm>
        </p:grpSpPr>
        <p:sp>
          <p:nvSpPr>
            <p:cNvPr id="10644" name="Google Shape;10644;p9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93"/>
          <p:cNvGrpSpPr/>
          <p:nvPr/>
        </p:nvGrpSpPr>
        <p:grpSpPr>
          <a:xfrm>
            <a:off x="1325719" y="2706689"/>
            <a:ext cx="290581" cy="372481"/>
            <a:chOff x="1325719" y="2887689"/>
            <a:chExt cx="290581" cy="372481"/>
          </a:xfrm>
        </p:grpSpPr>
        <p:sp>
          <p:nvSpPr>
            <p:cNvPr id="10650" name="Google Shape;10650;p9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9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2" name="Google Shape;10652;p9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3" name="Google Shape;10653;p93"/>
          <p:cNvGrpSpPr/>
          <p:nvPr/>
        </p:nvGrpSpPr>
        <p:grpSpPr>
          <a:xfrm>
            <a:off x="3510335" y="2711499"/>
            <a:ext cx="360726" cy="361204"/>
            <a:chOff x="3510335" y="2892499"/>
            <a:chExt cx="360726" cy="361204"/>
          </a:xfrm>
        </p:grpSpPr>
        <p:sp>
          <p:nvSpPr>
            <p:cNvPr id="10654" name="Google Shape;10654;p9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9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9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93"/>
          <p:cNvGrpSpPr/>
          <p:nvPr/>
        </p:nvGrpSpPr>
        <p:grpSpPr>
          <a:xfrm>
            <a:off x="3086313" y="2696049"/>
            <a:ext cx="320143" cy="392581"/>
            <a:chOff x="3086313" y="2877049"/>
            <a:chExt cx="320143" cy="392581"/>
          </a:xfrm>
        </p:grpSpPr>
        <p:sp>
          <p:nvSpPr>
            <p:cNvPr id="10660" name="Google Shape;10660;p9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9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9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9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9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9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9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9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9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9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2" name="Google Shape;10672;p9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73" name="Google Shape;10673;p93"/>
          <p:cNvGrpSpPr/>
          <p:nvPr/>
        </p:nvGrpSpPr>
        <p:grpSpPr>
          <a:xfrm>
            <a:off x="861113" y="2704746"/>
            <a:ext cx="333809" cy="373277"/>
            <a:chOff x="861113" y="2885746"/>
            <a:chExt cx="333809" cy="373277"/>
          </a:xfrm>
        </p:grpSpPr>
        <p:sp>
          <p:nvSpPr>
            <p:cNvPr id="10674" name="Google Shape;10674;p9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9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9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77" name="Google Shape;10677;p9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9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79" name="Google Shape;10679;p93"/>
          <p:cNvGrpSpPr/>
          <p:nvPr/>
        </p:nvGrpSpPr>
        <p:grpSpPr>
          <a:xfrm>
            <a:off x="1297654" y="1323481"/>
            <a:ext cx="349354" cy="362223"/>
            <a:chOff x="1297654" y="1504481"/>
            <a:chExt cx="349354" cy="362223"/>
          </a:xfrm>
        </p:grpSpPr>
        <p:sp>
          <p:nvSpPr>
            <p:cNvPr id="10680" name="Google Shape;10680;p9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83" name="Google Shape;10683;p9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84" name="Google Shape;10684;p93"/>
          <p:cNvGrpSpPr/>
          <p:nvPr/>
        </p:nvGrpSpPr>
        <p:grpSpPr>
          <a:xfrm>
            <a:off x="852385" y="1329916"/>
            <a:ext cx="353145" cy="351998"/>
            <a:chOff x="852385" y="1510916"/>
            <a:chExt cx="353145" cy="351998"/>
          </a:xfrm>
        </p:grpSpPr>
        <p:sp>
          <p:nvSpPr>
            <p:cNvPr id="10685" name="Google Shape;10685;p9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9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9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93"/>
          <p:cNvGrpSpPr/>
          <p:nvPr/>
        </p:nvGrpSpPr>
        <p:grpSpPr>
          <a:xfrm>
            <a:off x="1745217" y="1334471"/>
            <a:ext cx="343269" cy="342505"/>
            <a:chOff x="1745217" y="1515471"/>
            <a:chExt cx="343269" cy="342505"/>
          </a:xfrm>
        </p:grpSpPr>
        <p:sp>
          <p:nvSpPr>
            <p:cNvPr id="10689" name="Google Shape;10689;p9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9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9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3" name="Google Shape;10693;p9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4" name="Google Shape;10694;p93"/>
          <p:cNvGrpSpPr/>
          <p:nvPr/>
        </p:nvGrpSpPr>
        <p:grpSpPr>
          <a:xfrm>
            <a:off x="3042703" y="1348137"/>
            <a:ext cx="411535" cy="315587"/>
            <a:chOff x="3042703" y="1529137"/>
            <a:chExt cx="411535" cy="315587"/>
          </a:xfrm>
        </p:grpSpPr>
        <p:sp>
          <p:nvSpPr>
            <p:cNvPr id="10695" name="Google Shape;10695;p9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9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9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9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9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9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9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5" name="Google Shape;10705;p93"/>
          <p:cNvGrpSpPr/>
          <p:nvPr/>
        </p:nvGrpSpPr>
        <p:grpSpPr>
          <a:xfrm>
            <a:off x="2629289" y="1363682"/>
            <a:ext cx="350501" cy="284497"/>
            <a:chOff x="2629289" y="1544682"/>
            <a:chExt cx="350501" cy="284497"/>
          </a:xfrm>
        </p:grpSpPr>
        <p:sp>
          <p:nvSpPr>
            <p:cNvPr id="10706" name="Google Shape;10706;p9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9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9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1" name="Google Shape;10711;p93"/>
          <p:cNvGrpSpPr/>
          <p:nvPr/>
        </p:nvGrpSpPr>
        <p:grpSpPr>
          <a:xfrm>
            <a:off x="5305077" y="1321633"/>
            <a:ext cx="367893" cy="365218"/>
            <a:chOff x="5305077" y="1502633"/>
            <a:chExt cx="367893" cy="365218"/>
          </a:xfrm>
        </p:grpSpPr>
        <p:sp>
          <p:nvSpPr>
            <p:cNvPr id="10712" name="Google Shape;10712;p9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9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93"/>
          <p:cNvGrpSpPr/>
          <p:nvPr/>
        </p:nvGrpSpPr>
        <p:grpSpPr>
          <a:xfrm>
            <a:off x="7100170" y="1319117"/>
            <a:ext cx="368308" cy="367033"/>
            <a:chOff x="7100170" y="1500117"/>
            <a:chExt cx="368308" cy="367033"/>
          </a:xfrm>
        </p:grpSpPr>
        <p:sp>
          <p:nvSpPr>
            <p:cNvPr id="10715" name="Google Shape;10715;p9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9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9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9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9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9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9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9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9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9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9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9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28" name="Google Shape;10728;p9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9" name="Google Shape;10729;p93"/>
          <p:cNvGrpSpPr/>
          <p:nvPr/>
        </p:nvGrpSpPr>
        <p:grpSpPr>
          <a:xfrm>
            <a:off x="6649231" y="1319021"/>
            <a:ext cx="390287" cy="367065"/>
            <a:chOff x="6649231" y="1500021"/>
            <a:chExt cx="390287" cy="367065"/>
          </a:xfrm>
        </p:grpSpPr>
        <p:sp>
          <p:nvSpPr>
            <p:cNvPr id="10730" name="Google Shape;10730;p9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9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9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9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9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9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9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9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9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9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9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9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93"/>
          <p:cNvGrpSpPr/>
          <p:nvPr/>
        </p:nvGrpSpPr>
        <p:grpSpPr>
          <a:xfrm>
            <a:off x="5746938" y="1362503"/>
            <a:ext cx="387261" cy="280356"/>
            <a:chOff x="5746938" y="1543503"/>
            <a:chExt cx="387261" cy="280356"/>
          </a:xfrm>
        </p:grpSpPr>
        <p:sp>
          <p:nvSpPr>
            <p:cNvPr id="10743" name="Google Shape;10743;p9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9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93"/>
          <p:cNvGrpSpPr/>
          <p:nvPr/>
        </p:nvGrpSpPr>
        <p:grpSpPr>
          <a:xfrm>
            <a:off x="6196730" y="1344346"/>
            <a:ext cx="369072" cy="317467"/>
            <a:chOff x="6196730" y="1525346"/>
            <a:chExt cx="369072" cy="317467"/>
          </a:xfrm>
        </p:grpSpPr>
        <p:sp>
          <p:nvSpPr>
            <p:cNvPr id="10746" name="Google Shape;10746;p9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9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9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93"/>
          <p:cNvGrpSpPr/>
          <p:nvPr/>
        </p:nvGrpSpPr>
        <p:grpSpPr>
          <a:xfrm>
            <a:off x="4940592" y="1319690"/>
            <a:ext cx="246558" cy="367161"/>
            <a:chOff x="4940592" y="1500690"/>
            <a:chExt cx="246558" cy="367161"/>
          </a:xfrm>
        </p:grpSpPr>
        <p:sp>
          <p:nvSpPr>
            <p:cNvPr id="10750" name="Google Shape;10750;p9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9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9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9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4" name="Google Shape;10754;p93"/>
          <p:cNvGrpSpPr/>
          <p:nvPr/>
        </p:nvGrpSpPr>
        <p:grpSpPr>
          <a:xfrm>
            <a:off x="7964906" y="1318894"/>
            <a:ext cx="380858" cy="367575"/>
            <a:chOff x="7964906" y="1499894"/>
            <a:chExt cx="380858" cy="367575"/>
          </a:xfrm>
        </p:grpSpPr>
        <p:sp>
          <p:nvSpPr>
            <p:cNvPr id="10755" name="Google Shape;10755;p9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9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9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8" name="Google Shape;10758;p9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59" name="Google Shape;10759;p93"/>
          <p:cNvGrpSpPr/>
          <p:nvPr/>
        </p:nvGrpSpPr>
        <p:grpSpPr>
          <a:xfrm>
            <a:off x="8007400" y="2721278"/>
            <a:ext cx="285230" cy="355597"/>
            <a:chOff x="8007400" y="2902278"/>
            <a:chExt cx="285230" cy="355597"/>
          </a:xfrm>
        </p:grpSpPr>
        <p:sp>
          <p:nvSpPr>
            <p:cNvPr id="10760" name="Google Shape;10760;p9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9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2" name="Google Shape;10762;p93"/>
          <p:cNvGrpSpPr/>
          <p:nvPr/>
        </p:nvGrpSpPr>
        <p:grpSpPr>
          <a:xfrm>
            <a:off x="6219124" y="2721788"/>
            <a:ext cx="318231" cy="355470"/>
            <a:chOff x="6219124" y="2902788"/>
            <a:chExt cx="318231" cy="355470"/>
          </a:xfrm>
        </p:grpSpPr>
        <p:sp>
          <p:nvSpPr>
            <p:cNvPr id="10763" name="Google Shape;10763;p9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9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9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93"/>
          <p:cNvGrpSpPr/>
          <p:nvPr/>
        </p:nvGrpSpPr>
        <p:grpSpPr>
          <a:xfrm>
            <a:off x="4969421" y="2721852"/>
            <a:ext cx="185109" cy="355406"/>
            <a:chOff x="4969421" y="2902852"/>
            <a:chExt cx="185109" cy="355406"/>
          </a:xfrm>
        </p:grpSpPr>
        <p:sp>
          <p:nvSpPr>
            <p:cNvPr id="10767" name="Google Shape;10767;p9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9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9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9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9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9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3" name="Google Shape;10773;p9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9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5" name="Google Shape;10775;p93"/>
          <p:cNvGrpSpPr/>
          <p:nvPr/>
        </p:nvGrpSpPr>
        <p:grpSpPr>
          <a:xfrm>
            <a:off x="6685259" y="2721852"/>
            <a:ext cx="311414" cy="355406"/>
            <a:chOff x="6685259" y="2902852"/>
            <a:chExt cx="311414" cy="355406"/>
          </a:xfrm>
        </p:grpSpPr>
        <p:sp>
          <p:nvSpPr>
            <p:cNvPr id="10776" name="Google Shape;10776;p9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9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9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93"/>
          <p:cNvGrpSpPr/>
          <p:nvPr/>
        </p:nvGrpSpPr>
        <p:grpSpPr>
          <a:xfrm>
            <a:off x="5309250" y="2722170"/>
            <a:ext cx="359579" cy="355852"/>
            <a:chOff x="5309250" y="2903170"/>
            <a:chExt cx="359579" cy="355852"/>
          </a:xfrm>
        </p:grpSpPr>
        <p:sp>
          <p:nvSpPr>
            <p:cNvPr id="10780" name="Google Shape;10780;p9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9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9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93"/>
          <p:cNvGrpSpPr/>
          <p:nvPr/>
        </p:nvGrpSpPr>
        <p:grpSpPr>
          <a:xfrm>
            <a:off x="2199565" y="2240172"/>
            <a:ext cx="312179" cy="353431"/>
            <a:chOff x="2199565" y="2421172"/>
            <a:chExt cx="312179" cy="353431"/>
          </a:xfrm>
        </p:grpSpPr>
        <p:sp>
          <p:nvSpPr>
            <p:cNvPr id="10784" name="Google Shape;10784;p9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9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93"/>
          <p:cNvGrpSpPr/>
          <p:nvPr/>
        </p:nvGrpSpPr>
        <p:grpSpPr>
          <a:xfrm>
            <a:off x="1750887" y="2244727"/>
            <a:ext cx="320143" cy="343269"/>
            <a:chOff x="1750887" y="2425727"/>
            <a:chExt cx="320143" cy="343269"/>
          </a:xfrm>
        </p:grpSpPr>
        <p:sp>
          <p:nvSpPr>
            <p:cNvPr id="10787" name="Google Shape;10787;p9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9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9" name="Google Shape;10789;p93"/>
          <p:cNvGrpSpPr/>
          <p:nvPr/>
        </p:nvGrpSpPr>
        <p:grpSpPr>
          <a:xfrm>
            <a:off x="1298037" y="2244727"/>
            <a:ext cx="338364" cy="342887"/>
            <a:chOff x="1298037" y="2425727"/>
            <a:chExt cx="338364" cy="342887"/>
          </a:xfrm>
        </p:grpSpPr>
        <p:sp>
          <p:nvSpPr>
            <p:cNvPr id="10790" name="Google Shape;10790;p9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9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9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9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94" name="Google Shape;10794;p9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95" name="Google Shape;10795;p93"/>
          <p:cNvGrpSpPr/>
          <p:nvPr/>
        </p:nvGrpSpPr>
        <p:grpSpPr>
          <a:xfrm>
            <a:off x="3974207" y="2248009"/>
            <a:ext cx="320143" cy="338491"/>
            <a:chOff x="3974207" y="2429009"/>
            <a:chExt cx="320143" cy="338491"/>
          </a:xfrm>
        </p:grpSpPr>
        <p:sp>
          <p:nvSpPr>
            <p:cNvPr id="10796" name="Google Shape;10796;p9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9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93"/>
          <p:cNvGrpSpPr/>
          <p:nvPr/>
        </p:nvGrpSpPr>
        <p:grpSpPr>
          <a:xfrm>
            <a:off x="2623237" y="2250047"/>
            <a:ext cx="355024" cy="332630"/>
            <a:chOff x="2623237" y="2431047"/>
            <a:chExt cx="355024" cy="332630"/>
          </a:xfrm>
        </p:grpSpPr>
        <p:sp>
          <p:nvSpPr>
            <p:cNvPr id="10799" name="Google Shape;10799;p9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9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9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9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93"/>
          <p:cNvGrpSpPr/>
          <p:nvPr/>
        </p:nvGrpSpPr>
        <p:grpSpPr>
          <a:xfrm>
            <a:off x="6657194" y="2253073"/>
            <a:ext cx="375507" cy="367925"/>
            <a:chOff x="6657194" y="2434073"/>
            <a:chExt cx="375507" cy="367925"/>
          </a:xfrm>
        </p:grpSpPr>
        <p:sp>
          <p:nvSpPr>
            <p:cNvPr id="10804" name="Google Shape;10804;p9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9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9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93"/>
          <p:cNvGrpSpPr/>
          <p:nvPr/>
        </p:nvGrpSpPr>
        <p:grpSpPr>
          <a:xfrm>
            <a:off x="7101317" y="2260655"/>
            <a:ext cx="367925" cy="352380"/>
            <a:chOff x="7101317" y="2441655"/>
            <a:chExt cx="367925" cy="352380"/>
          </a:xfrm>
        </p:grpSpPr>
        <p:sp>
          <p:nvSpPr>
            <p:cNvPr id="10808" name="Google Shape;10808;p9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9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93"/>
          <p:cNvGrpSpPr/>
          <p:nvPr/>
        </p:nvGrpSpPr>
        <p:grpSpPr>
          <a:xfrm>
            <a:off x="5756399" y="2253456"/>
            <a:ext cx="367925" cy="367161"/>
            <a:chOff x="5756399" y="2434456"/>
            <a:chExt cx="367925" cy="367161"/>
          </a:xfrm>
        </p:grpSpPr>
        <p:sp>
          <p:nvSpPr>
            <p:cNvPr id="10811" name="Google Shape;10811;p9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9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9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9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9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9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9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18" name="Google Shape;10818;p9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9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0" name="Google Shape;10820;p93"/>
          <p:cNvGrpSpPr/>
          <p:nvPr/>
        </p:nvGrpSpPr>
        <p:grpSpPr>
          <a:xfrm>
            <a:off x="7964906" y="2253073"/>
            <a:ext cx="373627" cy="367925"/>
            <a:chOff x="7964906" y="2434073"/>
            <a:chExt cx="373627" cy="367925"/>
          </a:xfrm>
        </p:grpSpPr>
        <p:sp>
          <p:nvSpPr>
            <p:cNvPr id="10821" name="Google Shape;10821;p9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9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93"/>
          <p:cNvGrpSpPr/>
          <p:nvPr/>
        </p:nvGrpSpPr>
        <p:grpSpPr>
          <a:xfrm>
            <a:off x="6194086" y="2256737"/>
            <a:ext cx="369837" cy="360471"/>
            <a:chOff x="6194086" y="2437737"/>
            <a:chExt cx="369837" cy="360471"/>
          </a:xfrm>
        </p:grpSpPr>
        <p:sp>
          <p:nvSpPr>
            <p:cNvPr id="10824" name="Google Shape;10824;p9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9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6" name="Google Shape;10826;p93"/>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0827" name="Google Shape;10827;p93"/>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31"/>
        <p:cNvGrpSpPr/>
        <p:nvPr/>
      </p:nvGrpSpPr>
      <p:grpSpPr>
        <a:xfrm>
          <a:off x="0" y="0"/>
          <a:ext cx="0" cy="0"/>
          <a:chOff x="0" y="0"/>
          <a:chExt cx="0" cy="0"/>
        </a:xfrm>
      </p:grpSpPr>
      <p:grpSp>
        <p:nvGrpSpPr>
          <p:cNvPr id="10832" name="Google Shape;10832;p94"/>
          <p:cNvGrpSpPr/>
          <p:nvPr/>
        </p:nvGrpSpPr>
        <p:grpSpPr>
          <a:xfrm>
            <a:off x="3122257" y="1334344"/>
            <a:ext cx="294850" cy="349434"/>
            <a:chOff x="3122257" y="1508594"/>
            <a:chExt cx="294850" cy="349434"/>
          </a:xfrm>
        </p:grpSpPr>
        <p:sp>
          <p:nvSpPr>
            <p:cNvPr id="10833" name="Google Shape;10833;p9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9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9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9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9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94"/>
          <p:cNvGrpSpPr/>
          <p:nvPr/>
        </p:nvGrpSpPr>
        <p:grpSpPr>
          <a:xfrm>
            <a:off x="910723" y="1333962"/>
            <a:ext cx="251660" cy="350166"/>
            <a:chOff x="910723" y="1508212"/>
            <a:chExt cx="251660" cy="350166"/>
          </a:xfrm>
        </p:grpSpPr>
        <p:sp>
          <p:nvSpPr>
            <p:cNvPr id="10839" name="Google Shape;10839;p9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9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9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9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9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9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9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9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9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9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9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9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9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9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9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9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9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6" name="Google Shape;10856;p94"/>
          <p:cNvGrpSpPr/>
          <p:nvPr/>
        </p:nvGrpSpPr>
        <p:grpSpPr>
          <a:xfrm>
            <a:off x="1308631" y="1333580"/>
            <a:ext cx="350166" cy="350198"/>
            <a:chOff x="1308631" y="1507830"/>
            <a:chExt cx="350166" cy="350198"/>
          </a:xfrm>
        </p:grpSpPr>
        <p:sp>
          <p:nvSpPr>
            <p:cNvPr id="10857" name="Google Shape;10857;p9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9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9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9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94"/>
          <p:cNvGrpSpPr/>
          <p:nvPr/>
        </p:nvGrpSpPr>
        <p:grpSpPr>
          <a:xfrm>
            <a:off x="1756921" y="1335489"/>
            <a:ext cx="345997" cy="345997"/>
            <a:chOff x="1756921" y="1509739"/>
            <a:chExt cx="345997" cy="345997"/>
          </a:xfrm>
        </p:grpSpPr>
        <p:sp>
          <p:nvSpPr>
            <p:cNvPr id="10862" name="Google Shape;10862;p9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9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9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9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9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9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9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9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9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9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9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9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9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9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9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9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9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94"/>
          <p:cNvGrpSpPr/>
          <p:nvPr/>
        </p:nvGrpSpPr>
        <p:grpSpPr>
          <a:xfrm>
            <a:off x="2216956" y="1336253"/>
            <a:ext cx="318721" cy="345615"/>
            <a:chOff x="2216956" y="1510503"/>
            <a:chExt cx="318721" cy="345615"/>
          </a:xfrm>
        </p:grpSpPr>
        <p:sp>
          <p:nvSpPr>
            <p:cNvPr id="10880" name="Google Shape;10880;p9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9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9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9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9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94"/>
          <p:cNvGrpSpPr/>
          <p:nvPr/>
        </p:nvGrpSpPr>
        <p:grpSpPr>
          <a:xfrm>
            <a:off x="3988156" y="1394211"/>
            <a:ext cx="349052" cy="230049"/>
            <a:chOff x="3988156" y="1568461"/>
            <a:chExt cx="349052" cy="230049"/>
          </a:xfrm>
        </p:grpSpPr>
        <p:sp>
          <p:nvSpPr>
            <p:cNvPr id="10886" name="Google Shape;10886;p9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9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9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9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9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9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9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94"/>
          <p:cNvGrpSpPr/>
          <p:nvPr/>
        </p:nvGrpSpPr>
        <p:grpSpPr>
          <a:xfrm>
            <a:off x="2633037" y="1325623"/>
            <a:ext cx="379002" cy="366112"/>
            <a:chOff x="2633037" y="1499873"/>
            <a:chExt cx="379002" cy="366112"/>
          </a:xfrm>
        </p:grpSpPr>
        <p:sp>
          <p:nvSpPr>
            <p:cNvPr id="10894" name="Google Shape;10894;p9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9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9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9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9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9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94"/>
          <p:cNvGrpSpPr/>
          <p:nvPr/>
        </p:nvGrpSpPr>
        <p:grpSpPr>
          <a:xfrm>
            <a:off x="6675256" y="1341919"/>
            <a:ext cx="327823" cy="357009"/>
            <a:chOff x="6675256" y="1516169"/>
            <a:chExt cx="327823" cy="357009"/>
          </a:xfrm>
        </p:grpSpPr>
        <p:sp>
          <p:nvSpPr>
            <p:cNvPr id="10901" name="Google Shape;10901;p9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9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9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9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9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9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9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9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9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94"/>
          <p:cNvGrpSpPr/>
          <p:nvPr/>
        </p:nvGrpSpPr>
        <p:grpSpPr>
          <a:xfrm>
            <a:off x="8020159" y="1342301"/>
            <a:ext cx="300897" cy="356627"/>
            <a:chOff x="8020159" y="1516551"/>
            <a:chExt cx="300897" cy="356627"/>
          </a:xfrm>
        </p:grpSpPr>
        <p:sp>
          <p:nvSpPr>
            <p:cNvPr id="10911" name="Google Shape;10911;p9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9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9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9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9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6" name="Google Shape;10916;p94"/>
          <p:cNvGrpSpPr/>
          <p:nvPr/>
        </p:nvGrpSpPr>
        <p:grpSpPr>
          <a:xfrm>
            <a:off x="5377363" y="1341919"/>
            <a:ext cx="257357" cy="356627"/>
            <a:chOff x="5377363" y="1516169"/>
            <a:chExt cx="257357" cy="356627"/>
          </a:xfrm>
        </p:grpSpPr>
        <p:sp>
          <p:nvSpPr>
            <p:cNvPr id="10917" name="Google Shape;10917;p9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9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9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9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9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9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9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9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9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9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9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9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9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9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9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9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9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94"/>
          <p:cNvGrpSpPr/>
          <p:nvPr/>
        </p:nvGrpSpPr>
        <p:grpSpPr>
          <a:xfrm>
            <a:off x="4880567" y="1361620"/>
            <a:ext cx="356245" cy="317607"/>
            <a:chOff x="4880567" y="1535870"/>
            <a:chExt cx="356245" cy="317607"/>
          </a:xfrm>
        </p:grpSpPr>
        <p:sp>
          <p:nvSpPr>
            <p:cNvPr id="10935" name="Google Shape;10935;p9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9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9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9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9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94"/>
          <p:cNvGrpSpPr/>
          <p:nvPr/>
        </p:nvGrpSpPr>
        <p:grpSpPr>
          <a:xfrm>
            <a:off x="5771483" y="1341537"/>
            <a:ext cx="357359" cy="357391"/>
            <a:chOff x="5771483" y="1515787"/>
            <a:chExt cx="357359" cy="357391"/>
          </a:xfrm>
        </p:grpSpPr>
        <p:sp>
          <p:nvSpPr>
            <p:cNvPr id="10941" name="Google Shape;10941;p9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9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9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9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5" name="Google Shape;10945;p94"/>
          <p:cNvGrpSpPr/>
          <p:nvPr/>
        </p:nvGrpSpPr>
        <p:grpSpPr>
          <a:xfrm>
            <a:off x="7121669" y="1359360"/>
            <a:ext cx="321362" cy="321362"/>
            <a:chOff x="7121669" y="1533610"/>
            <a:chExt cx="321362" cy="321362"/>
          </a:xfrm>
        </p:grpSpPr>
        <p:sp>
          <p:nvSpPr>
            <p:cNvPr id="10946" name="Google Shape;10946;p9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9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9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9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94"/>
          <p:cNvGrpSpPr/>
          <p:nvPr/>
        </p:nvGrpSpPr>
        <p:grpSpPr>
          <a:xfrm>
            <a:off x="7562766" y="1340614"/>
            <a:ext cx="327059" cy="360192"/>
            <a:chOff x="7562766" y="1514864"/>
            <a:chExt cx="327059" cy="360192"/>
          </a:xfrm>
        </p:grpSpPr>
        <p:sp>
          <p:nvSpPr>
            <p:cNvPr id="10951" name="Google Shape;10951;p9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9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9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9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5" name="Google Shape;10955;p94"/>
          <p:cNvGrpSpPr/>
          <p:nvPr/>
        </p:nvGrpSpPr>
        <p:grpSpPr>
          <a:xfrm>
            <a:off x="6221229" y="1324423"/>
            <a:ext cx="361636" cy="362183"/>
            <a:chOff x="6259175" y="1559008"/>
            <a:chExt cx="271743" cy="272093"/>
          </a:xfrm>
        </p:grpSpPr>
        <p:sp>
          <p:nvSpPr>
            <p:cNvPr id="10956" name="Google Shape;10956;p9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9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9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9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9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9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9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9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9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9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9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9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9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9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9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9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9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94"/>
          <p:cNvGrpSpPr/>
          <p:nvPr/>
        </p:nvGrpSpPr>
        <p:grpSpPr>
          <a:xfrm>
            <a:off x="6671087" y="1835054"/>
            <a:ext cx="332757" cy="281833"/>
            <a:chOff x="6671087" y="2009304"/>
            <a:chExt cx="332757" cy="281833"/>
          </a:xfrm>
        </p:grpSpPr>
        <p:sp>
          <p:nvSpPr>
            <p:cNvPr id="10974" name="Google Shape;10974;p9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9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6" name="Google Shape;10976;p9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7" name="Google Shape;10977;p94"/>
          <p:cNvGrpSpPr/>
          <p:nvPr/>
        </p:nvGrpSpPr>
        <p:grpSpPr>
          <a:xfrm>
            <a:off x="2201806" y="1802335"/>
            <a:ext cx="349784" cy="349434"/>
            <a:chOff x="2201806" y="1976585"/>
            <a:chExt cx="349784" cy="349434"/>
          </a:xfrm>
        </p:grpSpPr>
        <p:sp>
          <p:nvSpPr>
            <p:cNvPr id="10978" name="Google Shape;10978;p9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9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9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9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94"/>
          <p:cNvGrpSpPr/>
          <p:nvPr/>
        </p:nvGrpSpPr>
        <p:grpSpPr>
          <a:xfrm>
            <a:off x="3094217" y="1802335"/>
            <a:ext cx="350198" cy="350548"/>
            <a:chOff x="3094217" y="1976585"/>
            <a:chExt cx="350198" cy="350548"/>
          </a:xfrm>
        </p:grpSpPr>
        <p:sp>
          <p:nvSpPr>
            <p:cNvPr id="10983" name="Google Shape;10983;p9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9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9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9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9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9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9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9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9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9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9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9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9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6" name="Google Shape;10996;p9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7" name="Google Shape;10997;p94"/>
          <p:cNvGrpSpPr/>
          <p:nvPr/>
        </p:nvGrpSpPr>
        <p:grpSpPr>
          <a:xfrm>
            <a:off x="3979435" y="1802335"/>
            <a:ext cx="345265" cy="349848"/>
            <a:chOff x="3979435" y="1976585"/>
            <a:chExt cx="345265" cy="349848"/>
          </a:xfrm>
        </p:grpSpPr>
        <p:sp>
          <p:nvSpPr>
            <p:cNvPr id="10998" name="Google Shape;10998;p9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9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9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9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9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9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9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9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9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9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9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9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9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9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94"/>
          <p:cNvGrpSpPr/>
          <p:nvPr/>
        </p:nvGrpSpPr>
        <p:grpSpPr>
          <a:xfrm>
            <a:off x="3541011" y="1334344"/>
            <a:ext cx="350166" cy="349434"/>
            <a:chOff x="3541011" y="1508594"/>
            <a:chExt cx="350166" cy="349434"/>
          </a:xfrm>
        </p:grpSpPr>
        <p:sp>
          <p:nvSpPr>
            <p:cNvPr id="11016" name="Google Shape;11016;p9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9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9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9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9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94"/>
          <p:cNvGrpSpPr/>
          <p:nvPr/>
        </p:nvGrpSpPr>
        <p:grpSpPr>
          <a:xfrm>
            <a:off x="3576626" y="1801571"/>
            <a:ext cx="284251" cy="351694"/>
            <a:chOff x="3576626" y="1975821"/>
            <a:chExt cx="284251" cy="351694"/>
          </a:xfrm>
        </p:grpSpPr>
        <p:sp>
          <p:nvSpPr>
            <p:cNvPr id="11030" name="Google Shape;11030;p9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9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9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94"/>
          <p:cNvGrpSpPr/>
          <p:nvPr/>
        </p:nvGrpSpPr>
        <p:grpSpPr>
          <a:xfrm>
            <a:off x="2722090" y="2715912"/>
            <a:ext cx="238770" cy="371841"/>
            <a:chOff x="2722090" y="2890162"/>
            <a:chExt cx="238770" cy="371841"/>
          </a:xfrm>
        </p:grpSpPr>
        <p:sp>
          <p:nvSpPr>
            <p:cNvPr id="11034" name="Google Shape;11034;p9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9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9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7" name="Google Shape;11037;p9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8" name="Google Shape;11038;p94"/>
          <p:cNvGrpSpPr/>
          <p:nvPr/>
        </p:nvGrpSpPr>
        <p:grpSpPr>
          <a:xfrm>
            <a:off x="6216367" y="1795906"/>
            <a:ext cx="361147" cy="361147"/>
            <a:chOff x="6216367" y="1970156"/>
            <a:chExt cx="361147" cy="361147"/>
          </a:xfrm>
        </p:grpSpPr>
        <p:sp>
          <p:nvSpPr>
            <p:cNvPr id="11039" name="Google Shape;11039;p9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9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9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3" name="Google Shape;11043;p94"/>
          <p:cNvGrpSpPr/>
          <p:nvPr/>
        </p:nvGrpSpPr>
        <p:grpSpPr>
          <a:xfrm>
            <a:off x="1289311" y="2751972"/>
            <a:ext cx="408156" cy="299783"/>
            <a:chOff x="1289311" y="2926222"/>
            <a:chExt cx="408156" cy="299783"/>
          </a:xfrm>
        </p:grpSpPr>
        <p:sp>
          <p:nvSpPr>
            <p:cNvPr id="11044" name="Google Shape;11044;p9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94"/>
          <p:cNvGrpSpPr/>
          <p:nvPr/>
        </p:nvGrpSpPr>
        <p:grpSpPr>
          <a:xfrm>
            <a:off x="7978465" y="1795142"/>
            <a:ext cx="361147" cy="360797"/>
            <a:chOff x="7978465" y="1969392"/>
            <a:chExt cx="361147" cy="360797"/>
          </a:xfrm>
        </p:grpSpPr>
        <p:sp>
          <p:nvSpPr>
            <p:cNvPr id="11047" name="Google Shape;11047;p9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9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9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9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9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6" name="Google Shape;11056;p9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7" name="Google Shape;11057;p94"/>
          <p:cNvGrpSpPr/>
          <p:nvPr/>
        </p:nvGrpSpPr>
        <p:grpSpPr>
          <a:xfrm>
            <a:off x="854261" y="2734563"/>
            <a:ext cx="377474" cy="335748"/>
            <a:chOff x="854261" y="2908813"/>
            <a:chExt cx="377474" cy="335748"/>
          </a:xfrm>
        </p:grpSpPr>
        <p:sp>
          <p:nvSpPr>
            <p:cNvPr id="11058" name="Google Shape;11058;p9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94"/>
          <p:cNvGrpSpPr/>
          <p:nvPr/>
        </p:nvGrpSpPr>
        <p:grpSpPr>
          <a:xfrm>
            <a:off x="1749728" y="2720527"/>
            <a:ext cx="386927" cy="363438"/>
            <a:chOff x="1749728" y="2894777"/>
            <a:chExt cx="386927" cy="363438"/>
          </a:xfrm>
        </p:grpSpPr>
        <p:sp>
          <p:nvSpPr>
            <p:cNvPr id="11064" name="Google Shape;11064;p9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9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9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9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9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1" name="Google Shape;11071;p94"/>
          <p:cNvGrpSpPr/>
          <p:nvPr/>
        </p:nvGrpSpPr>
        <p:grpSpPr>
          <a:xfrm>
            <a:off x="7098912" y="1795142"/>
            <a:ext cx="359651" cy="361560"/>
            <a:chOff x="7098912" y="1969392"/>
            <a:chExt cx="359651" cy="361560"/>
          </a:xfrm>
        </p:grpSpPr>
        <p:sp>
          <p:nvSpPr>
            <p:cNvPr id="11072" name="Google Shape;11072;p9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9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9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5" name="Google Shape;11085;p9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6" name="Google Shape;11086;p94"/>
          <p:cNvGrpSpPr/>
          <p:nvPr/>
        </p:nvGrpSpPr>
        <p:grpSpPr>
          <a:xfrm>
            <a:off x="5352728" y="1815989"/>
            <a:ext cx="327091" cy="322508"/>
            <a:chOff x="5352728" y="1990239"/>
            <a:chExt cx="327091" cy="322508"/>
          </a:xfrm>
        </p:grpSpPr>
        <p:sp>
          <p:nvSpPr>
            <p:cNvPr id="11087" name="Google Shape;11087;p9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9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0" name="Google Shape;11090;p94"/>
          <p:cNvGrpSpPr/>
          <p:nvPr/>
        </p:nvGrpSpPr>
        <p:grpSpPr>
          <a:xfrm>
            <a:off x="7538896" y="1795906"/>
            <a:ext cx="361147" cy="361529"/>
            <a:chOff x="7538896" y="1970156"/>
            <a:chExt cx="361147" cy="361529"/>
          </a:xfrm>
        </p:grpSpPr>
        <p:sp>
          <p:nvSpPr>
            <p:cNvPr id="11091" name="Google Shape;11091;p9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9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9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9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7" name="Google Shape;11097;p94"/>
          <p:cNvGrpSpPr/>
          <p:nvPr/>
        </p:nvGrpSpPr>
        <p:grpSpPr>
          <a:xfrm>
            <a:off x="4896099" y="1796670"/>
            <a:ext cx="358155" cy="358123"/>
            <a:chOff x="4896099" y="1970920"/>
            <a:chExt cx="358155" cy="358123"/>
          </a:xfrm>
        </p:grpSpPr>
        <p:sp>
          <p:nvSpPr>
            <p:cNvPr id="11098" name="Google Shape;11098;p9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9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9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94"/>
          <p:cNvGrpSpPr/>
          <p:nvPr/>
        </p:nvGrpSpPr>
        <p:grpSpPr>
          <a:xfrm>
            <a:off x="4048787" y="2802769"/>
            <a:ext cx="283488" cy="198604"/>
            <a:chOff x="4048787" y="2977019"/>
            <a:chExt cx="283488" cy="198604"/>
          </a:xfrm>
        </p:grpSpPr>
        <p:sp>
          <p:nvSpPr>
            <p:cNvPr id="11102" name="Google Shape;11102;p9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9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8" name="Google Shape;11108;p94"/>
          <p:cNvGrpSpPr/>
          <p:nvPr/>
        </p:nvGrpSpPr>
        <p:grpSpPr>
          <a:xfrm>
            <a:off x="4054103" y="2255941"/>
            <a:ext cx="218687" cy="349052"/>
            <a:chOff x="4054103" y="2430191"/>
            <a:chExt cx="218687" cy="349052"/>
          </a:xfrm>
        </p:grpSpPr>
        <p:sp>
          <p:nvSpPr>
            <p:cNvPr id="11109" name="Google Shape;11109;p9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94"/>
          <p:cNvGrpSpPr/>
          <p:nvPr/>
        </p:nvGrpSpPr>
        <p:grpSpPr>
          <a:xfrm>
            <a:off x="2185128" y="2253299"/>
            <a:ext cx="382758" cy="356595"/>
            <a:chOff x="2185128" y="2427549"/>
            <a:chExt cx="382758" cy="356595"/>
          </a:xfrm>
        </p:grpSpPr>
        <p:sp>
          <p:nvSpPr>
            <p:cNvPr id="11112" name="Google Shape;11112;p9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9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9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94"/>
          <p:cNvGrpSpPr/>
          <p:nvPr/>
        </p:nvGrpSpPr>
        <p:grpSpPr>
          <a:xfrm>
            <a:off x="2656907" y="2265043"/>
            <a:ext cx="332757" cy="332343"/>
            <a:chOff x="2656907" y="2439293"/>
            <a:chExt cx="332757" cy="332343"/>
          </a:xfrm>
        </p:grpSpPr>
        <p:sp>
          <p:nvSpPr>
            <p:cNvPr id="11117" name="Google Shape;11117;p9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9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9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9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9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94"/>
          <p:cNvGrpSpPr/>
          <p:nvPr/>
        </p:nvGrpSpPr>
        <p:grpSpPr>
          <a:xfrm>
            <a:off x="1731523" y="2248366"/>
            <a:ext cx="399435" cy="365698"/>
            <a:chOff x="1731523" y="2422616"/>
            <a:chExt cx="399435" cy="365698"/>
          </a:xfrm>
        </p:grpSpPr>
        <p:sp>
          <p:nvSpPr>
            <p:cNvPr id="11125" name="Google Shape;11125;p9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9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8" name="Google Shape;11128;p94"/>
          <p:cNvGrpSpPr/>
          <p:nvPr/>
        </p:nvGrpSpPr>
        <p:grpSpPr>
          <a:xfrm>
            <a:off x="3097241" y="2259314"/>
            <a:ext cx="344883" cy="343387"/>
            <a:chOff x="3097241" y="2433564"/>
            <a:chExt cx="344883" cy="343387"/>
          </a:xfrm>
        </p:grpSpPr>
        <p:sp>
          <p:nvSpPr>
            <p:cNvPr id="11129" name="Google Shape;11129;p9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9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9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9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9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9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9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8" name="Google Shape;11138;p94"/>
          <p:cNvGrpSpPr/>
          <p:nvPr/>
        </p:nvGrpSpPr>
        <p:grpSpPr>
          <a:xfrm>
            <a:off x="1278299" y="2265043"/>
            <a:ext cx="410829" cy="332343"/>
            <a:chOff x="1278299" y="2439293"/>
            <a:chExt cx="410829" cy="332343"/>
          </a:xfrm>
        </p:grpSpPr>
        <p:sp>
          <p:nvSpPr>
            <p:cNvPr id="11139" name="Google Shape;11139;p9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9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9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9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9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94"/>
          <p:cNvGrpSpPr/>
          <p:nvPr/>
        </p:nvGrpSpPr>
        <p:grpSpPr>
          <a:xfrm>
            <a:off x="2661459" y="1840751"/>
            <a:ext cx="322508" cy="273494"/>
            <a:chOff x="2661459" y="2015001"/>
            <a:chExt cx="322508" cy="273494"/>
          </a:xfrm>
        </p:grpSpPr>
        <p:sp>
          <p:nvSpPr>
            <p:cNvPr id="11148" name="Google Shape;11148;p9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94"/>
          <p:cNvGrpSpPr/>
          <p:nvPr/>
        </p:nvGrpSpPr>
        <p:grpSpPr>
          <a:xfrm>
            <a:off x="870939" y="2265043"/>
            <a:ext cx="331993" cy="331993"/>
            <a:chOff x="870939" y="2439293"/>
            <a:chExt cx="331993" cy="331993"/>
          </a:xfrm>
        </p:grpSpPr>
        <p:sp>
          <p:nvSpPr>
            <p:cNvPr id="11151" name="Google Shape;11151;p9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9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9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9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9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9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9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9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9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9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9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9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94"/>
          <p:cNvGrpSpPr/>
          <p:nvPr/>
        </p:nvGrpSpPr>
        <p:grpSpPr>
          <a:xfrm>
            <a:off x="6644957" y="2282103"/>
            <a:ext cx="371395" cy="278904"/>
            <a:chOff x="6644957" y="2456353"/>
            <a:chExt cx="371395" cy="278904"/>
          </a:xfrm>
        </p:grpSpPr>
        <p:sp>
          <p:nvSpPr>
            <p:cNvPr id="11168" name="Google Shape;11168;p9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9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9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9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9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94"/>
          <p:cNvGrpSpPr/>
          <p:nvPr/>
        </p:nvGrpSpPr>
        <p:grpSpPr>
          <a:xfrm>
            <a:off x="5388757" y="2240409"/>
            <a:ext cx="260349" cy="362292"/>
            <a:chOff x="5388757" y="2414659"/>
            <a:chExt cx="260349" cy="362292"/>
          </a:xfrm>
        </p:grpSpPr>
        <p:sp>
          <p:nvSpPr>
            <p:cNvPr id="11174" name="Google Shape;11174;p9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9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9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9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9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9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9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9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9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9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9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9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9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94"/>
          <p:cNvGrpSpPr/>
          <p:nvPr/>
        </p:nvGrpSpPr>
        <p:grpSpPr>
          <a:xfrm>
            <a:off x="3567142" y="2731507"/>
            <a:ext cx="348288" cy="340331"/>
            <a:chOff x="3567142" y="2905757"/>
            <a:chExt cx="348288" cy="340331"/>
          </a:xfrm>
        </p:grpSpPr>
        <p:sp>
          <p:nvSpPr>
            <p:cNvPr id="11195" name="Google Shape;11195;p9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9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0" name="Google Shape;11200;p94"/>
          <p:cNvGrpSpPr/>
          <p:nvPr/>
        </p:nvGrpSpPr>
        <p:grpSpPr>
          <a:xfrm>
            <a:off x="870939" y="1801571"/>
            <a:ext cx="332375" cy="350071"/>
            <a:chOff x="870939" y="1975821"/>
            <a:chExt cx="332375" cy="350071"/>
          </a:xfrm>
        </p:grpSpPr>
        <p:sp>
          <p:nvSpPr>
            <p:cNvPr id="11201" name="Google Shape;11201;p9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9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9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5" name="Google Shape;11205;p94"/>
          <p:cNvGrpSpPr/>
          <p:nvPr/>
        </p:nvGrpSpPr>
        <p:grpSpPr>
          <a:xfrm>
            <a:off x="7967103" y="2240791"/>
            <a:ext cx="355863" cy="361911"/>
            <a:chOff x="7967103" y="2415041"/>
            <a:chExt cx="355863" cy="361911"/>
          </a:xfrm>
        </p:grpSpPr>
        <p:sp>
          <p:nvSpPr>
            <p:cNvPr id="11206" name="Google Shape;11206;p9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9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9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9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9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9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9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9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94"/>
          <p:cNvGrpSpPr/>
          <p:nvPr/>
        </p:nvGrpSpPr>
        <p:grpSpPr>
          <a:xfrm>
            <a:off x="7529411" y="2240409"/>
            <a:ext cx="355863" cy="362292"/>
            <a:chOff x="7529411" y="2414659"/>
            <a:chExt cx="355863" cy="362292"/>
          </a:xfrm>
        </p:grpSpPr>
        <p:sp>
          <p:nvSpPr>
            <p:cNvPr id="11218" name="Google Shape;11218;p9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9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9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9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9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9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9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9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94"/>
          <p:cNvGrpSpPr/>
          <p:nvPr/>
        </p:nvGrpSpPr>
        <p:grpSpPr>
          <a:xfrm>
            <a:off x="5733194" y="2257468"/>
            <a:ext cx="446826" cy="327059"/>
            <a:chOff x="5733194" y="2431718"/>
            <a:chExt cx="446826" cy="327059"/>
          </a:xfrm>
        </p:grpSpPr>
        <p:sp>
          <p:nvSpPr>
            <p:cNvPr id="11231" name="Google Shape;11231;p9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94"/>
          <p:cNvGrpSpPr/>
          <p:nvPr/>
        </p:nvGrpSpPr>
        <p:grpSpPr>
          <a:xfrm>
            <a:off x="4876780" y="2243814"/>
            <a:ext cx="407774" cy="356627"/>
            <a:chOff x="4876780" y="2418064"/>
            <a:chExt cx="407774" cy="356627"/>
          </a:xfrm>
        </p:grpSpPr>
        <p:sp>
          <p:nvSpPr>
            <p:cNvPr id="11235" name="Google Shape;11235;p9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9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9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9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9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9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9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94"/>
          <p:cNvGrpSpPr/>
          <p:nvPr/>
        </p:nvGrpSpPr>
        <p:grpSpPr>
          <a:xfrm>
            <a:off x="7070872" y="2236621"/>
            <a:ext cx="398321" cy="371013"/>
            <a:chOff x="7070872" y="2410871"/>
            <a:chExt cx="398321" cy="371013"/>
          </a:xfrm>
        </p:grpSpPr>
        <p:sp>
          <p:nvSpPr>
            <p:cNvPr id="11244" name="Google Shape;11244;p9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9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9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9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8" name="Google Shape;11248;p9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9" name="Google Shape;11249;p94"/>
          <p:cNvGrpSpPr/>
          <p:nvPr/>
        </p:nvGrpSpPr>
        <p:grpSpPr>
          <a:xfrm>
            <a:off x="5318259" y="2807861"/>
            <a:ext cx="371013" cy="220787"/>
            <a:chOff x="5318259" y="2982111"/>
            <a:chExt cx="371013" cy="220787"/>
          </a:xfrm>
        </p:grpSpPr>
        <p:sp>
          <p:nvSpPr>
            <p:cNvPr id="11250" name="Google Shape;11250;p9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9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9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9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9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9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9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9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8" name="Google Shape;11258;p94"/>
          <p:cNvGrpSpPr/>
          <p:nvPr/>
        </p:nvGrpSpPr>
        <p:grpSpPr>
          <a:xfrm>
            <a:off x="7073928" y="2731507"/>
            <a:ext cx="371395" cy="371809"/>
            <a:chOff x="7073928" y="2905757"/>
            <a:chExt cx="371395" cy="371809"/>
          </a:xfrm>
        </p:grpSpPr>
        <p:sp>
          <p:nvSpPr>
            <p:cNvPr id="11259" name="Google Shape;11259;p9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9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9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2" name="Google Shape;11262;p94"/>
          <p:cNvGrpSpPr/>
          <p:nvPr/>
        </p:nvGrpSpPr>
        <p:grpSpPr>
          <a:xfrm>
            <a:off x="6188327" y="2781158"/>
            <a:ext cx="371395" cy="272857"/>
            <a:chOff x="6188327" y="2955408"/>
            <a:chExt cx="371395" cy="272857"/>
          </a:xfrm>
        </p:grpSpPr>
        <p:sp>
          <p:nvSpPr>
            <p:cNvPr id="11263" name="Google Shape;11263;p9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94"/>
          <p:cNvGrpSpPr/>
          <p:nvPr/>
        </p:nvGrpSpPr>
        <p:grpSpPr>
          <a:xfrm>
            <a:off x="7521454" y="2731889"/>
            <a:ext cx="359651" cy="371013"/>
            <a:chOff x="7521454" y="2906139"/>
            <a:chExt cx="359651" cy="371013"/>
          </a:xfrm>
        </p:grpSpPr>
        <p:sp>
          <p:nvSpPr>
            <p:cNvPr id="11266" name="Google Shape;11266;p9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9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9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9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94"/>
          <p:cNvGrpSpPr/>
          <p:nvPr/>
        </p:nvGrpSpPr>
        <p:grpSpPr>
          <a:xfrm>
            <a:off x="5782845" y="2732271"/>
            <a:ext cx="301661" cy="371013"/>
            <a:chOff x="5782845" y="2906521"/>
            <a:chExt cx="301661" cy="371013"/>
          </a:xfrm>
        </p:grpSpPr>
        <p:sp>
          <p:nvSpPr>
            <p:cNvPr id="11272" name="Google Shape;11272;p9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9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9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94"/>
          <p:cNvGrpSpPr/>
          <p:nvPr/>
        </p:nvGrpSpPr>
        <p:grpSpPr>
          <a:xfrm>
            <a:off x="3539102" y="2253299"/>
            <a:ext cx="355099" cy="355481"/>
            <a:chOff x="3539102" y="2427549"/>
            <a:chExt cx="355099" cy="355481"/>
          </a:xfrm>
        </p:grpSpPr>
        <p:sp>
          <p:nvSpPr>
            <p:cNvPr id="11276" name="Google Shape;11276;p9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9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8" name="Google Shape;11278;p94"/>
          <p:cNvGrpSpPr/>
          <p:nvPr/>
        </p:nvGrpSpPr>
        <p:grpSpPr>
          <a:xfrm>
            <a:off x="6630539" y="2743252"/>
            <a:ext cx="371777" cy="349434"/>
            <a:chOff x="6630539" y="2917502"/>
            <a:chExt cx="371777" cy="349434"/>
          </a:xfrm>
        </p:grpSpPr>
        <p:sp>
          <p:nvSpPr>
            <p:cNvPr id="11279" name="Google Shape;11279;p9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9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6" name="Google Shape;11286;p94"/>
          <p:cNvGrpSpPr/>
          <p:nvPr/>
        </p:nvGrpSpPr>
        <p:grpSpPr>
          <a:xfrm>
            <a:off x="2171474" y="3194979"/>
            <a:ext cx="408156" cy="343737"/>
            <a:chOff x="2171474" y="3369229"/>
            <a:chExt cx="408156" cy="343737"/>
          </a:xfrm>
        </p:grpSpPr>
        <p:sp>
          <p:nvSpPr>
            <p:cNvPr id="11287" name="Google Shape;11287;p9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9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9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9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1" name="Google Shape;11291;p94"/>
          <p:cNvGrpSpPr/>
          <p:nvPr/>
        </p:nvGrpSpPr>
        <p:grpSpPr>
          <a:xfrm>
            <a:off x="4891198" y="2750858"/>
            <a:ext cx="334634" cy="334634"/>
            <a:chOff x="4891198" y="2925108"/>
            <a:chExt cx="334634" cy="334634"/>
          </a:xfrm>
        </p:grpSpPr>
        <p:sp>
          <p:nvSpPr>
            <p:cNvPr id="11292" name="Google Shape;11292;p9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9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9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9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9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94"/>
          <p:cNvGrpSpPr/>
          <p:nvPr/>
        </p:nvGrpSpPr>
        <p:grpSpPr>
          <a:xfrm>
            <a:off x="7976174" y="2750858"/>
            <a:ext cx="334666" cy="334634"/>
            <a:chOff x="7976174" y="2925108"/>
            <a:chExt cx="334666" cy="334634"/>
          </a:xfrm>
        </p:grpSpPr>
        <p:sp>
          <p:nvSpPr>
            <p:cNvPr id="11301" name="Google Shape;11301;p9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9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9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9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9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9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9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9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94"/>
          <p:cNvGrpSpPr/>
          <p:nvPr/>
        </p:nvGrpSpPr>
        <p:grpSpPr>
          <a:xfrm>
            <a:off x="3091957" y="3199881"/>
            <a:ext cx="354717" cy="332757"/>
            <a:chOff x="3091957" y="3374131"/>
            <a:chExt cx="354717" cy="332757"/>
          </a:xfrm>
        </p:grpSpPr>
        <p:sp>
          <p:nvSpPr>
            <p:cNvPr id="11311" name="Google Shape;11311;p9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9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9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94"/>
          <p:cNvGrpSpPr/>
          <p:nvPr/>
        </p:nvGrpSpPr>
        <p:grpSpPr>
          <a:xfrm>
            <a:off x="3988156" y="3205960"/>
            <a:ext cx="353954" cy="318880"/>
            <a:chOff x="3988156" y="3380210"/>
            <a:chExt cx="353954" cy="318880"/>
          </a:xfrm>
        </p:grpSpPr>
        <p:sp>
          <p:nvSpPr>
            <p:cNvPr id="11318" name="Google Shape;11318;p9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9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9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9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9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94"/>
          <p:cNvGrpSpPr/>
          <p:nvPr/>
        </p:nvGrpSpPr>
        <p:grpSpPr>
          <a:xfrm>
            <a:off x="3541011" y="3193070"/>
            <a:ext cx="348257" cy="346188"/>
            <a:chOff x="3541011" y="3367320"/>
            <a:chExt cx="348257" cy="346188"/>
          </a:xfrm>
        </p:grpSpPr>
        <p:sp>
          <p:nvSpPr>
            <p:cNvPr id="11324" name="Google Shape;11324;p9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9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8" name="Google Shape;11328;p94"/>
          <p:cNvGrpSpPr/>
          <p:nvPr/>
        </p:nvGrpSpPr>
        <p:grpSpPr>
          <a:xfrm>
            <a:off x="1314678" y="3183967"/>
            <a:ext cx="334666" cy="365348"/>
            <a:chOff x="1314678" y="3358217"/>
            <a:chExt cx="334666" cy="365348"/>
          </a:xfrm>
        </p:grpSpPr>
        <p:sp>
          <p:nvSpPr>
            <p:cNvPr id="11329" name="Google Shape;11329;p9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9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9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9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9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4" name="Google Shape;11334;p94"/>
          <p:cNvGrpSpPr/>
          <p:nvPr/>
        </p:nvGrpSpPr>
        <p:grpSpPr>
          <a:xfrm>
            <a:off x="1748582" y="3198385"/>
            <a:ext cx="359269" cy="335780"/>
            <a:chOff x="1748582" y="3372635"/>
            <a:chExt cx="359269" cy="335780"/>
          </a:xfrm>
        </p:grpSpPr>
        <p:sp>
          <p:nvSpPr>
            <p:cNvPr id="11335" name="Google Shape;11335;p9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6" name="Google Shape;11336;p94"/>
            <p:cNvGrpSpPr/>
            <p:nvPr/>
          </p:nvGrpSpPr>
          <p:grpSpPr>
            <a:xfrm>
              <a:off x="1748582" y="3372635"/>
              <a:ext cx="333520" cy="335780"/>
              <a:chOff x="1748582" y="3372635"/>
              <a:chExt cx="333520" cy="335780"/>
            </a:xfrm>
          </p:grpSpPr>
          <p:sp>
            <p:nvSpPr>
              <p:cNvPr id="11337" name="Google Shape;11337;p9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9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9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40" name="Google Shape;11340;p94"/>
          <p:cNvGrpSpPr/>
          <p:nvPr/>
        </p:nvGrpSpPr>
        <p:grpSpPr>
          <a:xfrm>
            <a:off x="2640993" y="3183585"/>
            <a:ext cx="365348" cy="364966"/>
            <a:chOff x="2640993" y="3357835"/>
            <a:chExt cx="365348" cy="364966"/>
          </a:xfrm>
        </p:grpSpPr>
        <p:sp>
          <p:nvSpPr>
            <p:cNvPr id="11341" name="Google Shape;11341;p9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9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9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9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9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9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94"/>
          <p:cNvGrpSpPr/>
          <p:nvPr/>
        </p:nvGrpSpPr>
        <p:grpSpPr>
          <a:xfrm>
            <a:off x="4886264" y="3191924"/>
            <a:ext cx="350548" cy="350198"/>
            <a:chOff x="4886264" y="3366174"/>
            <a:chExt cx="350548" cy="350198"/>
          </a:xfrm>
        </p:grpSpPr>
        <p:sp>
          <p:nvSpPr>
            <p:cNvPr id="11352" name="Google Shape;11352;p9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9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9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9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9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9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9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9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9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9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9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9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94"/>
          <p:cNvGrpSpPr/>
          <p:nvPr/>
        </p:nvGrpSpPr>
        <p:grpSpPr>
          <a:xfrm>
            <a:off x="5331913" y="3239697"/>
            <a:ext cx="347143" cy="254684"/>
            <a:chOff x="5331913" y="3413947"/>
            <a:chExt cx="347143" cy="254684"/>
          </a:xfrm>
        </p:grpSpPr>
        <p:sp>
          <p:nvSpPr>
            <p:cNvPr id="11366" name="Google Shape;11366;p9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9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9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9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9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9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94"/>
          <p:cNvGrpSpPr/>
          <p:nvPr/>
        </p:nvGrpSpPr>
        <p:grpSpPr>
          <a:xfrm>
            <a:off x="5776798" y="3235528"/>
            <a:ext cx="346379" cy="264518"/>
            <a:chOff x="5776798" y="3409778"/>
            <a:chExt cx="346379" cy="264518"/>
          </a:xfrm>
        </p:grpSpPr>
        <p:sp>
          <p:nvSpPr>
            <p:cNvPr id="11373" name="Google Shape;11373;p9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9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9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9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9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94"/>
          <p:cNvGrpSpPr/>
          <p:nvPr/>
        </p:nvGrpSpPr>
        <p:grpSpPr>
          <a:xfrm>
            <a:off x="7108015" y="3222255"/>
            <a:ext cx="344883" cy="290299"/>
            <a:chOff x="7108015" y="3396505"/>
            <a:chExt cx="344883" cy="290299"/>
          </a:xfrm>
        </p:grpSpPr>
        <p:sp>
          <p:nvSpPr>
            <p:cNvPr id="11380" name="Google Shape;11380;p9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9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9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94"/>
          <p:cNvGrpSpPr/>
          <p:nvPr/>
        </p:nvGrpSpPr>
        <p:grpSpPr>
          <a:xfrm>
            <a:off x="7551754" y="3216558"/>
            <a:ext cx="344883" cy="301311"/>
            <a:chOff x="7551754" y="3390808"/>
            <a:chExt cx="344883" cy="301311"/>
          </a:xfrm>
        </p:grpSpPr>
        <p:sp>
          <p:nvSpPr>
            <p:cNvPr id="11385" name="Google Shape;11385;p9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9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9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9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9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9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9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9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9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9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94"/>
          <p:cNvGrpSpPr/>
          <p:nvPr/>
        </p:nvGrpSpPr>
        <p:grpSpPr>
          <a:xfrm>
            <a:off x="6707084" y="3213153"/>
            <a:ext cx="261145" cy="308504"/>
            <a:chOff x="6707084" y="3387403"/>
            <a:chExt cx="261145" cy="308504"/>
          </a:xfrm>
        </p:grpSpPr>
        <p:sp>
          <p:nvSpPr>
            <p:cNvPr id="11397" name="Google Shape;11397;p9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9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9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9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94"/>
          <p:cNvGrpSpPr/>
          <p:nvPr/>
        </p:nvGrpSpPr>
        <p:grpSpPr>
          <a:xfrm>
            <a:off x="848978" y="4123387"/>
            <a:ext cx="377824" cy="324418"/>
            <a:chOff x="848978" y="4297637"/>
            <a:chExt cx="377824" cy="324418"/>
          </a:xfrm>
        </p:grpSpPr>
        <p:sp>
          <p:nvSpPr>
            <p:cNvPr id="11402" name="Google Shape;11402;p9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9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4" name="Google Shape;11404;p94"/>
          <p:cNvGrpSpPr/>
          <p:nvPr/>
        </p:nvGrpSpPr>
        <p:grpSpPr>
          <a:xfrm>
            <a:off x="1754279" y="4112343"/>
            <a:ext cx="351439" cy="345965"/>
            <a:chOff x="1754279" y="4286593"/>
            <a:chExt cx="351439" cy="345965"/>
          </a:xfrm>
        </p:grpSpPr>
        <p:sp>
          <p:nvSpPr>
            <p:cNvPr id="11405" name="Google Shape;11405;p9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9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9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9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94"/>
          <p:cNvGrpSpPr/>
          <p:nvPr/>
        </p:nvGrpSpPr>
        <p:grpSpPr>
          <a:xfrm>
            <a:off x="3996113" y="4116926"/>
            <a:ext cx="336512" cy="335048"/>
            <a:chOff x="3996113" y="4291176"/>
            <a:chExt cx="336512" cy="335048"/>
          </a:xfrm>
        </p:grpSpPr>
        <p:sp>
          <p:nvSpPr>
            <p:cNvPr id="11411" name="Google Shape;11411;p9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9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4" name="Google Shape;11414;p9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5" name="Google Shape;11415;p94"/>
          <p:cNvGrpSpPr/>
          <p:nvPr/>
        </p:nvGrpSpPr>
        <p:grpSpPr>
          <a:xfrm>
            <a:off x="2179081" y="4111261"/>
            <a:ext cx="397525" cy="348670"/>
            <a:chOff x="2179081" y="4285511"/>
            <a:chExt cx="397525" cy="348670"/>
          </a:xfrm>
        </p:grpSpPr>
        <p:sp>
          <p:nvSpPr>
            <p:cNvPr id="11416" name="Google Shape;11416;p9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94"/>
          <p:cNvGrpSpPr/>
          <p:nvPr/>
        </p:nvGrpSpPr>
        <p:grpSpPr>
          <a:xfrm>
            <a:off x="3584201" y="4120746"/>
            <a:ext cx="267574" cy="329415"/>
            <a:chOff x="3584201" y="4294996"/>
            <a:chExt cx="267574" cy="329415"/>
          </a:xfrm>
        </p:grpSpPr>
        <p:sp>
          <p:nvSpPr>
            <p:cNvPr id="11419" name="Google Shape;11419;p9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9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9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94"/>
          <p:cNvGrpSpPr/>
          <p:nvPr/>
        </p:nvGrpSpPr>
        <p:grpSpPr>
          <a:xfrm>
            <a:off x="3082855" y="4121478"/>
            <a:ext cx="375946" cy="327823"/>
            <a:chOff x="3082855" y="4295728"/>
            <a:chExt cx="375946" cy="327823"/>
          </a:xfrm>
        </p:grpSpPr>
        <p:sp>
          <p:nvSpPr>
            <p:cNvPr id="11424" name="Google Shape;11424;p9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9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9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9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9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9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9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5" name="Google Shape;11435;p94"/>
          <p:cNvGrpSpPr/>
          <p:nvPr/>
        </p:nvGrpSpPr>
        <p:grpSpPr>
          <a:xfrm>
            <a:off x="2749016" y="4116926"/>
            <a:ext cx="150831" cy="336926"/>
            <a:chOff x="2749016" y="4291176"/>
            <a:chExt cx="150831" cy="336926"/>
          </a:xfrm>
        </p:grpSpPr>
        <p:sp>
          <p:nvSpPr>
            <p:cNvPr id="11436" name="Google Shape;11436;p9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9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9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9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94"/>
          <p:cNvGrpSpPr/>
          <p:nvPr/>
        </p:nvGrpSpPr>
        <p:grpSpPr>
          <a:xfrm>
            <a:off x="7127716" y="4105182"/>
            <a:ext cx="248254" cy="361942"/>
            <a:chOff x="7127716" y="4279432"/>
            <a:chExt cx="248254" cy="361942"/>
          </a:xfrm>
        </p:grpSpPr>
        <p:sp>
          <p:nvSpPr>
            <p:cNvPr id="11441" name="Google Shape;11441;p9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9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9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9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9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9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94"/>
          <p:cNvGrpSpPr/>
          <p:nvPr/>
        </p:nvGrpSpPr>
        <p:grpSpPr>
          <a:xfrm>
            <a:off x="7565408" y="4105182"/>
            <a:ext cx="248255" cy="361942"/>
            <a:chOff x="7565408" y="4279432"/>
            <a:chExt cx="248255" cy="361942"/>
          </a:xfrm>
        </p:grpSpPr>
        <p:sp>
          <p:nvSpPr>
            <p:cNvPr id="11451" name="Google Shape;11451;p9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9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9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9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9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9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9" name="Google Shape;11459;p94"/>
          <p:cNvGrpSpPr/>
          <p:nvPr/>
        </p:nvGrpSpPr>
        <p:grpSpPr>
          <a:xfrm>
            <a:off x="6264109" y="4105182"/>
            <a:ext cx="225498" cy="361560"/>
            <a:chOff x="6264109" y="4279432"/>
            <a:chExt cx="225498" cy="361560"/>
          </a:xfrm>
        </p:grpSpPr>
        <p:sp>
          <p:nvSpPr>
            <p:cNvPr id="11460" name="Google Shape;11460;p9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9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2" name="Google Shape;11462;p94"/>
          <p:cNvGrpSpPr/>
          <p:nvPr/>
        </p:nvGrpSpPr>
        <p:grpSpPr>
          <a:xfrm>
            <a:off x="7929578" y="4110115"/>
            <a:ext cx="395266" cy="351312"/>
            <a:chOff x="7929578" y="4284365"/>
            <a:chExt cx="395266" cy="351312"/>
          </a:xfrm>
        </p:grpSpPr>
        <p:sp>
          <p:nvSpPr>
            <p:cNvPr id="11463" name="Google Shape;11463;p9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9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9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9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94"/>
          <p:cNvGrpSpPr/>
          <p:nvPr/>
        </p:nvGrpSpPr>
        <p:grpSpPr>
          <a:xfrm>
            <a:off x="6595502" y="4149527"/>
            <a:ext cx="426315" cy="332826"/>
            <a:chOff x="6639652" y="4323777"/>
            <a:chExt cx="426315" cy="332826"/>
          </a:xfrm>
        </p:grpSpPr>
        <p:sp>
          <p:nvSpPr>
            <p:cNvPr id="11468" name="Google Shape;11468;p9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9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9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9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9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9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9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8" name="Google Shape;11478;p94"/>
          <p:cNvGrpSpPr/>
          <p:nvPr/>
        </p:nvGrpSpPr>
        <p:grpSpPr>
          <a:xfrm>
            <a:off x="5357662" y="4123387"/>
            <a:ext cx="287275" cy="326296"/>
            <a:chOff x="5357662" y="4297637"/>
            <a:chExt cx="287275" cy="326296"/>
          </a:xfrm>
        </p:grpSpPr>
        <p:sp>
          <p:nvSpPr>
            <p:cNvPr id="11479" name="Google Shape;11479;p9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9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9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9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94"/>
          <p:cNvGrpSpPr/>
          <p:nvPr/>
        </p:nvGrpSpPr>
        <p:grpSpPr>
          <a:xfrm>
            <a:off x="5774124" y="4120300"/>
            <a:ext cx="331611" cy="331674"/>
            <a:chOff x="5774124" y="4294550"/>
            <a:chExt cx="331611" cy="331674"/>
          </a:xfrm>
        </p:grpSpPr>
        <p:sp>
          <p:nvSpPr>
            <p:cNvPr id="11485" name="Google Shape;11485;p9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9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94"/>
          <p:cNvGrpSpPr/>
          <p:nvPr/>
        </p:nvGrpSpPr>
        <p:grpSpPr>
          <a:xfrm>
            <a:off x="4890434" y="4113139"/>
            <a:ext cx="345997" cy="346029"/>
            <a:chOff x="4890434" y="4287389"/>
            <a:chExt cx="345997" cy="346029"/>
          </a:xfrm>
        </p:grpSpPr>
        <p:sp>
          <p:nvSpPr>
            <p:cNvPr id="11488" name="Google Shape;11488;p9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9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9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9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9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94"/>
          <p:cNvGrpSpPr/>
          <p:nvPr/>
        </p:nvGrpSpPr>
        <p:grpSpPr>
          <a:xfrm>
            <a:off x="2165809" y="3636809"/>
            <a:ext cx="422542" cy="342973"/>
            <a:chOff x="2165809" y="3811059"/>
            <a:chExt cx="422542" cy="342973"/>
          </a:xfrm>
        </p:grpSpPr>
        <p:sp>
          <p:nvSpPr>
            <p:cNvPr id="11496" name="Google Shape;11496;p9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9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9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9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9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9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9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9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9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9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9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4" name="Google Shape;11514;p9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5" name="Google Shape;11515;p94"/>
          <p:cNvGrpSpPr/>
          <p:nvPr/>
        </p:nvGrpSpPr>
        <p:grpSpPr>
          <a:xfrm>
            <a:off x="903530" y="3631875"/>
            <a:ext cx="264550" cy="353222"/>
            <a:chOff x="903530" y="3806125"/>
            <a:chExt cx="264550" cy="353222"/>
          </a:xfrm>
        </p:grpSpPr>
        <p:sp>
          <p:nvSpPr>
            <p:cNvPr id="11516" name="Google Shape;11516;p9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9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9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94"/>
          <p:cNvGrpSpPr/>
          <p:nvPr/>
        </p:nvGrpSpPr>
        <p:grpSpPr>
          <a:xfrm>
            <a:off x="850092" y="3178684"/>
            <a:ext cx="369517" cy="375660"/>
            <a:chOff x="850092" y="3352934"/>
            <a:chExt cx="369517" cy="375660"/>
          </a:xfrm>
        </p:grpSpPr>
        <p:sp>
          <p:nvSpPr>
            <p:cNvPr id="11521" name="Google Shape;11521;p9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9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9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9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94"/>
          <p:cNvGrpSpPr/>
          <p:nvPr/>
        </p:nvGrpSpPr>
        <p:grpSpPr>
          <a:xfrm>
            <a:off x="2611458" y="3642124"/>
            <a:ext cx="426329" cy="332375"/>
            <a:chOff x="2611458" y="3816374"/>
            <a:chExt cx="426329" cy="332375"/>
          </a:xfrm>
        </p:grpSpPr>
        <p:sp>
          <p:nvSpPr>
            <p:cNvPr id="11527" name="Google Shape;11527;p9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9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9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9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9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9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9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7" name="Google Shape;11537;p9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8" name="Google Shape;11538;p94"/>
          <p:cNvGrpSpPr/>
          <p:nvPr/>
        </p:nvGrpSpPr>
        <p:grpSpPr>
          <a:xfrm>
            <a:off x="4019984" y="3631143"/>
            <a:ext cx="293704" cy="353954"/>
            <a:chOff x="4019984" y="3805393"/>
            <a:chExt cx="293704" cy="353954"/>
          </a:xfrm>
        </p:grpSpPr>
        <p:sp>
          <p:nvSpPr>
            <p:cNvPr id="11539" name="Google Shape;11539;p9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94"/>
          <p:cNvGrpSpPr/>
          <p:nvPr/>
        </p:nvGrpSpPr>
        <p:grpSpPr>
          <a:xfrm>
            <a:off x="8006505" y="3215794"/>
            <a:ext cx="323654" cy="303189"/>
            <a:chOff x="8006505" y="3390044"/>
            <a:chExt cx="323654" cy="303189"/>
          </a:xfrm>
        </p:grpSpPr>
        <p:sp>
          <p:nvSpPr>
            <p:cNvPr id="11542" name="Google Shape;11542;p9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9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9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9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9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9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94"/>
          <p:cNvGrpSpPr/>
          <p:nvPr/>
        </p:nvGrpSpPr>
        <p:grpSpPr>
          <a:xfrm>
            <a:off x="1299146" y="3632257"/>
            <a:ext cx="367990" cy="351312"/>
            <a:chOff x="1299146" y="3806507"/>
            <a:chExt cx="367990" cy="351312"/>
          </a:xfrm>
        </p:grpSpPr>
        <p:sp>
          <p:nvSpPr>
            <p:cNvPr id="11549" name="Google Shape;11549;p9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1" name="Google Shape;11551;p9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2" name="Google Shape;11552;p94"/>
          <p:cNvGrpSpPr/>
          <p:nvPr/>
        </p:nvGrpSpPr>
        <p:grpSpPr>
          <a:xfrm>
            <a:off x="7550258" y="3658420"/>
            <a:ext cx="371395" cy="301279"/>
            <a:chOff x="7550258" y="3832670"/>
            <a:chExt cx="371395" cy="301279"/>
          </a:xfrm>
        </p:grpSpPr>
        <p:sp>
          <p:nvSpPr>
            <p:cNvPr id="11553" name="Google Shape;11553;p9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9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9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9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9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9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9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9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9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9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9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9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1" name="Google Shape;11571;p9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2" name="Google Shape;11572;p94"/>
          <p:cNvGrpSpPr/>
          <p:nvPr/>
        </p:nvGrpSpPr>
        <p:grpSpPr>
          <a:xfrm>
            <a:off x="6659725" y="3633785"/>
            <a:ext cx="367608" cy="350548"/>
            <a:chOff x="6659725" y="3808035"/>
            <a:chExt cx="367608" cy="350548"/>
          </a:xfrm>
        </p:grpSpPr>
        <p:sp>
          <p:nvSpPr>
            <p:cNvPr id="11573" name="Google Shape;11573;p9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9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94"/>
          <p:cNvGrpSpPr/>
          <p:nvPr/>
        </p:nvGrpSpPr>
        <p:grpSpPr>
          <a:xfrm>
            <a:off x="6219391" y="3642506"/>
            <a:ext cx="356627" cy="334252"/>
            <a:chOff x="6219391" y="3816756"/>
            <a:chExt cx="356627" cy="334252"/>
          </a:xfrm>
        </p:grpSpPr>
        <p:sp>
          <p:nvSpPr>
            <p:cNvPr id="11576" name="Google Shape;11576;p9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9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9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94"/>
          <p:cNvGrpSpPr/>
          <p:nvPr/>
        </p:nvGrpSpPr>
        <p:grpSpPr>
          <a:xfrm>
            <a:off x="5778676" y="3652722"/>
            <a:ext cx="349052" cy="313055"/>
            <a:chOff x="5778676" y="3826972"/>
            <a:chExt cx="349052" cy="313055"/>
          </a:xfrm>
        </p:grpSpPr>
        <p:sp>
          <p:nvSpPr>
            <p:cNvPr id="11581" name="Google Shape;11581;p9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9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9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9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6" name="Google Shape;11586;p94"/>
          <p:cNvGrpSpPr/>
          <p:nvPr/>
        </p:nvGrpSpPr>
        <p:grpSpPr>
          <a:xfrm>
            <a:off x="5355784" y="3660297"/>
            <a:ext cx="299019" cy="297905"/>
            <a:chOff x="5355784" y="3834547"/>
            <a:chExt cx="299019" cy="297905"/>
          </a:xfrm>
        </p:grpSpPr>
        <p:sp>
          <p:nvSpPr>
            <p:cNvPr id="11587" name="Google Shape;11587;p9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9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9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1" name="Google Shape;11591;p94"/>
          <p:cNvGrpSpPr/>
          <p:nvPr/>
        </p:nvGrpSpPr>
        <p:grpSpPr>
          <a:xfrm>
            <a:off x="8036455" y="3633021"/>
            <a:ext cx="292176" cy="353985"/>
            <a:chOff x="8036455" y="3807271"/>
            <a:chExt cx="292176" cy="353985"/>
          </a:xfrm>
        </p:grpSpPr>
        <p:sp>
          <p:nvSpPr>
            <p:cNvPr id="11592" name="Google Shape;11592;p9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9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4" name="Google Shape;11594;p94"/>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1595" name="Google Shape;11595;p94"/>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1596" name="Google Shape;11596;p94"/>
          <p:cNvGrpSpPr/>
          <p:nvPr/>
        </p:nvGrpSpPr>
        <p:grpSpPr>
          <a:xfrm>
            <a:off x="4874902" y="3634549"/>
            <a:ext cx="345615" cy="350835"/>
            <a:chOff x="4874902" y="3808799"/>
            <a:chExt cx="345615" cy="350835"/>
          </a:xfrm>
        </p:grpSpPr>
        <p:sp>
          <p:nvSpPr>
            <p:cNvPr id="11597" name="Google Shape;11597;p9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9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9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9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9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9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9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9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9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9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9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94"/>
          <p:cNvGrpSpPr/>
          <p:nvPr/>
        </p:nvGrpSpPr>
        <p:grpSpPr>
          <a:xfrm>
            <a:off x="3095745" y="3631143"/>
            <a:ext cx="352840" cy="354717"/>
            <a:chOff x="3095745" y="3805393"/>
            <a:chExt cx="352840" cy="354717"/>
          </a:xfrm>
        </p:grpSpPr>
        <p:sp>
          <p:nvSpPr>
            <p:cNvPr id="11615" name="Google Shape;11615;p9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9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9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9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9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24"/>
        <p:cNvGrpSpPr/>
        <p:nvPr/>
      </p:nvGrpSpPr>
      <p:grpSpPr>
        <a:xfrm>
          <a:off x="0" y="0"/>
          <a:ext cx="0" cy="0"/>
          <a:chOff x="0" y="0"/>
          <a:chExt cx="0" cy="0"/>
        </a:xfrm>
      </p:grpSpPr>
      <p:grpSp>
        <p:nvGrpSpPr>
          <p:cNvPr id="11625" name="Google Shape;11625;p95"/>
          <p:cNvGrpSpPr/>
          <p:nvPr/>
        </p:nvGrpSpPr>
        <p:grpSpPr>
          <a:xfrm>
            <a:off x="2704005" y="4083381"/>
            <a:ext cx="342144" cy="362704"/>
            <a:chOff x="2704005" y="4258781"/>
            <a:chExt cx="342144" cy="362704"/>
          </a:xfrm>
        </p:grpSpPr>
        <p:sp>
          <p:nvSpPr>
            <p:cNvPr id="11626" name="Google Shape;11626;p9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9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9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9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95"/>
          <p:cNvGrpSpPr/>
          <p:nvPr/>
        </p:nvGrpSpPr>
        <p:grpSpPr>
          <a:xfrm>
            <a:off x="2157462" y="4083096"/>
            <a:ext cx="347435" cy="363370"/>
            <a:chOff x="2157462" y="4258496"/>
            <a:chExt cx="347435" cy="363370"/>
          </a:xfrm>
        </p:grpSpPr>
        <p:sp>
          <p:nvSpPr>
            <p:cNvPr id="11634" name="Google Shape;11634;p9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9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7" name="Google Shape;11637;p95"/>
          <p:cNvGrpSpPr/>
          <p:nvPr/>
        </p:nvGrpSpPr>
        <p:grpSpPr>
          <a:xfrm>
            <a:off x="4010963" y="3588381"/>
            <a:ext cx="343665" cy="363211"/>
            <a:chOff x="4010963" y="3763781"/>
            <a:chExt cx="343665" cy="363211"/>
          </a:xfrm>
        </p:grpSpPr>
        <p:sp>
          <p:nvSpPr>
            <p:cNvPr id="11638" name="Google Shape;11638;p9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9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9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9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95"/>
          <p:cNvGrpSpPr/>
          <p:nvPr/>
        </p:nvGrpSpPr>
        <p:grpSpPr>
          <a:xfrm>
            <a:off x="2214042" y="3635109"/>
            <a:ext cx="368153" cy="311193"/>
            <a:chOff x="2214042" y="3810509"/>
            <a:chExt cx="368153" cy="311193"/>
          </a:xfrm>
        </p:grpSpPr>
        <p:sp>
          <p:nvSpPr>
            <p:cNvPr id="11644" name="Google Shape;11644;p9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9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95"/>
          <p:cNvGrpSpPr/>
          <p:nvPr/>
        </p:nvGrpSpPr>
        <p:grpSpPr>
          <a:xfrm>
            <a:off x="1768938" y="3606819"/>
            <a:ext cx="367805" cy="367773"/>
            <a:chOff x="1768938" y="3782219"/>
            <a:chExt cx="367805" cy="367773"/>
          </a:xfrm>
        </p:grpSpPr>
        <p:sp>
          <p:nvSpPr>
            <p:cNvPr id="11647" name="Google Shape;11647;p9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9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9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9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9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2" name="Google Shape;11652;p95"/>
          <p:cNvGrpSpPr/>
          <p:nvPr/>
        </p:nvGrpSpPr>
        <p:grpSpPr>
          <a:xfrm>
            <a:off x="2681385" y="3623039"/>
            <a:ext cx="325544" cy="327413"/>
            <a:chOff x="2681385" y="3798439"/>
            <a:chExt cx="325544" cy="327413"/>
          </a:xfrm>
        </p:grpSpPr>
        <p:sp>
          <p:nvSpPr>
            <p:cNvPr id="11653" name="Google Shape;11653;p9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9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9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9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9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9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9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0" name="Google Shape;11660;p95"/>
          <p:cNvGrpSpPr/>
          <p:nvPr/>
        </p:nvGrpSpPr>
        <p:grpSpPr>
          <a:xfrm>
            <a:off x="6243928" y="4088102"/>
            <a:ext cx="274254" cy="350824"/>
            <a:chOff x="6243928" y="4263502"/>
            <a:chExt cx="274254" cy="350824"/>
          </a:xfrm>
        </p:grpSpPr>
        <p:sp>
          <p:nvSpPr>
            <p:cNvPr id="11661" name="Google Shape;11661;p9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9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9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9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9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9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9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9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95"/>
          <p:cNvGrpSpPr/>
          <p:nvPr/>
        </p:nvGrpSpPr>
        <p:grpSpPr>
          <a:xfrm>
            <a:off x="3560600" y="3587938"/>
            <a:ext cx="352345" cy="363655"/>
            <a:chOff x="3560600" y="3763338"/>
            <a:chExt cx="352345" cy="363655"/>
          </a:xfrm>
        </p:grpSpPr>
        <p:sp>
          <p:nvSpPr>
            <p:cNvPr id="11670" name="Google Shape;11670;p9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9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9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3" name="Google Shape;11673;p95"/>
          <p:cNvGrpSpPr/>
          <p:nvPr/>
        </p:nvGrpSpPr>
        <p:grpSpPr>
          <a:xfrm>
            <a:off x="5790556" y="4085852"/>
            <a:ext cx="279513" cy="356083"/>
            <a:chOff x="5790556" y="4261252"/>
            <a:chExt cx="279513" cy="356083"/>
          </a:xfrm>
        </p:grpSpPr>
        <p:sp>
          <p:nvSpPr>
            <p:cNvPr id="11674" name="Google Shape;11674;p9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9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9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9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9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9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9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1" name="Google Shape;11681;p95"/>
          <p:cNvGrpSpPr/>
          <p:nvPr/>
        </p:nvGrpSpPr>
        <p:grpSpPr>
          <a:xfrm>
            <a:off x="5341333" y="4085852"/>
            <a:ext cx="278752" cy="356463"/>
            <a:chOff x="5341333" y="4261252"/>
            <a:chExt cx="278752" cy="356463"/>
          </a:xfrm>
        </p:grpSpPr>
        <p:sp>
          <p:nvSpPr>
            <p:cNvPr id="11682" name="Google Shape;11682;p9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9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9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9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9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9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9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9" name="Google Shape;11689;p9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0" name="Google Shape;11690;p95"/>
          <p:cNvGrpSpPr/>
          <p:nvPr/>
        </p:nvGrpSpPr>
        <p:grpSpPr>
          <a:xfrm>
            <a:off x="3103646" y="3590676"/>
            <a:ext cx="360233" cy="362451"/>
            <a:chOff x="3107608" y="3763401"/>
            <a:chExt cx="360233" cy="362451"/>
          </a:xfrm>
        </p:grpSpPr>
        <p:sp>
          <p:nvSpPr>
            <p:cNvPr id="11691" name="Google Shape;11691;p9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9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9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4" name="Google Shape;11694;p95"/>
          <p:cNvGrpSpPr/>
          <p:nvPr/>
        </p:nvGrpSpPr>
        <p:grpSpPr>
          <a:xfrm>
            <a:off x="889343" y="3625827"/>
            <a:ext cx="351585" cy="339705"/>
            <a:chOff x="889343" y="3801227"/>
            <a:chExt cx="351585" cy="339705"/>
          </a:xfrm>
        </p:grpSpPr>
        <p:sp>
          <p:nvSpPr>
            <p:cNvPr id="11695" name="Google Shape;11695;p9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9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9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9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9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95"/>
          <p:cNvGrpSpPr/>
          <p:nvPr/>
        </p:nvGrpSpPr>
        <p:grpSpPr>
          <a:xfrm>
            <a:off x="4896609" y="4085472"/>
            <a:ext cx="278784" cy="355323"/>
            <a:chOff x="4896609" y="4260872"/>
            <a:chExt cx="278784" cy="355323"/>
          </a:xfrm>
        </p:grpSpPr>
        <p:sp>
          <p:nvSpPr>
            <p:cNvPr id="11701" name="Google Shape;11701;p9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9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9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9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9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9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95"/>
          <p:cNvGrpSpPr/>
          <p:nvPr/>
        </p:nvGrpSpPr>
        <p:grpSpPr>
          <a:xfrm>
            <a:off x="7598438" y="4090731"/>
            <a:ext cx="260283" cy="345914"/>
            <a:chOff x="7598438" y="4266131"/>
            <a:chExt cx="260283" cy="345914"/>
          </a:xfrm>
        </p:grpSpPr>
        <p:sp>
          <p:nvSpPr>
            <p:cNvPr id="11708" name="Google Shape;11708;p9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9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9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9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9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9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9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5" name="Google Shape;11715;p95"/>
          <p:cNvGrpSpPr/>
          <p:nvPr/>
        </p:nvGrpSpPr>
        <p:grpSpPr>
          <a:xfrm>
            <a:off x="1767069" y="3184746"/>
            <a:ext cx="286324" cy="348163"/>
            <a:chOff x="1767069" y="3360146"/>
            <a:chExt cx="286324" cy="348163"/>
          </a:xfrm>
        </p:grpSpPr>
        <p:sp>
          <p:nvSpPr>
            <p:cNvPr id="11716" name="Google Shape;11716;p9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9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9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9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9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9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9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3" name="Google Shape;11723;p95"/>
          <p:cNvGrpSpPr/>
          <p:nvPr/>
        </p:nvGrpSpPr>
        <p:grpSpPr>
          <a:xfrm>
            <a:off x="7149944" y="4090731"/>
            <a:ext cx="260283" cy="345914"/>
            <a:chOff x="7149944" y="4266131"/>
            <a:chExt cx="260283" cy="345914"/>
          </a:xfrm>
        </p:grpSpPr>
        <p:sp>
          <p:nvSpPr>
            <p:cNvPr id="11724" name="Google Shape;11724;p9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9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9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9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9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9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0" name="Google Shape;11730;p95"/>
          <p:cNvGrpSpPr/>
          <p:nvPr/>
        </p:nvGrpSpPr>
        <p:grpSpPr>
          <a:xfrm>
            <a:off x="6695051" y="4083951"/>
            <a:ext cx="270104" cy="360233"/>
            <a:chOff x="6695051" y="4259351"/>
            <a:chExt cx="270104" cy="360233"/>
          </a:xfrm>
        </p:grpSpPr>
        <p:sp>
          <p:nvSpPr>
            <p:cNvPr id="11731" name="Google Shape;11731;p9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9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9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9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95"/>
          <p:cNvGrpSpPr/>
          <p:nvPr/>
        </p:nvGrpSpPr>
        <p:grpSpPr>
          <a:xfrm>
            <a:off x="8047661" y="4082051"/>
            <a:ext cx="277263" cy="362514"/>
            <a:chOff x="8047661" y="4257451"/>
            <a:chExt cx="277263" cy="362514"/>
          </a:xfrm>
        </p:grpSpPr>
        <p:sp>
          <p:nvSpPr>
            <p:cNvPr id="11736" name="Google Shape;11736;p9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9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9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9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0" name="Google Shape;11740;p95"/>
          <p:cNvGrpSpPr/>
          <p:nvPr/>
        </p:nvGrpSpPr>
        <p:grpSpPr>
          <a:xfrm>
            <a:off x="6248078" y="3609068"/>
            <a:ext cx="277263" cy="356115"/>
            <a:chOff x="6248078" y="3784468"/>
            <a:chExt cx="277263" cy="356115"/>
          </a:xfrm>
        </p:grpSpPr>
        <p:sp>
          <p:nvSpPr>
            <p:cNvPr id="11741" name="Google Shape;11741;p9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9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9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9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9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6" name="Google Shape;11746;p95"/>
          <p:cNvGrpSpPr/>
          <p:nvPr/>
        </p:nvGrpSpPr>
        <p:grpSpPr>
          <a:xfrm>
            <a:off x="5800725" y="3610589"/>
            <a:ext cx="277644" cy="354594"/>
            <a:chOff x="5800725" y="3785989"/>
            <a:chExt cx="277644" cy="354594"/>
          </a:xfrm>
        </p:grpSpPr>
        <p:sp>
          <p:nvSpPr>
            <p:cNvPr id="11747" name="Google Shape;11747;p9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9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9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9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9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9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9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4" name="Google Shape;11754;p95"/>
          <p:cNvGrpSpPr/>
          <p:nvPr/>
        </p:nvGrpSpPr>
        <p:grpSpPr>
          <a:xfrm>
            <a:off x="2206122" y="3185348"/>
            <a:ext cx="308183" cy="347561"/>
            <a:chOff x="2206122" y="3360748"/>
            <a:chExt cx="308183" cy="347561"/>
          </a:xfrm>
        </p:grpSpPr>
        <p:sp>
          <p:nvSpPr>
            <p:cNvPr id="11755" name="Google Shape;11755;p9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9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9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9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9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95"/>
          <p:cNvGrpSpPr/>
          <p:nvPr/>
        </p:nvGrpSpPr>
        <p:grpSpPr>
          <a:xfrm>
            <a:off x="5353403" y="3610209"/>
            <a:ext cx="277992" cy="354974"/>
            <a:chOff x="5353403" y="3785609"/>
            <a:chExt cx="277992" cy="354974"/>
          </a:xfrm>
        </p:grpSpPr>
        <p:sp>
          <p:nvSpPr>
            <p:cNvPr id="11761" name="Google Shape;11761;p9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9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9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9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9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9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7" name="Google Shape;11767;p95"/>
          <p:cNvGrpSpPr/>
          <p:nvPr/>
        </p:nvGrpSpPr>
        <p:grpSpPr>
          <a:xfrm>
            <a:off x="4896229" y="3610589"/>
            <a:ext cx="278784" cy="354594"/>
            <a:chOff x="4896229" y="3785989"/>
            <a:chExt cx="278784" cy="354594"/>
          </a:xfrm>
        </p:grpSpPr>
        <p:sp>
          <p:nvSpPr>
            <p:cNvPr id="11768" name="Google Shape;11768;p9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9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9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9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9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9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4" name="Google Shape;11774;p95"/>
          <p:cNvGrpSpPr/>
          <p:nvPr/>
        </p:nvGrpSpPr>
        <p:grpSpPr>
          <a:xfrm>
            <a:off x="7592387" y="3612458"/>
            <a:ext cx="273874" cy="351204"/>
            <a:chOff x="7592387" y="3787858"/>
            <a:chExt cx="273874" cy="351204"/>
          </a:xfrm>
        </p:grpSpPr>
        <p:sp>
          <p:nvSpPr>
            <p:cNvPr id="11775" name="Google Shape;11775;p9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9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9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9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95"/>
          <p:cNvGrpSpPr/>
          <p:nvPr/>
        </p:nvGrpSpPr>
        <p:grpSpPr>
          <a:xfrm>
            <a:off x="7145794" y="3612458"/>
            <a:ext cx="274254" cy="350444"/>
            <a:chOff x="7145794" y="3787858"/>
            <a:chExt cx="274254" cy="350444"/>
          </a:xfrm>
        </p:grpSpPr>
        <p:sp>
          <p:nvSpPr>
            <p:cNvPr id="11780" name="Google Shape;11780;p9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9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9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9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9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9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95"/>
          <p:cNvGrpSpPr/>
          <p:nvPr/>
        </p:nvGrpSpPr>
        <p:grpSpPr>
          <a:xfrm>
            <a:off x="8054060" y="3611698"/>
            <a:ext cx="266334" cy="353834"/>
            <a:chOff x="8054060" y="3787098"/>
            <a:chExt cx="266334" cy="353834"/>
          </a:xfrm>
        </p:grpSpPr>
        <p:sp>
          <p:nvSpPr>
            <p:cNvPr id="11787" name="Google Shape;11787;p9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9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9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9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95"/>
          <p:cNvGrpSpPr/>
          <p:nvPr/>
        </p:nvGrpSpPr>
        <p:grpSpPr>
          <a:xfrm>
            <a:off x="6702211" y="3607199"/>
            <a:ext cx="270104" cy="361754"/>
            <a:chOff x="6702211" y="3782599"/>
            <a:chExt cx="270104" cy="361754"/>
          </a:xfrm>
        </p:grpSpPr>
        <p:sp>
          <p:nvSpPr>
            <p:cNvPr id="11792" name="Google Shape;11792;p9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9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9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9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9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95"/>
          <p:cNvGrpSpPr/>
          <p:nvPr/>
        </p:nvGrpSpPr>
        <p:grpSpPr>
          <a:xfrm>
            <a:off x="3516886" y="3263327"/>
            <a:ext cx="391854" cy="269922"/>
            <a:chOff x="3516850" y="3406526"/>
            <a:chExt cx="369674" cy="254644"/>
          </a:xfrm>
        </p:grpSpPr>
        <p:sp>
          <p:nvSpPr>
            <p:cNvPr id="11798" name="Google Shape;11798;p9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9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9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9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2" name="Google Shape;11802;p95"/>
          <p:cNvGrpSpPr/>
          <p:nvPr/>
        </p:nvGrpSpPr>
        <p:grpSpPr>
          <a:xfrm>
            <a:off x="1310655" y="3185127"/>
            <a:ext cx="306314" cy="347403"/>
            <a:chOff x="1310655" y="3360527"/>
            <a:chExt cx="306314" cy="347403"/>
          </a:xfrm>
        </p:grpSpPr>
        <p:sp>
          <p:nvSpPr>
            <p:cNvPr id="11803" name="Google Shape;11803;p9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9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9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9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9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95"/>
          <p:cNvGrpSpPr/>
          <p:nvPr/>
        </p:nvGrpSpPr>
        <p:grpSpPr>
          <a:xfrm>
            <a:off x="3119678" y="3184746"/>
            <a:ext cx="269343" cy="348543"/>
            <a:chOff x="3119678" y="3360146"/>
            <a:chExt cx="269343" cy="348543"/>
          </a:xfrm>
        </p:grpSpPr>
        <p:sp>
          <p:nvSpPr>
            <p:cNvPr id="11809" name="Google Shape;11809;p9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9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9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9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9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9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9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6" name="Google Shape;11816;p95"/>
          <p:cNvGrpSpPr/>
          <p:nvPr/>
        </p:nvGrpSpPr>
        <p:grpSpPr>
          <a:xfrm>
            <a:off x="3967213" y="3181547"/>
            <a:ext cx="368185" cy="354753"/>
            <a:chOff x="3967213" y="3356947"/>
            <a:chExt cx="368185" cy="354753"/>
          </a:xfrm>
        </p:grpSpPr>
        <p:sp>
          <p:nvSpPr>
            <p:cNvPr id="11817" name="Google Shape;11817;p9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9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9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9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9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95"/>
          <p:cNvGrpSpPr/>
          <p:nvPr/>
        </p:nvGrpSpPr>
        <p:grpSpPr>
          <a:xfrm>
            <a:off x="871254" y="3184746"/>
            <a:ext cx="285183" cy="347023"/>
            <a:chOff x="871254" y="3360146"/>
            <a:chExt cx="285183" cy="347023"/>
          </a:xfrm>
        </p:grpSpPr>
        <p:sp>
          <p:nvSpPr>
            <p:cNvPr id="11823" name="Google Shape;11823;p9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9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9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9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95"/>
          <p:cNvGrpSpPr/>
          <p:nvPr/>
        </p:nvGrpSpPr>
        <p:grpSpPr>
          <a:xfrm>
            <a:off x="2665165" y="3184746"/>
            <a:ext cx="281794" cy="349684"/>
            <a:chOff x="2665165" y="3360146"/>
            <a:chExt cx="281794" cy="349684"/>
          </a:xfrm>
        </p:grpSpPr>
        <p:sp>
          <p:nvSpPr>
            <p:cNvPr id="11828" name="Google Shape;11828;p9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9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9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9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9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95"/>
          <p:cNvGrpSpPr/>
          <p:nvPr/>
        </p:nvGrpSpPr>
        <p:grpSpPr>
          <a:xfrm>
            <a:off x="7156344" y="3172296"/>
            <a:ext cx="264465" cy="353074"/>
            <a:chOff x="7156344" y="3347696"/>
            <a:chExt cx="264465" cy="353074"/>
          </a:xfrm>
        </p:grpSpPr>
        <p:sp>
          <p:nvSpPr>
            <p:cNvPr id="11834" name="Google Shape;11834;p9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9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9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9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9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95"/>
          <p:cNvGrpSpPr/>
          <p:nvPr/>
        </p:nvGrpSpPr>
        <p:grpSpPr>
          <a:xfrm>
            <a:off x="6703732" y="3171536"/>
            <a:ext cx="264813" cy="352693"/>
            <a:chOff x="6703732" y="3346936"/>
            <a:chExt cx="264813" cy="352693"/>
          </a:xfrm>
        </p:grpSpPr>
        <p:sp>
          <p:nvSpPr>
            <p:cNvPr id="11840" name="Google Shape;11840;p9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9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9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9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9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5" name="Google Shape;11845;p95"/>
          <p:cNvGrpSpPr/>
          <p:nvPr/>
        </p:nvGrpSpPr>
        <p:grpSpPr>
          <a:xfrm>
            <a:off x="6252228" y="3171536"/>
            <a:ext cx="265193" cy="352693"/>
            <a:chOff x="6252228" y="3346936"/>
            <a:chExt cx="265193" cy="352693"/>
          </a:xfrm>
        </p:grpSpPr>
        <p:sp>
          <p:nvSpPr>
            <p:cNvPr id="11846" name="Google Shape;11846;p9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9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9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95"/>
          <p:cNvGrpSpPr/>
          <p:nvPr/>
        </p:nvGrpSpPr>
        <p:grpSpPr>
          <a:xfrm>
            <a:off x="5801105" y="3172296"/>
            <a:ext cx="264813" cy="351933"/>
            <a:chOff x="5801105" y="3347696"/>
            <a:chExt cx="264813" cy="351933"/>
          </a:xfrm>
        </p:grpSpPr>
        <p:sp>
          <p:nvSpPr>
            <p:cNvPr id="11850" name="Google Shape;11850;p9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9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9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9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95"/>
          <p:cNvGrpSpPr/>
          <p:nvPr/>
        </p:nvGrpSpPr>
        <p:grpSpPr>
          <a:xfrm>
            <a:off x="5349253" y="3171536"/>
            <a:ext cx="265922" cy="352693"/>
            <a:chOff x="5349253" y="3346936"/>
            <a:chExt cx="265922" cy="352693"/>
          </a:xfrm>
        </p:grpSpPr>
        <p:sp>
          <p:nvSpPr>
            <p:cNvPr id="11855" name="Google Shape;11855;p9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9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9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9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9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9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95"/>
          <p:cNvGrpSpPr/>
          <p:nvPr/>
        </p:nvGrpSpPr>
        <p:grpSpPr>
          <a:xfrm>
            <a:off x="4907159" y="3171536"/>
            <a:ext cx="264845" cy="354214"/>
            <a:chOff x="4907159" y="3346936"/>
            <a:chExt cx="264845" cy="354214"/>
          </a:xfrm>
        </p:grpSpPr>
        <p:sp>
          <p:nvSpPr>
            <p:cNvPr id="11862" name="Google Shape;11862;p9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9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95"/>
          <p:cNvGrpSpPr/>
          <p:nvPr/>
        </p:nvGrpSpPr>
        <p:grpSpPr>
          <a:xfrm>
            <a:off x="8048421" y="3159086"/>
            <a:ext cx="276503" cy="369674"/>
            <a:chOff x="8048421" y="3334486"/>
            <a:chExt cx="276503" cy="369674"/>
          </a:xfrm>
        </p:grpSpPr>
        <p:sp>
          <p:nvSpPr>
            <p:cNvPr id="11865" name="Google Shape;11865;p9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9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9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9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9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9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95"/>
          <p:cNvGrpSpPr/>
          <p:nvPr/>
        </p:nvGrpSpPr>
        <p:grpSpPr>
          <a:xfrm>
            <a:off x="7575787" y="3154555"/>
            <a:ext cx="295384" cy="376834"/>
            <a:chOff x="7575787" y="3329955"/>
            <a:chExt cx="295384" cy="376834"/>
          </a:xfrm>
        </p:grpSpPr>
        <p:sp>
          <p:nvSpPr>
            <p:cNvPr id="11872" name="Google Shape;11872;p9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9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9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9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9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9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95"/>
          <p:cNvGrpSpPr/>
          <p:nvPr/>
        </p:nvGrpSpPr>
        <p:grpSpPr>
          <a:xfrm>
            <a:off x="864062" y="2709103"/>
            <a:ext cx="264084" cy="347783"/>
            <a:chOff x="864062" y="2884503"/>
            <a:chExt cx="264084" cy="347783"/>
          </a:xfrm>
        </p:grpSpPr>
        <p:sp>
          <p:nvSpPr>
            <p:cNvPr id="11879" name="Google Shape;11879;p9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9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9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9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9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9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9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9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9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9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95"/>
          <p:cNvGrpSpPr/>
          <p:nvPr/>
        </p:nvGrpSpPr>
        <p:grpSpPr>
          <a:xfrm>
            <a:off x="3978523" y="2709261"/>
            <a:ext cx="348955" cy="346516"/>
            <a:chOff x="3978523" y="2884661"/>
            <a:chExt cx="348955" cy="346516"/>
          </a:xfrm>
        </p:grpSpPr>
        <p:sp>
          <p:nvSpPr>
            <p:cNvPr id="11890" name="Google Shape;11890;p9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9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9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9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9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9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9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9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8" name="Google Shape;11898;p95"/>
          <p:cNvGrpSpPr/>
          <p:nvPr/>
        </p:nvGrpSpPr>
        <p:grpSpPr>
          <a:xfrm>
            <a:off x="3527780" y="2709863"/>
            <a:ext cx="347435" cy="345534"/>
            <a:chOff x="3527780" y="2885263"/>
            <a:chExt cx="347435" cy="345534"/>
          </a:xfrm>
        </p:grpSpPr>
        <p:sp>
          <p:nvSpPr>
            <p:cNvPr id="11899" name="Google Shape;11899;p9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9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9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9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9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9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9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9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9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9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9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9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9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9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9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9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9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9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9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9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9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9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9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95"/>
          <p:cNvGrpSpPr/>
          <p:nvPr/>
        </p:nvGrpSpPr>
        <p:grpSpPr>
          <a:xfrm>
            <a:off x="2239671" y="2709103"/>
            <a:ext cx="218053" cy="348543"/>
            <a:chOff x="2239671" y="2884503"/>
            <a:chExt cx="218053" cy="348543"/>
          </a:xfrm>
        </p:grpSpPr>
        <p:sp>
          <p:nvSpPr>
            <p:cNvPr id="11923" name="Google Shape;11923;p9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9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9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9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9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95"/>
          <p:cNvGrpSpPr/>
          <p:nvPr/>
        </p:nvGrpSpPr>
        <p:grpSpPr>
          <a:xfrm>
            <a:off x="2691555" y="2709103"/>
            <a:ext cx="215044" cy="348924"/>
            <a:chOff x="2691555" y="2884503"/>
            <a:chExt cx="215044" cy="348924"/>
          </a:xfrm>
        </p:grpSpPr>
        <p:sp>
          <p:nvSpPr>
            <p:cNvPr id="11929" name="Google Shape;11929;p9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9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9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2" name="Google Shape;11932;p95"/>
          <p:cNvGrpSpPr/>
          <p:nvPr/>
        </p:nvGrpSpPr>
        <p:grpSpPr>
          <a:xfrm>
            <a:off x="1770459" y="2709103"/>
            <a:ext cx="254644" cy="348828"/>
            <a:chOff x="1770459" y="2884503"/>
            <a:chExt cx="254644" cy="348828"/>
          </a:xfrm>
        </p:grpSpPr>
        <p:sp>
          <p:nvSpPr>
            <p:cNvPr id="11933" name="Google Shape;11933;p9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9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9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9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9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9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9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9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1" name="Google Shape;11941;p95"/>
          <p:cNvGrpSpPr/>
          <p:nvPr/>
        </p:nvGrpSpPr>
        <p:grpSpPr>
          <a:xfrm>
            <a:off x="1317466" y="2709483"/>
            <a:ext cx="258382" cy="348543"/>
            <a:chOff x="1317466" y="2884883"/>
            <a:chExt cx="258382" cy="348543"/>
          </a:xfrm>
        </p:grpSpPr>
        <p:sp>
          <p:nvSpPr>
            <p:cNvPr id="11942" name="Google Shape;11942;p9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9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9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9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9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9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9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9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0" name="Google Shape;11950;p95"/>
          <p:cNvGrpSpPr/>
          <p:nvPr/>
        </p:nvGrpSpPr>
        <p:grpSpPr>
          <a:xfrm>
            <a:off x="3121167" y="2709483"/>
            <a:ext cx="258414" cy="348543"/>
            <a:chOff x="3121167" y="2884883"/>
            <a:chExt cx="258414" cy="348543"/>
          </a:xfrm>
        </p:grpSpPr>
        <p:sp>
          <p:nvSpPr>
            <p:cNvPr id="11951" name="Google Shape;11951;p9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9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9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9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9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9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9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9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9" name="Google Shape;11959;p95"/>
          <p:cNvGrpSpPr/>
          <p:nvPr/>
        </p:nvGrpSpPr>
        <p:grpSpPr>
          <a:xfrm>
            <a:off x="4899999" y="2706695"/>
            <a:ext cx="271244" cy="346801"/>
            <a:chOff x="4899999" y="2882095"/>
            <a:chExt cx="271244" cy="346801"/>
          </a:xfrm>
        </p:grpSpPr>
        <p:sp>
          <p:nvSpPr>
            <p:cNvPr id="11960" name="Google Shape;11960;p9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9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9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9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9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9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9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9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9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9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95"/>
          <p:cNvGrpSpPr/>
          <p:nvPr/>
        </p:nvGrpSpPr>
        <p:grpSpPr>
          <a:xfrm>
            <a:off x="7162775" y="2705713"/>
            <a:ext cx="259523" cy="346294"/>
            <a:chOff x="7162775" y="2881113"/>
            <a:chExt cx="259523" cy="346294"/>
          </a:xfrm>
        </p:grpSpPr>
        <p:sp>
          <p:nvSpPr>
            <p:cNvPr id="11971" name="Google Shape;11971;p9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9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9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9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7" name="Google Shape;11977;p95"/>
          <p:cNvGrpSpPr/>
          <p:nvPr/>
        </p:nvGrpSpPr>
        <p:grpSpPr>
          <a:xfrm>
            <a:off x="6709751" y="2706442"/>
            <a:ext cx="261075" cy="347815"/>
            <a:chOff x="6709751" y="2881842"/>
            <a:chExt cx="261075" cy="347815"/>
          </a:xfrm>
        </p:grpSpPr>
        <p:sp>
          <p:nvSpPr>
            <p:cNvPr id="11978" name="Google Shape;11978;p9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9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9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9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9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95"/>
          <p:cNvGrpSpPr/>
          <p:nvPr/>
        </p:nvGrpSpPr>
        <p:grpSpPr>
          <a:xfrm>
            <a:off x="5807156" y="2705713"/>
            <a:ext cx="261043" cy="348163"/>
            <a:chOff x="5807156" y="2881113"/>
            <a:chExt cx="261043" cy="348163"/>
          </a:xfrm>
        </p:grpSpPr>
        <p:sp>
          <p:nvSpPr>
            <p:cNvPr id="11985" name="Google Shape;11985;p9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9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9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0" name="Google Shape;11990;p95"/>
          <p:cNvGrpSpPr/>
          <p:nvPr/>
        </p:nvGrpSpPr>
        <p:grpSpPr>
          <a:xfrm>
            <a:off x="5355653" y="2706093"/>
            <a:ext cx="262184" cy="346643"/>
            <a:chOff x="5355653" y="2881493"/>
            <a:chExt cx="262184" cy="346643"/>
          </a:xfrm>
        </p:grpSpPr>
        <p:sp>
          <p:nvSpPr>
            <p:cNvPr id="11991" name="Google Shape;11991;p9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9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9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9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95"/>
          <p:cNvGrpSpPr/>
          <p:nvPr/>
        </p:nvGrpSpPr>
        <p:grpSpPr>
          <a:xfrm>
            <a:off x="8055961" y="2706442"/>
            <a:ext cx="260283" cy="345914"/>
            <a:chOff x="8055961" y="2881842"/>
            <a:chExt cx="260283" cy="345914"/>
          </a:xfrm>
        </p:grpSpPr>
        <p:sp>
          <p:nvSpPr>
            <p:cNvPr id="11997" name="Google Shape;11997;p9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9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9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9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95"/>
          <p:cNvGrpSpPr/>
          <p:nvPr/>
        </p:nvGrpSpPr>
        <p:grpSpPr>
          <a:xfrm>
            <a:off x="7609368" y="2718512"/>
            <a:ext cx="264813" cy="353105"/>
            <a:chOff x="7609368" y="2893912"/>
            <a:chExt cx="264813" cy="353105"/>
          </a:xfrm>
        </p:grpSpPr>
        <p:sp>
          <p:nvSpPr>
            <p:cNvPr id="12002" name="Google Shape;12002;p9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9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9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9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95"/>
          <p:cNvGrpSpPr/>
          <p:nvPr/>
        </p:nvGrpSpPr>
        <p:grpSpPr>
          <a:xfrm>
            <a:off x="6248458" y="2694372"/>
            <a:ext cx="270864" cy="360645"/>
            <a:chOff x="6248458" y="2869772"/>
            <a:chExt cx="270864" cy="360645"/>
          </a:xfrm>
        </p:grpSpPr>
        <p:sp>
          <p:nvSpPr>
            <p:cNvPr id="12009" name="Google Shape;12009;p9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9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9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95"/>
          <p:cNvGrpSpPr/>
          <p:nvPr/>
        </p:nvGrpSpPr>
        <p:grpSpPr>
          <a:xfrm>
            <a:off x="3075928" y="2270398"/>
            <a:ext cx="363243" cy="300675"/>
            <a:chOff x="3075928" y="2445798"/>
            <a:chExt cx="363243" cy="300675"/>
          </a:xfrm>
        </p:grpSpPr>
        <p:sp>
          <p:nvSpPr>
            <p:cNvPr id="12015" name="Google Shape;12015;p9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9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9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9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9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9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9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6" name="Google Shape;12026;p95"/>
          <p:cNvGrpSpPr/>
          <p:nvPr/>
        </p:nvGrpSpPr>
        <p:grpSpPr>
          <a:xfrm>
            <a:off x="2633105" y="2256459"/>
            <a:ext cx="363243" cy="328585"/>
            <a:chOff x="2633105" y="2431859"/>
            <a:chExt cx="363243" cy="328585"/>
          </a:xfrm>
        </p:grpSpPr>
        <p:sp>
          <p:nvSpPr>
            <p:cNvPr id="12027" name="Google Shape;12027;p9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9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9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9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9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9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95"/>
          <p:cNvGrpSpPr/>
          <p:nvPr/>
        </p:nvGrpSpPr>
        <p:grpSpPr>
          <a:xfrm>
            <a:off x="2189142" y="2245910"/>
            <a:ext cx="365904" cy="350064"/>
            <a:chOff x="2189142" y="2421310"/>
            <a:chExt cx="365904" cy="350064"/>
          </a:xfrm>
        </p:grpSpPr>
        <p:sp>
          <p:nvSpPr>
            <p:cNvPr id="12036" name="Google Shape;12036;p9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9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9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9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9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9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9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5" name="Google Shape;12045;p9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6" name="Google Shape;12046;p95"/>
          <p:cNvGrpSpPr/>
          <p:nvPr/>
        </p:nvGrpSpPr>
        <p:grpSpPr>
          <a:xfrm>
            <a:off x="3961923" y="2310917"/>
            <a:ext cx="364415" cy="220936"/>
            <a:chOff x="3961923" y="2486317"/>
            <a:chExt cx="364415" cy="220936"/>
          </a:xfrm>
        </p:grpSpPr>
        <p:sp>
          <p:nvSpPr>
            <p:cNvPr id="12047" name="Google Shape;12047;p9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9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9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51" name="Google Shape;12051;p9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2" name="Google Shape;12052;p95"/>
          <p:cNvGrpSpPr/>
          <p:nvPr/>
        </p:nvGrpSpPr>
        <p:grpSpPr>
          <a:xfrm>
            <a:off x="1303876" y="2243977"/>
            <a:ext cx="363275" cy="354626"/>
            <a:chOff x="1303876" y="2419377"/>
            <a:chExt cx="363275" cy="354626"/>
          </a:xfrm>
        </p:grpSpPr>
        <p:sp>
          <p:nvSpPr>
            <p:cNvPr id="12053" name="Google Shape;12053;p9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9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9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9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95"/>
          <p:cNvGrpSpPr/>
          <p:nvPr/>
        </p:nvGrpSpPr>
        <p:grpSpPr>
          <a:xfrm>
            <a:off x="861053" y="2239510"/>
            <a:ext cx="362134" cy="363623"/>
            <a:chOff x="861053" y="2414910"/>
            <a:chExt cx="362134" cy="363623"/>
          </a:xfrm>
        </p:grpSpPr>
        <p:sp>
          <p:nvSpPr>
            <p:cNvPr id="12062" name="Google Shape;12062;p9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9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95"/>
          <p:cNvGrpSpPr/>
          <p:nvPr/>
        </p:nvGrpSpPr>
        <p:grpSpPr>
          <a:xfrm>
            <a:off x="7594288" y="2239859"/>
            <a:ext cx="279513" cy="355735"/>
            <a:chOff x="7594288" y="2415259"/>
            <a:chExt cx="279513" cy="355735"/>
          </a:xfrm>
        </p:grpSpPr>
        <p:sp>
          <p:nvSpPr>
            <p:cNvPr id="12068" name="Google Shape;12068;p9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4" name="Google Shape;12074;p95"/>
          <p:cNvGrpSpPr/>
          <p:nvPr/>
        </p:nvGrpSpPr>
        <p:grpSpPr>
          <a:xfrm>
            <a:off x="7145794" y="2240239"/>
            <a:ext cx="278784" cy="355735"/>
            <a:chOff x="7145794" y="2415639"/>
            <a:chExt cx="278784" cy="355735"/>
          </a:xfrm>
        </p:grpSpPr>
        <p:sp>
          <p:nvSpPr>
            <p:cNvPr id="12075" name="Google Shape;12075;p9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5" name="Google Shape;12085;p95"/>
          <p:cNvGrpSpPr/>
          <p:nvPr/>
        </p:nvGrpSpPr>
        <p:grpSpPr>
          <a:xfrm>
            <a:off x="6698441" y="2239130"/>
            <a:ext cx="277644" cy="357984"/>
            <a:chOff x="6698441" y="2414530"/>
            <a:chExt cx="277644" cy="357984"/>
          </a:xfrm>
        </p:grpSpPr>
        <p:sp>
          <p:nvSpPr>
            <p:cNvPr id="12086" name="Google Shape;12086;p9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9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9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9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95"/>
          <p:cNvGrpSpPr/>
          <p:nvPr/>
        </p:nvGrpSpPr>
        <p:grpSpPr>
          <a:xfrm>
            <a:off x="4897750" y="2240239"/>
            <a:ext cx="279513" cy="357255"/>
            <a:chOff x="4897750" y="2415639"/>
            <a:chExt cx="279513" cy="357255"/>
          </a:xfrm>
        </p:grpSpPr>
        <p:sp>
          <p:nvSpPr>
            <p:cNvPr id="12093" name="Google Shape;12093;p9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9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95"/>
          <p:cNvGrpSpPr/>
          <p:nvPr/>
        </p:nvGrpSpPr>
        <p:grpSpPr>
          <a:xfrm>
            <a:off x="5812066" y="2240619"/>
            <a:ext cx="264813" cy="353454"/>
            <a:chOff x="5812066" y="2416019"/>
            <a:chExt cx="264813" cy="353454"/>
          </a:xfrm>
        </p:grpSpPr>
        <p:sp>
          <p:nvSpPr>
            <p:cNvPr id="12102" name="Google Shape;12102;p9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9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9" name="Google Shape;12109;p95"/>
          <p:cNvGrpSpPr/>
          <p:nvPr/>
        </p:nvGrpSpPr>
        <p:grpSpPr>
          <a:xfrm>
            <a:off x="8054820" y="2240999"/>
            <a:ext cx="264433" cy="353454"/>
            <a:chOff x="8054820" y="2416399"/>
            <a:chExt cx="264433" cy="353454"/>
          </a:xfrm>
        </p:grpSpPr>
        <p:sp>
          <p:nvSpPr>
            <p:cNvPr id="12110" name="Google Shape;12110;p9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9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95"/>
          <p:cNvGrpSpPr/>
          <p:nvPr/>
        </p:nvGrpSpPr>
        <p:grpSpPr>
          <a:xfrm>
            <a:off x="5356413" y="2237990"/>
            <a:ext cx="271212" cy="361374"/>
            <a:chOff x="5356413" y="2413390"/>
            <a:chExt cx="271212" cy="361374"/>
          </a:xfrm>
        </p:grpSpPr>
        <p:sp>
          <p:nvSpPr>
            <p:cNvPr id="12117" name="Google Shape;12117;p9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95"/>
          <p:cNvGrpSpPr/>
          <p:nvPr/>
        </p:nvGrpSpPr>
        <p:grpSpPr>
          <a:xfrm>
            <a:off x="6255238" y="2236849"/>
            <a:ext cx="271244" cy="360994"/>
            <a:chOff x="6255238" y="2412249"/>
            <a:chExt cx="271244" cy="360994"/>
          </a:xfrm>
        </p:grpSpPr>
        <p:sp>
          <p:nvSpPr>
            <p:cNvPr id="12123" name="Google Shape;12123;p9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95"/>
          <p:cNvGrpSpPr/>
          <p:nvPr/>
        </p:nvGrpSpPr>
        <p:grpSpPr>
          <a:xfrm>
            <a:off x="2185372" y="1782399"/>
            <a:ext cx="366664" cy="366981"/>
            <a:chOff x="2185372" y="1957799"/>
            <a:chExt cx="366664" cy="366981"/>
          </a:xfrm>
        </p:grpSpPr>
        <p:sp>
          <p:nvSpPr>
            <p:cNvPr id="12130" name="Google Shape;12130;p9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9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9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9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95"/>
          <p:cNvGrpSpPr/>
          <p:nvPr/>
        </p:nvGrpSpPr>
        <p:grpSpPr>
          <a:xfrm>
            <a:off x="1737258" y="1812971"/>
            <a:ext cx="370814" cy="307359"/>
            <a:chOff x="1737258" y="1988371"/>
            <a:chExt cx="370814" cy="307359"/>
          </a:xfrm>
        </p:grpSpPr>
        <p:sp>
          <p:nvSpPr>
            <p:cNvPr id="12139" name="Google Shape;12139;p9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9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95"/>
          <p:cNvGrpSpPr/>
          <p:nvPr/>
        </p:nvGrpSpPr>
        <p:grpSpPr>
          <a:xfrm>
            <a:off x="848983" y="1814111"/>
            <a:ext cx="369294" cy="304350"/>
            <a:chOff x="848983" y="1989511"/>
            <a:chExt cx="369294" cy="304350"/>
          </a:xfrm>
        </p:grpSpPr>
        <p:sp>
          <p:nvSpPr>
            <p:cNvPr id="12144" name="Google Shape;12144;p9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9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9" name="Google Shape;12149;p95"/>
          <p:cNvGrpSpPr/>
          <p:nvPr/>
        </p:nvGrpSpPr>
        <p:grpSpPr>
          <a:xfrm>
            <a:off x="3074027" y="1808377"/>
            <a:ext cx="380604" cy="313854"/>
            <a:chOff x="3074027" y="1983777"/>
            <a:chExt cx="380604" cy="313854"/>
          </a:xfrm>
        </p:grpSpPr>
        <p:sp>
          <p:nvSpPr>
            <p:cNvPr id="12150" name="Google Shape;12150;p9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9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95"/>
          <p:cNvGrpSpPr/>
          <p:nvPr/>
        </p:nvGrpSpPr>
        <p:grpSpPr>
          <a:xfrm>
            <a:off x="3522521" y="1800457"/>
            <a:ext cx="367013" cy="331278"/>
            <a:chOff x="3522521" y="1975857"/>
            <a:chExt cx="367013" cy="331278"/>
          </a:xfrm>
        </p:grpSpPr>
        <p:sp>
          <p:nvSpPr>
            <p:cNvPr id="12156" name="Google Shape;12156;p9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9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95"/>
          <p:cNvGrpSpPr/>
          <p:nvPr/>
        </p:nvGrpSpPr>
        <p:grpSpPr>
          <a:xfrm>
            <a:off x="2630824" y="1801566"/>
            <a:ext cx="368185" cy="330454"/>
            <a:chOff x="2630824" y="1976966"/>
            <a:chExt cx="368185" cy="330454"/>
          </a:xfrm>
        </p:grpSpPr>
        <p:sp>
          <p:nvSpPr>
            <p:cNvPr id="12164" name="Google Shape;12164;p9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9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9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9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9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9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2" name="Google Shape;12172;p95"/>
          <p:cNvGrpSpPr/>
          <p:nvPr/>
        </p:nvGrpSpPr>
        <p:grpSpPr>
          <a:xfrm>
            <a:off x="1293706" y="1791016"/>
            <a:ext cx="369294" cy="350444"/>
            <a:chOff x="1293706" y="1966416"/>
            <a:chExt cx="369294" cy="350444"/>
          </a:xfrm>
        </p:grpSpPr>
        <p:sp>
          <p:nvSpPr>
            <p:cNvPr id="12173" name="Google Shape;12173;p9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9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9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95"/>
          <p:cNvGrpSpPr/>
          <p:nvPr/>
        </p:nvGrpSpPr>
        <p:grpSpPr>
          <a:xfrm>
            <a:off x="3967213" y="1800077"/>
            <a:ext cx="368185" cy="331816"/>
            <a:chOff x="3967213" y="1975477"/>
            <a:chExt cx="368185" cy="331816"/>
          </a:xfrm>
        </p:grpSpPr>
        <p:sp>
          <p:nvSpPr>
            <p:cNvPr id="12182" name="Google Shape;12182;p9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9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9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95"/>
          <p:cNvGrpSpPr/>
          <p:nvPr/>
        </p:nvGrpSpPr>
        <p:grpSpPr>
          <a:xfrm>
            <a:off x="8047661" y="1793646"/>
            <a:ext cx="279132" cy="356875"/>
            <a:chOff x="8047661" y="1969046"/>
            <a:chExt cx="279132" cy="356875"/>
          </a:xfrm>
        </p:grpSpPr>
        <p:sp>
          <p:nvSpPr>
            <p:cNvPr id="12186" name="Google Shape;12186;p9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9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9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95"/>
          <p:cNvGrpSpPr/>
          <p:nvPr/>
        </p:nvGrpSpPr>
        <p:grpSpPr>
          <a:xfrm>
            <a:off x="7596157" y="1792759"/>
            <a:ext cx="279544" cy="358142"/>
            <a:chOff x="7596157" y="1968159"/>
            <a:chExt cx="279544" cy="358142"/>
          </a:xfrm>
        </p:grpSpPr>
        <p:sp>
          <p:nvSpPr>
            <p:cNvPr id="12191" name="Google Shape;12191;p9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95"/>
          <p:cNvGrpSpPr/>
          <p:nvPr/>
        </p:nvGrpSpPr>
        <p:grpSpPr>
          <a:xfrm>
            <a:off x="7147315" y="1793646"/>
            <a:ext cx="279513" cy="357636"/>
            <a:chOff x="7147315" y="1969046"/>
            <a:chExt cx="279513" cy="357636"/>
          </a:xfrm>
        </p:grpSpPr>
        <p:sp>
          <p:nvSpPr>
            <p:cNvPr id="12198" name="Google Shape;12198;p9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9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9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9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95"/>
          <p:cNvGrpSpPr/>
          <p:nvPr/>
        </p:nvGrpSpPr>
        <p:grpSpPr>
          <a:xfrm>
            <a:off x="6697681" y="1792917"/>
            <a:ext cx="280305" cy="359093"/>
            <a:chOff x="6697681" y="1968317"/>
            <a:chExt cx="280305" cy="359093"/>
          </a:xfrm>
        </p:grpSpPr>
        <p:sp>
          <p:nvSpPr>
            <p:cNvPr id="12206" name="Google Shape;12206;p9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9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3" name="Google Shape;12213;p95"/>
          <p:cNvGrpSpPr/>
          <p:nvPr/>
        </p:nvGrpSpPr>
        <p:grpSpPr>
          <a:xfrm>
            <a:off x="6248839" y="1792537"/>
            <a:ext cx="280273" cy="358744"/>
            <a:chOff x="6248839" y="1967937"/>
            <a:chExt cx="280273" cy="358744"/>
          </a:xfrm>
        </p:grpSpPr>
        <p:sp>
          <p:nvSpPr>
            <p:cNvPr id="12214" name="Google Shape;12214;p9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9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9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95"/>
          <p:cNvGrpSpPr/>
          <p:nvPr/>
        </p:nvGrpSpPr>
        <p:grpSpPr>
          <a:xfrm>
            <a:off x="5801485" y="1793646"/>
            <a:ext cx="279164" cy="357794"/>
            <a:chOff x="5801485" y="1969046"/>
            <a:chExt cx="279164" cy="357794"/>
          </a:xfrm>
        </p:grpSpPr>
        <p:sp>
          <p:nvSpPr>
            <p:cNvPr id="12221" name="Google Shape;12221;p9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9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9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9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9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9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9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9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9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9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9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4" name="Google Shape;12234;p95"/>
          <p:cNvGrpSpPr/>
          <p:nvPr/>
        </p:nvGrpSpPr>
        <p:grpSpPr>
          <a:xfrm>
            <a:off x="5352643" y="1793646"/>
            <a:ext cx="278404" cy="358364"/>
            <a:chOff x="5352643" y="1969046"/>
            <a:chExt cx="278404" cy="358364"/>
          </a:xfrm>
        </p:grpSpPr>
        <p:sp>
          <p:nvSpPr>
            <p:cNvPr id="12235" name="Google Shape;12235;p9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9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9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95"/>
          <p:cNvGrpSpPr/>
          <p:nvPr/>
        </p:nvGrpSpPr>
        <p:grpSpPr>
          <a:xfrm>
            <a:off x="4897750" y="1792917"/>
            <a:ext cx="279132" cy="358364"/>
            <a:chOff x="4897750" y="1968317"/>
            <a:chExt cx="279132" cy="358364"/>
          </a:xfrm>
        </p:grpSpPr>
        <p:sp>
          <p:nvSpPr>
            <p:cNvPr id="12240" name="Google Shape;12240;p9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9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9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9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9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3" name="Google Shape;12253;p9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4" name="Google Shape;12254;p95"/>
          <p:cNvGrpSpPr/>
          <p:nvPr/>
        </p:nvGrpSpPr>
        <p:grpSpPr>
          <a:xfrm>
            <a:off x="1767449" y="1337644"/>
            <a:ext cx="324403" cy="347783"/>
            <a:chOff x="1767449" y="1513044"/>
            <a:chExt cx="324403" cy="347783"/>
          </a:xfrm>
        </p:grpSpPr>
        <p:sp>
          <p:nvSpPr>
            <p:cNvPr id="12255" name="Google Shape;12255;p9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9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9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95"/>
          <p:cNvGrpSpPr/>
          <p:nvPr/>
        </p:nvGrpSpPr>
        <p:grpSpPr>
          <a:xfrm>
            <a:off x="4007193" y="1337327"/>
            <a:ext cx="320633" cy="348100"/>
            <a:chOff x="4007193" y="1512727"/>
            <a:chExt cx="320633" cy="348100"/>
          </a:xfrm>
        </p:grpSpPr>
        <p:sp>
          <p:nvSpPr>
            <p:cNvPr id="12265" name="Google Shape;12265;p9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95"/>
          <p:cNvGrpSpPr/>
          <p:nvPr/>
        </p:nvGrpSpPr>
        <p:grpSpPr>
          <a:xfrm>
            <a:off x="3530425" y="1333347"/>
            <a:ext cx="368175" cy="344594"/>
            <a:chOff x="3530425" y="1508747"/>
            <a:chExt cx="368175" cy="344594"/>
          </a:xfrm>
        </p:grpSpPr>
        <p:sp>
          <p:nvSpPr>
            <p:cNvPr id="12271" name="Google Shape;12271;p9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9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5" name="Google Shape;12275;p95"/>
          <p:cNvGrpSpPr/>
          <p:nvPr/>
        </p:nvGrpSpPr>
        <p:grpSpPr>
          <a:xfrm>
            <a:off x="3127598" y="1337834"/>
            <a:ext cx="289714" cy="347593"/>
            <a:chOff x="3127598" y="1513234"/>
            <a:chExt cx="289714" cy="347593"/>
          </a:xfrm>
        </p:grpSpPr>
        <p:sp>
          <p:nvSpPr>
            <p:cNvPr id="12276" name="Google Shape;12276;p9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9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9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1" name="Google Shape;12281;p95"/>
          <p:cNvGrpSpPr/>
          <p:nvPr/>
        </p:nvGrpSpPr>
        <p:grpSpPr>
          <a:xfrm>
            <a:off x="2662884" y="1337644"/>
            <a:ext cx="322914" cy="348543"/>
            <a:chOff x="2662884" y="1513044"/>
            <a:chExt cx="322914" cy="348543"/>
          </a:xfrm>
        </p:grpSpPr>
        <p:sp>
          <p:nvSpPr>
            <p:cNvPr id="12282" name="Google Shape;12282;p9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9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9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9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9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9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9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2" name="Google Shape;12292;p95"/>
          <p:cNvGrpSpPr/>
          <p:nvPr/>
        </p:nvGrpSpPr>
        <p:grpSpPr>
          <a:xfrm>
            <a:off x="2232511" y="1337359"/>
            <a:ext cx="299534" cy="348068"/>
            <a:chOff x="2232511" y="1512759"/>
            <a:chExt cx="299534" cy="348068"/>
          </a:xfrm>
        </p:grpSpPr>
        <p:sp>
          <p:nvSpPr>
            <p:cNvPr id="12293" name="Google Shape;12293;p9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9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9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9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9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9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95"/>
          <p:cNvGrpSpPr/>
          <p:nvPr/>
        </p:nvGrpSpPr>
        <p:grpSpPr>
          <a:xfrm>
            <a:off x="1331406" y="1337961"/>
            <a:ext cx="301784" cy="348607"/>
            <a:chOff x="1331406" y="1513361"/>
            <a:chExt cx="301784" cy="348607"/>
          </a:xfrm>
        </p:grpSpPr>
        <p:sp>
          <p:nvSpPr>
            <p:cNvPr id="12305" name="Google Shape;12305;p9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9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95"/>
          <p:cNvGrpSpPr/>
          <p:nvPr/>
        </p:nvGrpSpPr>
        <p:grpSpPr>
          <a:xfrm>
            <a:off x="7144274" y="1324814"/>
            <a:ext cx="282174" cy="355735"/>
            <a:chOff x="7144274" y="1500214"/>
            <a:chExt cx="282174" cy="355735"/>
          </a:xfrm>
        </p:grpSpPr>
        <p:sp>
          <p:nvSpPr>
            <p:cNvPr id="12310" name="Google Shape;12310;p9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9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9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95"/>
          <p:cNvGrpSpPr/>
          <p:nvPr/>
        </p:nvGrpSpPr>
        <p:grpSpPr>
          <a:xfrm>
            <a:off x="6685262" y="1324814"/>
            <a:ext cx="289682" cy="354594"/>
            <a:chOff x="6685262" y="1500214"/>
            <a:chExt cx="289682" cy="354594"/>
          </a:xfrm>
        </p:grpSpPr>
        <p:sp>
          <p:nvSpPr>
            <p:cNvPr id="12317" name="Google Shape;12317;p9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9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9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1" name="Google Shape;12321;p95"/>
          <p:cNvGrpSpPr/>
          <p:nvPr/>
        </p:nvGrpSpPr>
        <p:grpSpPr>
          <a:xfrm>
            <a:off x="6200938" y="1325194"/>
            <a:ext cx="322154" cy="355355"/>
            <a:chOff x="6200938" y="1500594"/>
            <a:chExt cx="322154" cy="355355"/>
          </a:xfrm>
        </p:grpSpPr>
        <p:sp>
          <p:nvSpPr>
            <p:cNvPr id="12322" name="Google Shape;12322;p9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7" name="Google Shape;12327;p95"/>
          <p:cNvGrpSpPr/>
          <p:nvPr/>
        </p:nvGrpSpPr>
        <p:grpSpPr>
          <a:xfrm>
            <a:off x="5289631" y="1324814"/>
            <a:ext cx="332355" cy="354974"/>
            <a:chOff x="5289631" y="1500214"/>
            <a:chExt cx="332355" cy="354974"/>
          </a:xfrm>
        </p:grpSpPr>
        <p:sp>
          <p:nvSpPr>
            <p:cNvPr id="12328" name="Google Shape;12328;p9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9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9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4" name="Google Shape;12334;p95"/>
          <p:cNvGrpSpPr/>
          <p:nvPr/>
        </p:nvGrpSpPr>
        <p:grpSpPr>
          <a:xfrm>
            <a:off x="5748295" y="1324433"/>
            <a:ext cx="323294" cy="356115"/>
            <a:chOff x="5748295" y="1499833"/>
            <a:chExt cx="323294" cy="356115"/>
          </a:xfrm>
        </p:grpSpPr>
        <p:sp>
          <p:nvSpPr>
            <p:cNvPr id="12335" name="Google Shape;12335;p9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2" name="Google Shape;12342;p95"/>
          <p:cNvGrpSpPr/>
          <p:nvPr/>
        </p:nvGrpSpPr>
        <p:grpSpPr>
          <a:xfrm>
            <a:off x="8047661" y="1325637"/>
            <a:ext cx="278404" cy="355260"/>
            <a:chOff x="8047661" y="1501037"/>
            <a:chExt cx="278404" cy="355260"/>
          </a:xfrm>
        </p:grpSpPr>
        <p:sp>
          <p:nvSpPr>
            <p:cNvPr id="12343" name="Google Shape;12343;p9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9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7" name="Google Shape;12347;p95"/>
          <p:cNvGrpSpPr/>
          <p:nvPr/>
        </p:nvGrpSpPr>
        <p:grpSpPr>
          <a:xfrm>
            <a:off x="4903389" y="1324814"/>
            <a:ext cx="267854" cy="355735"/>
            <a:chOff x="4903389" y="1500214"/>
            <a:chExt cx="267854" cy="355735"/>
          </a:xfrm>
        </p:grpSpPr>
        <p:sp>
          <p:nvSpPr>
            <p:cNvPr id="12348" name="Google Shape;12348;p9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9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9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95"/>
          <p:cNvGrpSpPr/>
          <p:nvPr/>
        </p:nvGrpSpPr>
        <p:grpSpPr>
          <a:xfrm>
            <a:off x="7613518" y="1325954"/>
            <a:ext cx="264433" cy="353074"/>
            <a:chOff x="7613518" y="1501354"/>
            <a:chExt cx="264433" cy="353074"/>
          </a:xfrm>
        </p:grpSpPr>
        <p:sp>
          <p:nvSpPr>
            <p:cNvPr id="12354" name="Google Shape;12354;p9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9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0" name="Google Shape;12360;p95"/>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2361" name="Google Shape;12361;p95"/>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65"/>
        <p:cNvGrpSpPr/>
        <p:nvPr/>
      </p:nvGrpSpPr>
      <p:grpSpPr>
        <a:xfrm>
          <a:off x="0" y="0"/>
          <a:ext cx="0" cy="0"/>
          <a:chOff x="0" y="0"/>
          <a:chExt cx="0" cy="0"/>
        </a:xfrm>
      </p:grpSpPr>
      <p:grpSp>
        <p:nvGrpSpPr>
          <p:cNvPr id="12366" name="Google Shape;12366;p96"/>
          <p:cNvGrpSpPr/>
          <p:nvPr/>
        </p:nvGrpSpPr>
        <p:grpSpPr>
          <a:xfrm>
            <a:off x="1757085" y="1325225"/>
            <a:ext cx="371069" cy="359396"/>
            <a:chOff x="1757085" y="1500675"/>
            <a:chExt cx="371069" cy="359396"/>
          </a:xfrm>
        </p:grpSpPr>
        <p:sp>
          <p:nvSpPr>
            <p:cNvPr id="12367" name="Google Shape;12367;p9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9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9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9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9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9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9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9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9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9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9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9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9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96"/>
          <p:cNvGrpSpPr/>
          <p:nvPr/>
        </p:nvGrpSpPr>
        <p:grpSpPr>
          <a:xfrm>
            <a:off x="2774209" y="1779241"/>
            <a:ext cx="116693" cy="374186"/>
            <a:chOff x="2774209" y="1954691"/>
            <a:chExt cx="116693" cy="374186"/>
          </a:xfrm>
        </p:grpSpPr>
        <p:sp>
          <p:nvSpPr>
            <p:cNvPr id="12397" name="Google Shape;12397;p9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9" name="Google Shape;12399;p96"/>
          <p:cNvGrpSpPr/>
          <p:nvPr/>
        </p:nvGrpSpPr>
        <p:grpSpPr>
          <a:xfrm>
            <a:off x="4017435" y="1324462"/>
            <a:ext cx="315092" cy="359397"/>
            <a:chOff x="4017435" y="1499912"/>
            <a:chExt cx="315092" cy="359397"/>
          </a:xfrm>
        </p:grpSpPr>
        <p:sp>
          <p:nvSpPr>
            <p:cNvPr id="12400" name="Google Shape;12400;p9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96"/>
          <p:cNvGrpSpPr/>
          <p:nvPr/>
        </p:nvGrpSpPr>
        <p:grpSpPr>
          <a:xfrm>
            <a:off x="3963652" y="1824309"/>
            <a:ext cx="374154" cy="284050"/>
            <a:chOff x="3963652" y="1999759"/>
            <a:chExt cx="374154" cy="284050"/>
          </a:xfrm>
        </p:grpSpPr>
        <p:sp>
          <p:nvSpPr>
            <p:cNvPr id="12403" name="Google Shape;12403;p9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9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9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6" name="Google Shape;12406;p96"/>
          <p:cNvGrpSpPr/>
          <p:nvPr/>
        </p:nvGrpSpPr>
        <p:grpSpPr>
          <a:xfrm>
            <a:off x="1777536" y="1839416"/>
            <a:ext cx="376444" cy="253772"/>
            <a:chOff x="1777536" y="2014866"/>
            <a:chExt cx="376444" cy="253772"/>
          </a:xfrm>
        </p:grpSpPr>
        <p:sp>
          <p:nvSpPr>
            <p:cNvPr id="12407" name="Google Shape;12407;p9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9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2" name="Google Shape;12412;p96"/>
          <p:cNvGrpSpPr/>
          <p:nvPr/>
        </p:nvGrpSpPr>
        <p:grpSpPr>
          <a:xfrm>
            <a:off x="1309875" y="1881876"/>
            <a:ext cx="374154" cy="169680"/>
            <a:chOff x="1309875" y="2057326"/>
            <a:chExt cx="374154" cy="169680"/>
          </a:xfrm>
        </p:grpSpPr>
        <p:sp>
          <p:nvSpPr>
            <p:cNvPr id="12413" name="Google Shape;12413;p9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9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9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9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9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4" name="Google Shape;12424;p9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5" name="Google Shape;12425;p96"/>
          <p:cNvGrpSpPr/>
          <p:nvPr/>
        </p:nvGrpSpPr>
        <p:grpSpPr>
          <a:xfrm>
            <a:off x="2347450" y="1779114"/>
            <a:ext cx="113639" cy="373168"/>
            <a:chOff x="2347450" y="1954564"/>
            <a:chExt cx="113639" cy="373168"/>
          </a:xfrm>
        </p:grpSpPr>
        <p:sp>
          <p:nvSpPr>
            <p:cNvPr id="12426" name="Google Shape;12426;p9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9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8" name="Google Shape;12428;p9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9" name="Google Shape;12429;p96"/>
          <p:cNvGrpSpPr/>
          <p:nvPr/>
        </p:nvGrpSpPr>
        <p:grpSpPr>
          <a:xfrm>
            <a:off x="3110102" y="1324430"/>
            <a:ext cx="330613" cy="358379"/>
            <a:chOff x="3110102" y="1499880"/>
            <a:chExt cx="330613" cy="358379"/>
          </a:xfrm>
        </p:grpSpPr>
        <p:sp>
          <p:nvSpPr>
            <p:cNvPr id="12430" name="Google Shape;12430;p9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9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9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9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7" name="Google Shape;12437;p9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8" name="Google Shape;12438;p96"/>
          <p:cNvGrpSpPr/>
          <p:nvPr/>
        </p:nvGrpSpPr>
        <p:grpSpPr>
          <a:xfrm>
            <a:off x="3485575" y="1824309"/>
            <a:ext cx="373772" cy="284050"/>
            <a:chOff x="3531200" y="1999759"/>
            <a:chExt cx="373772" cy="284050"/>
          </a:xfrm>
        </p:grpSpPr>
        <p:sp>
          <p:nvSpPr>
            <p:cNvPr id="12439" name="Google Shape;12439;p9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9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9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96"/>
          <p:cNvGrpSpPr/>
          <p:nvPr/>
        </p:nvGrpSpPr>
        <p:grpSpPr>
          <a:xfrm>
            <a:off x="2667058" y="1324843"/>
            <a:ext cx="330231" cy="359015"/>
            <a:chOff x="2667058" y="1500293"/>
            <a:chExt cx="330231" cy="359015"/>
          </a:xfrm>
        </p:grpSpPr>
        <p:sp>
          <p:nvSpPr>
            <p:cNvPr id="12444" name="Google Shape;12444;p9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9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9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9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9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9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9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9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9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2" name="Google Shape;12462;p96"/>
          <p:cNvGrpSpPr/>
          <p:nvPr/>
        </p:nvGrpSpPr>
        <p:grpSpPr>
          <a:xfrm>
            <a:off x="3567553" y="1324462"/>
            <a:ext cx="320022" cy="359778"/>
            <a:chOff x="3567553" y="1499912"/>
            <a:chExt cx="320022" cy="359778"/>
          </a:xfrm>
        </p:grpSpPr>
        <p:sp>
          <p:nvSpPr>
            <p:cNvPr id="12463" name="Google Shape;12463;p9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9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9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9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96"/>
          <p:cNvGrpSpPr/>
          <p:nvPr/>
        </p:nvGrpSpPr>
        <p:grpSpPr>
          <a:xfrm>
            <a:off x="1309875" y="1324462"/>
            <a:ext cx="359015" cy="358633"/>
            <a:chOff x="1309875" y="1499912"/>
            <a:chExt cx="359015" cy="358633"/>
          </a:xfrm>
        </p:grpSpPr>
        <p:sp>
          <p:nvSpPr>
            <p:cNvPr id="12470" name="Google Shape;12470;p9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9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9" name="Google Shape;12479;p96"/>
          <p:cNvGrpSpPr/>
          <p:nvPr/>
        </p:nvGrpSpPr>
        <p:grpSpPr>
          <a:xfrm>
            <a:off x="2219466" y="1324843"/>
            <a:ext cx="330613" cy="359015"/>
            <a:chOff x="2219466" y="1500293"/>
            <a:chExt cx="330613" cy="359015"/>
          </a:xfrm>
        </p:grpSpPr>
        <p:sp>
          <p:nvSpPr>
            <p:cNvPr id="12480" name="Google Shape;12480;p9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9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2" name="Google Shape;12482;p96"/>
          <p:cNvGrpSpPr/>
          <p:nvPr/>
        </p:nvGrpSpPr>
        <p:grpSpPr>
          <a:xfrm>
            <a:off x="5343544" y="1333908"/>
            <a:ext cx="244676" cy="351095"/>
            <a:chOff x="5343544" y="1509358"/>
            <a:chExt cx="244676" cy="351095"/>
          </a:xfrm>
        </p:grpSpPr>
        <p:sp>
          <p:nvSpPr>
            <p:cNvPr id="12483" name="Google Shape;12483;p9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6" name="Google Shape;12486;p96"/>
          <p:cNvGrpSpPr/>
          <p:nvPr/>
        </p:nvGrpSpPr>
        <p:grpSpPr>
          <a:xfrm>
            <a:off x="4882340" y="1333908"/>
            <a:ext cx="246171" cy="351095"/>
            <a:chOff x="4882340" y="1509358"/>
            <a:chExt cx="246171" cy="351095"/>
          </a:xfrm>
        </p:grpSpPr>
        <p:sp>
          <p:nvSpPr>
            <p:cNvPr id="12487" name="Google Shape;12487;p9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9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9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96"/>
          <p:cNvGrpSpPr/>
          <p:nvPr/>
        </p:nvGrpSpPr>
        <p:grpSpPr>
          <a:xfrm>
            <a:off x="6273204" y="1333558"/>
            <a:ext cx="236343" cy="351445"/>
            <a:chOff x="6273204" y="1509008"/>
            <a:chExt cx="236343" cy="351445"/>
          </a:xfrm>
        </p:grpSpPr>
        <p:sp>
          <p:nvSpPr>
            <p:cNvPr id="12493" name="Google Shape;12493;p9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9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5" name="Google Shape;12495;p9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6" name="Google Shape;12496;p96"/>
          <p:cNvGrpSpPr/>
          <p:nvPr/>
        </p:nvGrpSpPr>
        <p:grpSpPr>
          <a:xfrm>
            <a:off x="7219530" y="1332794"/>
            <a:ext cx="191625" cy="352209"/>
            <a:chOff x="7219530" y="1508244"/>
            <a:chExt cx="191625" cy="352209"/>
          </a:xfrm>
        </p:grpSpPr>
        <p:sp>
          <p:nvSpPr>
            <p:cNvPr id="12497" name="Google Shape;12497;p9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9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9" name="Google Shape;12499;p96"/>
          <p:cNvGrpSpPr/>
          <p:nvPr/>
        </p:nvGrpSpPr>
        <p:grpSpPr>
          <a:xfrm>
            <a:off x="7699309" y="1333176"/>
            <a:ext cx="154922" cy="351827"/>
            <a:chOff x="7699309" y="1508626"/>
            <a:chExt cx="154922" cy="351827"/>
          </a:xfrm>
        </p:grpSpPr>
        <p:sp>
          <p:nvSpPr>
            <p:cNvPr id="12500" name="Google Shape;12500;p9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9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9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9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9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96"/>
          <p:cNvGrpSpPr/>
          <p:nvPr/>
        </p:nvGrpSpPr>
        <p:grpSpPr>
          <a:xfrm>
            <a:off x="8161690" y="1333558"/>
            <a:ext cx="153396" cy="351064"/>
            <a:chOff x="8161690" y="1509008"/>
            <a:chExt cx="153396" cy="351064"/>
          </a:xfrm>
        </p:grpSpPr>
        <p:sp>
          <p:nvSpPr>
            <p:cNvPr id="12508" name="Google Shape;12508;p9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9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9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9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2" name="Google Shape;12512;p96"/>
          <p:cNvGrpSpPr/>
          <p:nvPr/>
        </p:nvGrpSpPr>
        <p:grpSpPr>
          <a:xfrm>
            <a:off x="6746940" y="1333431"/>
            <a:ext cx="213221" cy="352304"/>
            <a:chOff x="6746940" y="1508881"/>
            <a:chExt cx="213221" cy="352304"/>
          </a:xfrm>
        </p:grpSpPr>
        <p:sp>
          <p:nvSpPr>
            <p:cNvPr id="12513" name="Google Shape;12513;p9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9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9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96"/>
          <p:cNvGrpSpPr/>
          <p:nvPr/>
        </p:nvGrpSpPr>
        <p:grpSpPr>
          <a:xfrm>
            <a:off x="5770336" y="1832165"/>
            <a:ext cx="350682" cy="292097"/>
            <a:chOff x="5770336" y="2007615"/>
            <a:chExt cx="350682" cy="292097"/>
          </a:xfrm>
        </p:grpSpPr>
        <p:sp>
          <p:nvSpPr>
            <p:cNvPr id="12518" name="Google Shape;12518;p9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9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9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9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96"/>
          <p:cNvGrpSpPr/>
          <p:nvPr/>
        </p:nvGrpSpPr>
        <p:grpSpPr>
          <a:xfrm>
            <a:off x="5326878" y="1804908"/>
            <a:ext cx="350332" cy="346229"/>
            <a:chOff x="5326878" y="1980358"/>
            <a:chExt cx="350332" cy="346229"/>
          </a:xfrm>
        </p:grpSpPr>
        <p:sp>
          <p:nvSpPr>
            <p:cNvPr id="12523" name="Google Shape;12523;p9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9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9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9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27" name="Google Shape;12527;p9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8" name="Google Shape;12528;p96"/>
          <p:cNvGrpSpPr/>
          <p:nvPr/>
        </p:nvGrpSpPr>
        <p:grpSpPr>
          <a:xfrm>
            <a:off x="4883835" y="1817121"/>
            <a:ext cx="350300" cy="323043"/>
            <a:chOff x="4883835" y="1992571"/>
            <a:chExt cx="350300" cy="323043"/>
          </a:xfrm>
        </p:grpSpPr>
        <p:sp>
          <p:nvSpPr>
            <p:cNvPr id="12529" name="Google Shape;12529;p9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9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9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5" name="Google Shape;12535;p96"/>
          <p:cNvGrpSpPr/>
          <p:nvPr/>
        </p:nvGrpSpPr>
        <p:grpSpPr>
          <a:xfrm>
            <a:off x="7548967" y="1803477"/>
            <a:ext cx="333285" cy="349950"/>
            <a:chOff x="7548967" y="1978927"/>
            <a:chExt cx="333285" cy="349950"/>
          </a:xfrm>
        </p:grpSpPr>
        <p:sp>
          <p:nvSpPr>
            <p:cNvPr id="12536" name="Google Shape;12536;p9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9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3" name="Google Shape;12543;p96"/>
          <p:cNvGrpSpPr/>
          <p:nvPr/>
        </p:nvGrpSpPr>
        <p:grpSpPr>
          <a:xfrm>
            <a:off x="6214142" y="1803477"/>
            <a:ext cx="346515" cy="350300"/>
            <a:chOff x="6214142" y="1978927"/>
            <a:chExt cx="346515" cy="350300"/>
          </a:xfrm>
        </p:grpSpPr>
        <p:sp>
          <p:nvSpPr>
            <p:cNvPr id="12544" name="Google Shape;12544;p9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9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6" name="Google Shape;12546;p96"/>
          <p:cNvGrpSpPr/>
          <p:nvPr/>
        </p:nvGrpSpPr>
        <p:grpSpPr>
          <a:xfrm>
            <a:off x="7105923" y="1803095"/>
            <a:ext cx="333285" cy="350682"/>
            <a:chOff x="7105923" y="1978545"/>
            <a:chExt cx="333285" cy="350682"/>
          </a:xfrm>
        </p:grpSpPr>
        <p:sp>
          <p:nvSpPr>
            <p:cNvPr id="12547" name="Google Shape;12547;p9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9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9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9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9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4" name="Google Shape;12554;p9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9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6" name="Google Shape;12556;p96"/>
          <p:cNvGrpSpPr/>
          <p:nvPr/>
        </p:nvGrpSpPr>
        <p:grpSpPr>
          <a:xfrm>
            <a:off x="3616406" y="2246902"/>
            <a:ext cx="203393" cy="351827"/>
            <a:chOff x="3616406" y="2422352"/>
            <a:chExt cx="203393" cy="351827"/>
          </a:xfrm>
        </p:grpSpPr>
        <p:sp>
          <p:nvSpPr>
            <p:cNvPr id="12557" name="Google Shape;12557;p9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96"/>
          <p:cNvGrpSpPr/>
          <p:nvPr/>
        </p:nvGrpSpPr>
        <p:grpSpPr>
          <a:xfrm>
            <a:off x="878187" y="2246520"/>
            <a:ext cx="272696" cy="351827"/>
            <a:chOff x="913012" y="2421970"/>
            <a:chExt cx="272696" cy="351827"/>
          </a:xfrm>
        </p:grpSpPr>
        <p:sp>
          <p:nvSpPr>
            <p:cNvPr id="12560" name="Google Shape;12560;p9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9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9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9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4" name="Google Shape;12564;p96"/>
          <p:cNvGrpSpPr/>
          <p:nvPr/>
        </p:nvGrpSpPr>
        <p:grpSpPr>
          <a:xfrm>
            <a:off x="2274743" y="2246902"/>
            <a:ext cx="255649" cy="351445"/>
            <a:chOff x="2274743" y="2422352"/>
            <a:chExt cx="255649" cy="351445"/>
          </a:xfrm>
        </p:grpSpPr>
        <p:sp>
          <p:nvSpPr>
            <p:cNvPr id="12565" name="Google Shape;12565;p9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9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9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96"/>
          <p:cNvGrpSpPr/>
          <p:nvPr/>
        </p:nvGrpSpPr>
        <p:grpSpPr>
          <a:xfrm>
            <a:off x="2708723" y="2245789"/>
            <a:ext cx="246552" cy="352558"/>
            <a:chOff x="2708723" y="2421239"/>
            <a:chExt cx="246552" cy="352558"/>
          </a:xfrm>
        </p:grpSpPr>
        <p:sp>
          <p:nvSpPr>
            <p:cNvPr id="12569" name="Google Shape;12569;p9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9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96"/>
          <p:cNvGrpSpPr/>
          <p:nvPr/>
        </p:nvGrpSpPr>
        <p:grpSpPr>
          <a:xfrm>
            <a:off x="1835485" y="2246902"/>
            <a:ext cx="259433" cy="350714"/>
            <a:chOff x="1835485" y="2422352"/>
            <a:chExt cx="259433" cy="350714"/>
          </a:xfrm>
        </p:grpSpPr>
        <p:sp>
          <p:nvSpPr>
            <p:cNvPr id="12572" name="Google Shape;12572;p9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9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9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9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9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9" name="Google Shape;12579;p96"/>
          <p:cNvGrpSpPr/>
          <p:nvPr/>
        </p:nvGrpSpPr>
        <p:grpSpPr>
          <a:xfrm>
            <a:off x="3150240" y="2246902"/>
            <a:ext cx="212489" cy="351445"/>
            <a:chOff x="3150240" y="2422352"/>
            <a:chExt cx="212489" cy="351445"/>
          </a:xfrm>
        </p:grpSpPr>
        <p:sp>
          <p:nvSpPr>
            <p:cNvPr id="12580" name="Google Shape;12580;p9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96"/>
          <p:cNvGrpSpPr/>
          <p:nvPr/>
        </p:nvGrpSpPr>
        <p:grpSpPr>
          <a:xfrm>
            <a:off x="1367060" y="2246679"/>
            <a:ext cx="269261" cy="352050"/>
            <a:chOff x="1367060" y="2422129"/>
            <a:chExt cx="269261" cy="352050"/>
          </a:xfrm>
        </p:grpSpPr>
        <p:sp>
          <p:nvSpPr>
            <p:cNvPr id="12583" name="Google Shape;12583;p9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9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9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9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9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9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97" name="Google Shape;12597;p9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8" name="Google Shape;12598;p96"/>
          <p:cNvGrpSpPr/>
          <p:nvPr/>
        </p:nvGrpSpPr>
        <p:grpSpPr>
          <a:xfrm>
            <a:off x="4882690" y="2249955"/>
            <a:ext cx="274573" cy="350682"/>
            <a:chOff x="4882690" y="2425405"/>
            <a:chExt cx="274573" cy="350682"/>
          </a:xfrm>
        </p:grpSpPr>
        <p:sp>
          <p:nvSpPr>
            <p:cNvPr id="12599" name="Google Shape;12599;p9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1" name="Google Shape;12601;p96"/>
          <p:cNvGrpSpPr/>
          <p:nvPr/>
        </p:nvGrpSpPr>
        <p:grpSpPr>
          <a:xfrm>
            <a:off x="6627639" y="2268434"/>
            <a:ext cx="355993" cy="313247"/>
            <a:chOff x="6627639" y="2443884"/>
            <a:chExt cx="355993" cy="313247"/>
          </a:xfrm>
        </p:grpSpPr>
        <p:sp>
          <p:nvSpPr>
            <p:cNvPr id="12602" name="Google Shape;12602;p9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9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5" name="Google Shape;12605;p96"/>
          <p:cNvGrpSpPr/>
          <p:nvPr/>
        </p:nvGrpSpPr>
        <p:grpSpPr>
          <a:xfrm>
            <a:off x="6183451" y="2286690"/>
            <a:ext cx="351445" cy="277976"/>
            <a:chOff x="6183451" y="2462140"/>
            <a:chExt cx="351445" cy="277976"/>
          </a:xfrm>
        </p:grpSpPr>
        <p:sp>
          <p:nvSpPr>
            <p:cNvPr id="12606" name="Google Shape;12606;p9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9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9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96"/>
          <p:cNvGrpSpPr/>
          <p:nvPr/>
        </p:nvGrpSpPr>
        <p:grpSpPr>
          <a:xfrm>
            <a:off x="5735477" y="2254408"/>
            <a:ext cx="353354" cy="341299"/>
            <a:chOff x="5735477" y="2429858"/>
            <a:chExt cx="353354" cy="341299"/>
          </a:xfrm>
        </p:grpSpPr>
        <p:sp>
          <p:nvSpPr>
            <p:cNvPr id="12614" name="Google Shape;12614;p9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9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9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9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96"/>
          <p:cNvGrpSpPr/>
          <p:nvPr/>
        </p:nvGrpSpPr>
        <p:grpSpPr>
          <a:xfrm>
            <a:off x="5243735" y="2271523"/>
            <a:ext cx="405255" cy="275499"/>
            <a:chOff x="5283337" y="2478774"/>
            <a:chExt cx="358633" cy="243913"/>
          </a:xfrm>
        </p:grpSpPr>
        <p:sp>
          <p:nvSpPr>
            <p:cNvPr id="12621" name="Google Shape;12621;p9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9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9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9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9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9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8" name="Google Shape;12638;p96"/>
          <p:cNvGrpSpPr/>
          <p:nvPr/>
        </p:nvGrpSpPr>
        <p:grpSpPr>
          <a:xfrm>
            <a:off x="7964753" y="2295373"/>
            <a:ext cx="362068" cy="258670"/>
            <a:chOff x="7964753" y="2470823"/>
            <a:chExt cx="362068" cy="258670"/>
          </a:xfrm>
        </p:grpSpPr>
        <p:sp>
          <p:nvSpPr>
            <p:cNvPr id="12639" name="Google Shape;12639;p9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96"/>
          <p:cNvGrpSpPr/>
          <p:nvPr/>
        </p:nvGrpSpPr>
        <p:grpSpPr>
          <a:xfrm>
            <a:off x="7524349" y="2280997"/>
            <a:ext cx="350332" cy="288948"/>
            <a:chOff x="7524349" y="2456447"/>
            <a:chExt cx="350332" cy="288948"/>
          </a:xfrm>
        </p:grpSpPr>
        <p:sp>
          <p:nvSpPr>
            <p:cNvPr id="12649" name="Google Shape;12649;p9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9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4" name="Google Shape;12654;p96"/>
          <p:cNvGrpSpPr/>
          <p:nvPr/>
        </p:nvGrpSpPr>
        <p:grpSpPr>
          <a:xfrm>
            <a:off x="3972749" y="2718761"/>
            <a:ext cx="355230" cy="356725"/>
            <a:chOff x="3972749" y="2894211"/>
            <a:chExt cx="355230" cy="356725"/>
          </a:xfrm>
        </p:grpSpPr>
        <p:sp>
          <p:nvSpPr>
            <p:cNvPr id="12655" name="Google Shape;12655;p9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96"/>
          <p:cNvGrpSpPr/>
          <p:nvPr/>
        </p:nvGrpSpPr>
        <p:grpSpPr>
          <a:xfrm>
            <a:off x="3527797" y="2743346"/>
            <a:ext cx="355993" cy="307904"/>
            <a:chOff x="3527797" y="2918796"/>
            <a:chExt cx="355993" cy="307904"/>
          </a:xfrm>
        </p:grpSpPr>
        <p:sp>
          <p:nvSpPr>
            <p:cNvPr id="12661" name="Google Shape;12661;p9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9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9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9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9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1" name="Google Shape;12671;p96"/>
          <p:cNvGrpSpPr/>
          <p:nvPr/>
        </p:nvGrpSpPr>
        <p:grpSpPr>
          <a:xfrm>
            <a:off x="3082845" y="2745509"/>
            <a:ext cx="356375" cy="302338"/>
            <a:chOff x="3082845" y="2920959"/>
            <a:chExt cx="356375" cy="302338"/>
          </a:xfrm>
        </p:grpSpPr>
        <p:sp>
          <p:nvSpPr>
            <p:cNvPr id="12672" name="Google Shape;12672;p9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9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4" name="Google Shape;12674;p96"/>
          <p:cNvGrpSpPr/>
          <p:nvPr/>
        </p:nvGrpSpPr>
        <p:grpSpPr>
          <a:xfrm>
            <a:off x="2639038" y="2719492"/>
            <a:ext cx="355612" cy="355612"/>
            <a:chOff x="2639038" y="2894942"/>
            <a:chExt cx="355612" cy="355612"/>
          </a:xfrm>
        </p:grpSpPr>
        <p:sp>
          <p:nvSpPr>
            <p:cNvPr id="12675" name="Google Shape;12675;p9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9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7" name="Google Shape;12677;p96"/>
          <p:cNvGrpSpPr/>
          <p:nvPr/>
        </p:nvGrpSpPr>
        <p:grpSpPr>
          <a:xfrm>
            <a:off x="2194468" y="2763415"/>
            <a:ext cx="355993" cy="267766"/>
            <a:chOff x="2194468" y="2938865"/>
            <a:chExt cx="355993" cy="267766"/>
          </a:xfrm>
        </p:grpSpPr>
        <p:sp>
          <p:nvSpPr>
            <p:cNvPr id="12678" name="Google Shape;12678;p9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9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9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9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9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9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9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9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9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8" name="Google Shape;12698;p96"/>
          <p:cNvGrpSpPr/>
          <p:nvPr/>
        </p:nvGrpSpPr>
        <p:grpSpPr>
          <a:xfrm>
            <a:off x="1749897" y="2719111"/>
            <a:ext cx="355993" cy="355612"/>
            <a:chOff x="1749897" y="2894561"/>
            <a:chExt cx="355993" cy="355612"/>
          </a:xfrm>
        </p:grpSpPr>
        <p:sp>
          <p:nvSpPr>
            <p:cNvPr id="12699" name="Google Shape;12699;p9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9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9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9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9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9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9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9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9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9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0" name="Google Shape;12710;p96"/>
          <p:cNvGrpSpPr/>
          <p:nvPr/>
        </p:nvGrpSpPr>
        <p:grpSpPr>
          <a:xfrm>
            <a:off x="1305327" y="2718761"/>
            <a:ext cx="357520" cy="357488"/>
            <a:chOff x="1305327" y="2894211"/>
            <a:chExt cx="357520" cy="357488"/>
          </a:xfrm>
        </p:grpSpPr>
        <p:sp>
          <p:nvSpPr>
            <p:cNvPr id="12711" name="Google Shape;12711;p9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9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9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9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9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6" name="Google Shape;12716;p96"/>
          <p:cNvGrpSpPr/>
          <p:nvPr/>
        </p:nvGrpSpPr>
        <p:grpSpPr>
          <a:xfrm>
            <a:off x="853950" y="2719270"/>
            <a:ext cx="364104" cy="353290"/>
            <a:chOff x="853950" y="2894720"/>
            <a:chExt cx="364104" cy="353290"/>
          </a:xfrm>
        </p:grpSpPr>
        <p:sp>
          <p:nvSpPr>
            <p:cNvPr id="12717" name="Google Shape;12717;p9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9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9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9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9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9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4" name="Google Shape;12724;p96"/>
          <p:cNvGrpSpPr/>
          <p:nvPr/>
        </p:nvGrpSpPr>
        <p:grpSpPr>
          <a:xfrm>
            <a:off x="7066548" y="2737144"/>
            <a:ext cx="352209" cy="334938"/>
            <a:chOff x="7066548" y="2912594"/>
            <a:chExt cx="352209" cy="334938"/>
          </a:xfrm>
        </p:grpSpPr>
        <p:sp>
          <p:nvSpPr>
            <p:cNvPr id="12725" name="Google Shape;12725;p9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9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9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31" name="Google Shape;12731;p9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33" name="Google Shape;12733;p96"/>
          <p:cNvGrpSpPr/>
          <p:nvPr/>
        </p:nvGrpSpPr>
        <p:grpSpPr>
          <a:xfrm>
            <a:off x="7541397" y="2729352"/>
            <a:ext cx="318495" cy="352209"/>
            <a:chOff x="7541397" y="2904802"/>
            <a:chExt cx="318495" cy="352209"/>
          </a:xfrm>
        </p:grpSpPr>
        <p:sp>
          <p:nvSpPr>
            <p:cNvPr id="12734" name="Google Shape;12734;p9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9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6" name="Google Shape;12736;p96"/>
          <p:cNvGrpSpPr/>
          <p:nvPr/>
        </p:nvGrpSpPr>
        <p:grpSpPr>
          <a:xfrm>
            <a:off x="8003015" y="2728589"/>
            <a:ext cx="306759" cy="351445"/>
            <a:chOff x="8003015" y="2904039"/>
            <a:chExt cx="306759" cy="351445"/>
          </a:xfrm>
        </p:grpSpPr>
        <p:sp>
          <p:nvSpPr>
            <p:cNvPr id="12737" name="Google Shape;12737;p9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9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9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9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9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9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96"/>
          <p:cNvGrpSpPr/>
          <p:nvPr/>
        </p:nvGrpSpPr>
        <p:grpSpPr>
          <a:xfrm>
            <a:off x="5687770" y="2710046"/>
            <a:ext cx="369638" cy="369606"/>
            <a:chOff x="5687770" y="2885496"/>
            <a:chExt cx="369638" cy="369606"/>
          </a:xfrm>
        </p:grpSpPr>
        <p:sp>
          <p:nvSpPr>
            <p:cNvPr id="12744" name="Google Shape;12744;p9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9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9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9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9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96"/>
          <p:cNvGrpSpPr/>
          <p:nvPr/>
        </p:nvGrpSpPr>
        <p:grpSpPr>
          <a:xfrm>
            <a:off x="4881958" y="2729352"/>
            <a:ext cx="156417" cy="349537"/>
            <a:chOff x="4881958" y="2904802"/>
            <a:chExt cx="156417" cy="349537"/>
          </a:xfrm>
        </p:grpSpPr>
        <p:sp>
          <p:nvSpPr>
            <p:cNvPr id="12755" name="Google Shape;12755;p9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9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9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9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9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9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96"/>
          <p:cNvGrpSpPr/>
          <p:nvPr/>
        </p:nvGrpSpPr>
        <p:grpSpPr>
          <a:xfrm>
            <a:off x="5230318" y="2711064"/>
            <a:ext cx="371133" cy="367443"/>
            <a:chOff x="5230318" y="2886514"/>
            <a:chExt cx="371133" cy="367443"/>
          </a:xfrm>
        </p:grpSpPr>
        <p:sp>
          <p:nvSpPr>
            <p:cNvPr id="12763" name="Google Shape;12763;p9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9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9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9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9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9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9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9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9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2" name="Google Shape;12772;p96"/>
          <p:cNvGrpSpPr/>
          <p:nvPr/>
        </p:nvGrpSpPr>
        <p:grpSpPr>
          <a:xfrm>
            <a:off x="5748358" y="3259128"/>
            <a:ext cx="352590" cy="182561"/>
            <a:chOff x="5748358" y="3434578"/>
            <a:chExt cx="352590" cy="182561"/>
          </a:xfrm>
        </p:grpSpPr>
        <p:sp>
          <p:nvSpPr>
            <p:cNvPr id="12773" name="Google Shape;12773;p9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9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9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9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9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9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9" name="Google Shape;12779;p96"/>
          <p:cNvGrpSpPr/>
          <p:nvPr/>
        </p:nvGrpSpPr>
        <p:grpSpPr>
          <a:xfrm>
            <a:off x="862283" y="4099321"/>
            <a:ext cx="341204" cy="359301"/>
            <a:chOff x="862283" y="4274771"/>
            <a:chExt cx="341204" cy="359301"/>
          </a:xfrm>
        </p:grpSpPr>
        <p:sp>
          <p:nvSpPr>
            <p:cNvPr id="12780" name="Google Shape;12780;p9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9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9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96"/>
          <p:cNvGrpSpPr/>
          <p:nvPr/>
        </p:nvGrpSpPr>
        <p:grpSpPr>
          <a:xfrm>
            <a:off x="1396957" y="4111915"/>
            <a:ext cx="301861" cy="332871"/>
            <a:chOff x="1396957" y="4287365"/>
            <a:chExt cx="301861" cy="332871"/>
          </a:xfrm>
        </p:grpSpPr>
        <p:sp>
          <p:nvSpPr>
            <p:cNvPr id="12784" name="Google Shape;12784;p9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9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9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9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9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9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9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9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9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9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9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9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9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9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9" name="Google Shape;12799;p96"/>
          <p:cNvGrpSpPr/>
          <p:nvPr/>
        </p:nvGrpSpPr>
        <p:grpSpPr>
          <a:xfrm>
            <a:off x="1865381" y="4102056"/>
            <a:ext cx="396131" cy="355612"/>
            <a:chOff x="1865381" y="4277506"/>
            <a:chExt cx="396131" cy="355612"/>
          </a:xfrm>
        </p:grpSpPr>
        <p:sp>
          <p:nvSpPr>
            <p:cNvPr id="12800" name="Google Shape;12800;p9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9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9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9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9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9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6" name="Google Shape;12806;p96"/>
          <p:cNvGrpSpPr/>
          <p:nvPr/>
        </p:nvGrpSpPr>
        <p:grpSpPr>
          <a:xfrm>
            <a:off x="2411823" y="4128549"/>
            <a:ext cx="334398" cy="299953"/>
            <a:chOff x="2411823" y="4303999"/>
            <a:chExt cx="334398" cy="299953"/>
          </a:xfrm>
        </p:grpSpPr>
        <p:sp>
          <p:nvSpPr>
            <p:cNvPr id="12807" name="Google Shape;12807;p9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9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9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9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9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9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9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96"/>
          <p:cNvGrpSpPr/>
          <p:nvPr/>
        </p:nvGrpSpPr>
        <p:grpSpPr>
          <a:xfrm>
            <a:off x="2903337" y="4103582"/>
            <a:ext cx="382519" cy="350682"/>
            <a:chOff x="2903337" y="4279032"/>
            <a:chExt cx="382519" cy="350682"/>
          </a:xfrm>
        </p:grpSpPr>
        <p:sp>
          <p:nvSpPr>
            <p:cNvPr id="12815" name="Google Shape;12815;p9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9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9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9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9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9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9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9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9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9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9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9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9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9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9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96"/>
          <p:cNvGrpSpPr/>
          <p:nvPr/>
        </p:nvGrpSpPr>
        <p:grpSpPr>
          <a:xfrm>
            <a:off x="3933342" y="4140317"/>
            <a:ext cx="383632" cy="276449"/>
            <a:chOff x="3933342" y="4315767"/>
            <a:chExt cx="383632" cy="276449"/>
          </a:xfrm>
        </p:grpSpPr>
        <p:sp>
          <p:nvSpPr>
            <p:cNvPr id="12831" name="Google Shape;12831;p9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9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9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9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9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9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96"/>
          <p:cNvGrpSpPr/>
          <p:nvPr/>
        </p:nvGrpSpPr>
        <p:grpSpPr>
          <a:xfrm>
            <a:off x="3441065" y="4127055"/>
            <a:ext cx="337069" cy="302593"/>
            <a:chOff x="3441065" y="4302505"/>
            <a:chExt cx="337069" cy="302593"/>
          </a:xfrm>
        </p:grpSpPr>
        <p:sp>
          <p:nvSpPr>
            <p:cNvPr id="12838" name="Google Shape;12838;p9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9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9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9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9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9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9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9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9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9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9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9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9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96"/>
          <p:cNvGrpSpPr/>
          <p:nvPr/>
        </p:nvGrpSpPr>
        <p:grpSpPr>
          <a:xfrm>
            <a:off x="3532345" y="3187185"/>
            <a:ext cx="339328" cy="336274"/>
            <a:chOff x="3532345" y="3362635"/>
            <a:chExt cx="339328" cy="336274"/>
          </a:xfrm>
        </p:grpSpPr>
        <p:sp>
          <p:nvSpPr>
            <p:cNvPr id="12852" name="Google Shape;12852;p9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9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9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9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9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7" name="Google Shape;12857;p9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8" name="Google Shape;12858;p96"/>
          <p:cNvGrpSpPr/>
          <p:nvPr/>
        </p:nvGrpSpPr>
        <p:grpSpPr>
          <a:xfrm>
            <a:off x="1883955" y="3633250"/>
            <a:ext cx="162873" cy="351445"/>
            <a:chOff x="1883955" y="3808700"/>
            <a:chExt cx="162873" cy="351445"/>
          </a:xfrm>
        </p:grpSpPr>
        <p:sp>
          <p:nvSpPr>
            <p:cNvPr id="12859" name="Google Shape;12859;p9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9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1" name="Google Shape;12861;p96"/>
          <p:cNvGrpSpPr/>
          <p:nvPr/>
        </p:nvGrpSpPr>
        <p:grpSpPr>
          <a:xfrm>
            <a:off x="939156" y="3633759"/>
            <a:ext cx="192007" cy="351318"/>
            <a:chOff x="939156" y="3809209"/>
            <a:chExt cx="192007" cy="351318"/>
          </a:xfrm>
        </p:grpSpPr>
        <p:sp>
          <p:nvSpPr>
            <p:cNvPr id="12862" name="Google Shape;12862;p9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9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96"/>
          <p:cNvGrpSpPr/>
          <p:nvPr/>
        </p:nvGrpSpPr>
        <p:grpSpPr>
          <a:xfrm>
            <a:off x="2306167" y="3634395"/>
            <a:ext cx="193915" cy="349155"/>
            <a:chOff x="2306167" y="3809845"/>
            <a:chExt cx="193915" cy="349155"/>
          </a:xfrm>
        </p:grpSpPr>
        <p:sp>
          <p:nvSpPr>
            <p:cNvPr id="12865" name="Google Shape;12865;p9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9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9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9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9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9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9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96"/>
          <p:cNvGrpSpPr/>
          <p:nvPr/>
        </p:nvGrpSpPr>
        <p:grpSpPr>
          <a:xfrm>
            <a:off x="1323901" y="3631723"/>
            <a:ext cx="356343" cy="356757"/>
            <a:chOff x="1323901" y="3807173"/>
            <a:chExt cx="356343" cy="356757"/>
          </a:xfrm>
        </p:grpSpPr>
        <p:sp>
          <p:nvSpPr>
            <p:cNvPr id="12873" name="Google Shape;12873;p9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9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9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9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9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9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9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9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9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9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9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9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9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9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9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9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9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9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9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9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9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9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9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9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7" name="Google Shape;12897;p9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8" name="Google Shape;12898;p96"/>
          <p:cNvGrpSpPr/>
          <p:nvPr/>
        </p:nvGrpSpPr>
        <p:grpSpPr>
          <a:xfrm>
            <a:off x="859262" y="3178470"/>
            <a:ext cx="306759" cy="351445"/>
            <a:chOff x="859262" y="3353920"/>
            <a:chExt cx="306759" cy="351445"/>
          </a:xfrm>
        </p:grpSpPr>
        <p:sp>
          <p:nvSpPr>
            <p:cNvPr id="12899" name="Google Shape;12899;p9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9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9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9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9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04" name="Google Shape;12904;p9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05" name="Google Shape;12905;p96"/>
          <p:cNvGrpSpPr/>
          <p:nvPr/>
        </p:nvGrpSpPr>
        <p:grpSpPr>
          <a:xfrm>
            <a:off x="3967437" y="3661652"/>
            <a:ext cx="364708" cy="295405"/>
            <a:chOff x="3967437" y="3837102"/>
            <a:chExt cx="364708" cy="295405"/>
          </a:xfrm>
        </p:grpSpPr>
        <p:sp>
          <p:nvSpPr>
            <p:cNvPr id="12906" name="Google Shape;12906;p9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9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9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9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9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1" name="Google Shape;12911;p9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9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9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4" name="Google Shape;12914;p96"/>
          <p:cNvGrpSpPr/>
          <p:nvPr/>
        </p:nvGrpSpPr>
        <p:grpSpPr>
          <a:xfrm>
            <a:off x="5811827" y="3631001"/>
            <a:ext cx="283743" cy="308444"/>
            <a:chOff x="5964227" y="3858701"/>
            <a:chExt cx="283743" cy="308444"/>
          </a:xfrm>
        </p:grpSpPr>
        <p:sp>
          <p:nvSpPr>
            <p:cNvPr id="12915" name="Google Shape;12915;p9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9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9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9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9" name="Google Shape;12919;p96"/>
          <p:cNvGrpSpPr/>
          <p:nvPr/>
        </p:nvGrpSpPr>
        <p:grpSpPr>
          <a:xfrm>
            <a:off x="6243508" y="3697623"/>
            <a:ext cx="320372" cy="213602"/>
            <a:chOff x="6395908" y="3873073"/>
            <a:chExt cx="320372" cy="213602"/>
          </a:xfrm>
        </p:grpSpPr>
        <p:sp>
          <p:nvSpPr>
            <p:cNvPr id="12920" name="Google Shape;12920;p9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9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9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9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9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9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9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9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9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9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96"/>
          <p:cNvGrpSpPr/>
          <p:nvPr/>
        </p:nvGrpSpPr>
        <p:grpSpPr>
          <a:xfrm>
            <a:off x="7262890" y="3627366"/>
            <a:ext cx="357138" cy="352018"/>
            <a:chOff x="7415290" y="3802816"/>
            <a:chExt cx="357138" cy="352018"/>
          </a:xfrm>
        </p:grpSpPr>
        <p:sp>
          <p:nvSpPr>
            <p:cNvPr id="12931" name="Google Shape;12931;p9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9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9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9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9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9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9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9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96"/>
          <p:cNvGrpSpPr/>
          <p:nvPr/>
        </p:nvGrpSpPr>
        <p:grpSpPr>
          <a:xfrm>
            <a:off x="6737312" y="3657963"/>
            <a:ext cx="355230" cy="293401"/>
            <a:chOff x="6889712" y="3833413"/>
            <a:chExt cx="355230" cy="293401"/>
          </a:xfrm>
        </p:grpSpPr>
        <p:sp>
          <p:nvSpPr>
            <p:cNvPr id="12940" name="Google Shape;12940;p9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9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9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9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9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96"/>
          <p:cNvGrpSpPr/>
          <p:nvPr/>
        </p:nvGrpSpPr>
        <p:grpSpPr>
          <a:xfrm>
            <a:off x="7707152" y="3660420"/>
            <a:ext cx="282318" cy="337168"/>
            <a:chOff x="1635875" y="237775"/>
            <a:chExt cx="4370250" cy="5219325"/>
          </a:xfrm>
        </p:grpSpPr>
        <p:sp>
          <p:nvSpPr>
            <p:cNvPr id="12946" name="Google Shape;12946;p9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9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96"/>
          <p:cNvGrpSpPr/>
          <p:nvPr/>
        </p:nvGrpSpPr>
        <p:grpSpPr>
          <a:xfrm>
            <a:off x="3103963" y="3185690"/>
            <a:ext cx="297886" cy="337578"/>
            <a:chOff x="3103963" y="3361140"/>
            <a:chExt cx="297886" cy="337578"/>
          </a:xfrm>
        </p:grpSpPr>
        <p:sp>
          <p:nvSpPr>
            <p:cNvPr id="12949" name="Google Shape;12949;p9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9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9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9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9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9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9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9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9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9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9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9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9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9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9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9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9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9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9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9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9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9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9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9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96"/>
          <p:cNvGrpSpPr/>
          <p:nvPr/>
        </p:nvGrpSpPr>
        <p:grpSpPr>
          <a:xfrm>
            <a:off x="2667821" y="3185658"/>
            <a:ext cx="273046" cy="337801"/>
            <a:chOff x="2667821" y="3361108"/>
            <a:chExt cx="273046" cy="337801"/>
          </a:xfrm>
        </p:grpSpPr>
        <p:sp>
          <p:nvSpPr>
            <p:cNvPr id="12974" name="Google Shape;12974;p9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9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9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9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9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9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9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9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9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9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9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9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9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9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9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9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9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9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9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3" name="Google Shape;12993;p96"/>
          <p:cNvGrpSpPr/>
          <p:nvPr/>
        </p:nvGrpSpPr>
        <p:grpSpPr>
          <a:xfrm>
            <a:off x="2212469" y="3184863"/>
            <a:ext cx="282715" cy="338660"/>
            <a:chOff x="2212469" y="3360313"/>
            <a:chExt cx="282715" cy="338660"/>
          </a:xfrm>
        </p:grpSpPr>
        <p:sp>
          <p:nvSpPr>
            <p:cNvPr id="12994" name="Google Shape;12994;p9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9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9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7" name="Google Shape;12997;p96"/>
          <p:cNvGrpSpPr/>
          <p:nvPr/>
        </p:nvGrpSpPr>
        <p:grpSpPr>
          <a:xfrm>
            <a:off x="1768821" y="3185658"/>
            <a:ext cx="278739" cy="339073"/>
            <a:chOff x="1768821" y="3361108"/>
            <a:chExt cx="278739" cy="339073"/>
          </a:xfrm>
        </p:grpSpPr>
        <p:sp>
          <p:nvSpPr>
            <p:cNvPr id="12998" name="Google Shape;12998;p9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9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9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9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9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9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9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9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9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9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9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9" name="Google Shape;13009;p96"/>
          <p:cNvGrpSpPr/>
          <p:nvPr/>
        </p:nvGrpSpPr>
        <p:grpSpPr>
          <a:xfrm>
            <a:off x="5337883" y="3161423"/>
            <a:ext cx="307141" cy="376826"/>
            <a:chOff x="5337883" y="3336873"/>
            <a:chExt cx="307141" cy="376826"/>
          </a:xfrm>
        </p:grpSpPr>
        <p:sp>
          <p:nvSpPr>
            <p:cNvPr id="13010" name="Google Shape;13010;p9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9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96"/>
          <p:cNvGrpSpPr/>
          <p:nvPr/>
        </p:nvGrpSpPr>
        <p:grpSpPr>
          <a:xfrm>
            <a:off x="4883835" y="3161805"/>
            <a:ext cx="323425" cy="377557"/>
            <a:chOff x="4883835" y="3337255"/>
            <a:chExt cx="323425" cy="377557"/>
          </a:xfrm>
        </p:grpSpPr>
        <p:sp>
          <p:nvSpPr>
            <p:cNvPr id="13013" name="Google Shape;13013;p9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9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9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6" name="Google Shape;13016;p96"/>
          <p:cNvGrpSpPr/>
          <p:nvPr/>
        </p:nvGrpSpPr>
        <p:grpSpPr>
          <a:xfrm>
            <a:off x="6193310" y="3231839"/>
            <a:ext cx="352590" cy="237488"/>
            <a:chOff x="6193310" y="3407289"/>
            <a:chExt cx="352590" cy="237488"/>
          </a:xfrm>
        </p:grpSpPr>
        <p:sp>
          <p:nvSpPr>
            <p:cNvPr id="13017" name="Google Shape;13017;p9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9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9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9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9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2" name="Google Shape;13022;p96"/>
          <p:cNvGrpSpPr/>
          <p:nvPr/>
        </p:nvGrpSpPr>
        <p:grpSpPr>
          <a:xfrm>
            <a:off x="6637117" y="3222393"/>
            <a:ext cx="353735" cy="254504"/>
            <a:chOff x="6637117" y="3397843"/>
            <a:chExt cx="353735" cy="254504"/>
          </a:xfrm>
        </p:grpSpPr>
        <p:sp>
          <p:nvSpPr>
            <p:cNvPr id="13023" name="Google Shape;13023;p9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9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9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9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9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9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9" name="Google Shape;13029;p96"/>
          <p:cNvGrpSpPr/>
          <p:nvPr/>
        </p:nvGrpSpPr>
        <p:grpSpPr>
          <a:xfrm>
            <a:off x="7075994" y="3174081"/>
            <a:ext cx="360637" cy="352336"/>
            <a:chOff x="7075994" y="3349531"/>
            <a:chExt cx="360637" cy="352336"/>
          </a:xfrm>
        </p:grpSpPr>
        <p:sp>
          <p:nvSpPr>
            <p:cNvPr id="13030" name="Google Shape;13030;p9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9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9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9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9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9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9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96"/>
          <p:cNvGrpSpPr/>
          <p:nvPr/>
        </p:nvGrpSpPr>
        <p:grpSpPr>
          <a:xfrm>
            <a:off x="7651983" y="3173731"/>
            <a:ext cx="107183" cy="352399"/>
            <a:chOff x="7651983" y="3349181"/>
            <a:chExt cx="107183" cy="352399"/>
          </a:xfrm>
        </p:grpSpPr>
        <p:sp>
          <p:nvSpPr>
            <p:cNvPr id="13038" name="Google Shape;13038;p9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9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0" name="Google Shape;13040;p96"/>
          <p:cNvGrpSpPr/>
          <p:nvPr/>
        </p:nvGrpSpPr>
        <p:grpSpPr>
          <a:xfrm>
            <a:off x="7973468" y="3206872"/>
            <a:ext cx="352590" cy="287072"/>
            <a:chOff x="7973468" y="3382322"/>
            <a:chExt cx="352590" cy="287072"/>
          </a:xfrm>
        </p:grpSpPr>
        <p:sp>
          <p:nvSpPr>
            <p:cNvPr id="13041" name="Google Shape;13041;p9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9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9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9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9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9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9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9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9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9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9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9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3" name="Google Shape;13053;p96"/>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054" name="Google Shape;13054;p96"/>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058"/>
        <p:cNvGrpSpPr/>
        <p:nvPr/>
      </p:nvGrpSpPr>
      <p:grpSpPr>
        <a:xfrm>
          <a:off x="0" y="0"/>
          <a:ext cx="0" cy="0"/>
          <a:chOff x="0" y="0"/>
          <a:chExt cx="0" cy="0"/>
        </a:xfrm>
      </p:grpSpPr>
      <p:grpSp>
        <p:nvGrpSpPr>
          <p:cNvPr id="13059" name="Google Shape;13059;p97"/>
          <p:cNvGrpSpPr/>
          <p:nvPr/>
        </p:nvGrpSpPr>
        <p:grpSpPr>
          <a:xfrm>
            <a:off x="849677" y="1576858"/>
            <a:ext cx="347872" cy="347488"/>
            <a:chOff x="849677" y="1500658"/>
            <a:chExt cx="347872" cy="347488"/>
          </a:xfrm>
        </p:grpSpPr>
        <p:sp>
          <p:nvSpPr>
            <p:cNvPr id="13060" name="Google Shape;13060;p9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9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9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9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9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9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97"/>
          <p:cNvGrpSpPr/>
          <p:nvPr/>
        </p:nvGrpSpPr>
        <p:grpSpPr>
          <a:xfrm>
            <a:off x="1415853" y="1576858"/>
            <a:ext cx="315872" cy="347488"/>
            <a:chOff x="1415853" y="1500658"/>
            <a:chExt cx="315872" cy="347488"/>
          </a:xfrm>
        </p:grpSpPr>
        <p:sp>
          <p:nvSpPr>
            <p:cNvPr id="13067" name="Google Shape;13067;p9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9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9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9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97"/>
          <p:cNvGrpSpPr/>
          <p:nvPr/>
        </p:nvGrpSpPr>
        <p:grpSpPr>
          <a:xfrm>
            <a:off x="4697389" y="1576858"/>
            <a:ext cx="347520" cy="347104"/>
            <a:chOff x="4697389" y="1500658"/>
            <a:chExt cx="347520" cy="347104"/>
          </a:xfrm>
        </p:grpSpPr>
        <p:sp>
          <p:nvSpPr>
            <p:cNvPr id="13072" name="Google Shape;13072;p9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9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9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5" name="Google Shape;13075;p97"/>
          <p:cNvGrpSpPr/>
          <p:nvPr/>
        </p:nvGrpSpPr>
        <p:grpSpPr>
          <a:xfrm>
            <a:off x="3603533" y="2041146"/>
            <a:ext cx="347520" cy="353760"/>
            <a:chOff x="3603533" y="1964946"/>
            <a:chExt cx="347520" cy="353760"/>
          </a:xfrm>
        </p:grpSpPr>
        <p:sp>
          <p:nvSpPr>
            <p:cNvPr id="13076" name="Google Shape;13076;p9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9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9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9" name="Google Shape;13079;p97"/>
          <p:cNvGrpSpPr/>
          <p:nvPr/>
        </p:nvGrpSpPr>
        <p:grpSpPr>
          <a:xfrm>
            <a:off x="1950765" y="2040538"/>
            <a:ext cx="357792" cy="352448"/>
            <a:chOff x="1950765" y="1964338"/>
            <a:chExt cx="357792" cy="352448"/>
          </a:xfrm>
        </p:grpSpPr>
        <p:sp>
          <p:nvSpPr>
            <p:cNvPr id="13080" name="Google Shape;13080;p9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9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9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9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97"/>
          <p:cNvGrpSpPr/>
          <p:nvPr/>
        </p:nvGrpSpPr>
        <p:grpSpPr>
          <a:xfrm>
            <a:off x="7435629" y="2040890"/>
            <a:ext cx="367712" cy="353248"/>
            <a:chOff x="7435629" y="1964690"/>
            <a:chExt cx="367712" cy="353248"/>
          </a:xfrm>
        </p:grpSpPr>
        <p:sp>
          <p:nvSpPr>
            <p:cNvPr id="13085" name="Google Shape;13085;p9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9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9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9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9" name="Google Shape;13089;p97"/>
          <p:cNvGrpSpPr/>
          <p:nvPr/>
        </p:nvGrpSpPr>
        <p:grpSpPr>
          <a:xfrm>
            <a:off x="2512749" y="2041242"/>
            <a:ext cx="333024" cy="352896"/>
            <a:chOff x="2512749" y="1965042"/>
            <a:chExt cx="333024" cy="352896"/>
          </a:xfrm>
        </p:grpSpPr>
        <p:sp>
          <p:nvSpPr>
            <p:cNvPr id="13090" name="Google Shape;13090;p9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9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9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9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9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5" name="Google Shape;13095;p97"/>
          <p:cNvGrpSpPr/>
          <p:nvPr/>
        </p:nvGrpSpPr>
        <p:grpSpPr>
          <a:xfrm>
            <a:off x="1398317" y="2057978"/>
            <a:ext cx="365792" cy="335392"/>
            <a:chOff x="1398317" y="1981778"/>
            <a:chExt cx="365792" cy="335392"/>
          </a:xfrm>
        </p:grpSpPr>
        <p:sp>
          <p:nvSpPr>
            <p:cNvPr id="13096" name="Google Shape;13096;p9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9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9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9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9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9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2" name="Google Shape;13102;p97"/>
          <p:cNvGrpSpPr/>
          <p:nvPr/>
        </p:nvGrpSpPr>
        <p:grpSpPr>
          <a:xfrm>
            <a:off x="3052237" y="2079770"/>
            <a:ext cx="353600" cy="314752"/>
            <a:chOff x="3052237" y="2003570"/>
            <a:chExt cx="353600" cy="314752"/>
          </a:xfrm>
        </p:grpSpPr>
        <p:sp>
          <p:nvSpPr>
            <p:cNvPr id="13103" name="Google Shape;13103;p9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9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9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6" name="Google Shape;13106;p97"/>
          <p:cNvGrpSpPr/>
          <p:nvPr/>
        </p:nvGrpSpPr>
        <p:grpSpPr>
          <a:xfrm>
            <a:off x="1404013" y="3034266"/>
            <a:ext cx="368096" cy="223968"/>
            <a:chOff x="1404013" y="2958066"/>
            <a:chExt cx="368096" cy="223968"/>
          </a:xfrm>
        </p:grpSpPr>
        <p:sp>
          <p:nvSpPr>
            <p:cNvPr id="13107" name="Google Shape;13107;p9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9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9" name="Google Shape;13109;p97"/>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97"/>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1" name="Google Shape;13111;p97"/>
          <p:cNvGrpSpPr/>
          <p:nvPr/>
        </p:nvGrpSpPr>
        <p:grpSpPr>
          <a:xfrm>
            <a:off x="1951149" y="2961402"/>
            <a:ext cx="370368" cy="367328"/>
            <a:chOff x="1951149" y="2885202"/>
            <a:chExt cx="370368" cy="367328"/>
          </a:xfrm>
        </p:grpSpPr>
        <p:sp>
          <p:nvSpPr>
            <p:cNvPr id="13112" name="Google Shape;13112;p9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9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9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97"/>
          <p:cNvGrpSpPr/>
          <p:nvPr/>
        </p:nvGrpSpPr>
        <p:grpSpPr>
          <a:xfrm>
            <a:off x="2501677" y="2982362"/>
            <a:ext cx="367328" cy="327296"/>
            <a:chOff x="2501677" y="2906162"/>
            <a:chExt cx="367328" cy="327296"/>
          </a:xfrm>
        </p:grpSpPr>
        <p:sp>
          <p:nvSpPr>
            <p:cNvPr id="13116" name="Google Shape;13116;p9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9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9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19" name="Google Shape;13119;p97"/>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0" name="Google Shape;13120;p97"/>
          <p:cNvGrpSpPr/>
          <p:nvPr/>
        </p:nvGrpSpPr>
        <p:grpSpPr>
          <a:xfrm>
            <a:off x="3050317" y="2969914"/>
            <a:ext cx="367712" cy="354240"/>
            <a:chOff x="3050317" y="2893714"/>
            <a:chExt cx="367712" cy="354240"/>
          </a:xfrm>
        </p:grpSpPr>
        <p:sp>
          <p:nvSpPr>
            <p:cNvPr id="13121" name="Google Shape;13121;p9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9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3" name="Google Shape;13123;p97"/>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97"/>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5" name="Google Shape;13125;p97"/>
          <p:cNvGrpSpPr/>
          <p:nvPr/>
        </p:nvGrpSpPr>
        <p:grpSpPr>
          <a:xfrm>
            <a:off x="7531277" y="2962554"/>
            <a:ext cx="185184" cy="367296"/>
            <a:chOff x="7531277" y="2886354"/>
            <a:chExt cx="185184" cy="367296"/>
          </a:xfrm>
        </p:grpSpPr>
        <p:sp>
          <p:nvSpPr>
            <p:cNvPr id="13126" name="Google Shape;13126;p9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9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9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97"/>
          <p:cNvGrpSpPr/>
          <p:nvPr/>
        </p:nvGrpSpPr>
        <p:grpSpPr>
          <a:xfrm>
            <a:off x="6926637" y="2962938"/>
            <a:ext cx="297184" cy="367296"/>
            <a:chOff x="6926637" y="2886738"/>
            <a:chExt cx="297184" cy="367296"/>
          </a:xfrm>
        </p:grpSpPr>
        <p:sp>
          <p:nvSpPr>
            <p:cNvPr id="13130" name="Google Shape;13130;p9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9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9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3" name="Google Shape;13133;p97"/>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97"/>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5" name="Google Shape;13135;p97"/>
          <p:cNvGrpSpPr/>
          <p:nvPr/>
        </p:nvGrpSpPr>
        <p:grpSpPr>
          <a:xfrm>
            <a:off x="6340653" y="2962554"/>
            <a:ext cx="370368" cy="368064"/>
            <a:chOff x="6340653" y="2886354"/>
            <a:chExt cx="370368" cy="368064"/>
          </a:xfrm>
        </p:grpSpPr>
        <p:sp>
          <p:nvSpPr>
            <p:cNvPr id="13136" name="Google Shape;13136;p9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9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9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9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9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9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97"/>
          <p:cNvGrpSpPr/>
          <p:nvPr/>
        </p:nvGrpSpPr>
        <p:grpSpPr>
          <a:xfrm>
            <a:off x="5246797" y="2057626"/>
            <a:ext cx="354752" cy="336512"/>
            <a:chOff x="5246797" y="1981426"/>
            <a:chExt cx="354752" cy="336512"/>
          </a:xfrm>
        </p:grpSpPr>
        <p:sp>
          <p:nvSpPr>
            <p:cNvPr id="13143" name="Google Shape;13143;p9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9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97"/>
          <p:cNvGrpSpPr/>
          <p:nvPr/>
        </p:nvGrpSpPr>
        <p:grpSpPr>
          <a:xfrm>
            <a:off x="4148749" y="2178266"/>
            <a:ext cx="355136" cy="216256"/>
            <a:chOff x="4148749" y="2102066"/>
            <a:chExt cx="355136" cy="216256"/>
          </a:xfrm>
        </p:grpSpPr>
        <p:sp>
          <p:nvSpPr>
            <p:cNvPr id="13146" name="Google Shape;13146;p9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9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97"/>
          <p:cNvGrpSpPr/>
          <p:nvPr/>
        </p:nvGrpSpPr>
        <p:grpSpPr>
          <a:xfrm>
            <a:off x="5794669" y="2077626"/>
            <a:ext cx="354752" cy="315360"/>
            <a:chOff x="5794669" y="2001426"/>
            <a:chExt cx="354752" cy="315360"/>
          </a:xfrm>
        </p:grpSpPr>
        <p:sp>
          <p:nvSpPr>
            <p:cNvPr id="13149" name="Google Shape;13149;p9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9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1" name="Google Shape;13151;p97"/>
          <p:cNvGrpSpPr/>
          <p:nvPr/>
        </p:nvGrpSpPr>
        <p:grpSpPr>
          <a:xfrm>
            <a:off x="6345229" y="2106042"/>
            <a:ext cx="352832" cy="289216"/>
            <a:chOff x="6345229" y="2029842"/>
            <a:chExt cx="352832" cy="289216"/>
          </a:xfrm>
        </p:grpSpPr>
        <p:sp>
          <p:nvSpPr>
            <p:cNvPr id="13152" name="Google Shape;13152;p9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9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97"/>
          <p:cNvGrpSpPr/>
          <p:nvPr/>
        </p:nvGrpSpPr>
        <p:grpSpPr>
          <a:xfrm>
            <a:off x="4697389" y="2112538"/>
            <a:ext cx="354752" cy="281984"/>
            <a:chOff x="4697389" y="2036338"/>
            <a:chExt cx="354752" cy="281984"/>
          </a:xfrm>
        </p:grpSpPr>
        <p:sp>
          <p:nvSpPr>
            <p:cNvPr id="13155" name="Google Shape;13155;p9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9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97"/>
          <p:cNvGrpSpPr/>
          <p:nvPr/>
        </p:nvGrpSpPr>
        <p:grpSpPr>
          <a:xfrm>
            <a:off x="1404013" y="2500954"/>
            <a:ext cx="353600" cy="354944"/>
            <a:chOff x="1404013" y="2424754"/>
            <a:chExt cx="353600" cy="354944"/>
          </a:xfrm>
        </p:grpSpPr>
        <p:sp>
          <p:nvSpPr>
            <p:cNvPr id="13158" name="Google Shape;13158;p9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9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9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9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9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3" name="Google Shape;13163;p97"/>
          <p:cNvGrpSpPr/>
          <p:nvPr/>
        </p:nvGrpSpPr>
        <p:grpSpPr>
          <a:xfrm>
            <a:off x="854253" y="2504474"/>
            <a:ext cx="355104" cy="351040"/>
            <a:chOff x="854253" y="2428274"/>
            <a:chExt cx="355104" cy="351040"/>
          </a:xfrm>
        </p:grpSpPr>
        <p:sp>
          <p:nvSpPr>
            <p:cNvPr id="13164" name="Google Shape;13164;p9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9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6" name="Google Shape;13166;p97"/>
          <p:cNvGrpSpPr/>
          <p:nvPr/>
        </p:nvGrpSpPr>
        <p:grpSpPr>
          <a:xfrm>
            <a:off x="6896909" y="2517146"/>
            <a:ext cx="354752" cy="275904"/>
            <a:chOff x="6896909" y="2440946"/>
            <a:chExt cx="354752" cy="275904"/>
          </a:xfrm>
        </p:grpSpPr>
        <p:sp>
          <p:nvSpPr>
            <p:cNvPr id="13167" name="Google Shape;13167;p9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9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9" name="Google Shape;13169;p97"/>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0" name="Google Shape;13170;p97"/>
          <p:cNvGrpSpPr/>
          <p:nvPr/>
        </p:nvGrpSpPr>
        <p:grpSpPr>
          <a:xfrm>
            <a:off x="5265069" y="2500954"/>
            <a:ext cx="321984" cy="354560"/>
            <a:chOff x="5265069" y="2424754"/>
            <a:chExt cx="321984" cy="354560"/>
          </a:xfrm>
        </p:grpSpPr>
        <p:sp>
          <p:nvSpPr>
            <p:cNvPr id="13171" name="Google Shape;13171;p9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9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3" name="Google Shape;13173;p97"/>
          <p:cNvGrpSpPr/>
          <p:nvPr/>
        </p:nvGrpSpPr>
        <p:grpSpPr>
          <a:xfrm>
            <a:off x="4150669" y="2542970"/>
            <a:ext cx="355104" cy="259584"/>
            <a:chOff x="4150669" y="2466770"/>
            <a:chExt cx="355104" cy="259584"/>
          </a:xfrm>
        </p:grpSpPr>
        <p:sp>
          <p:nvSpPr>
            <p:cNvPr id="13174" name="Google Shape;13174;p9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9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9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9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8" name="Google Shape;13178;p97"/>
          <p:cNvGrpSpPr/>
          <p:nvPr/>
        </p:nvGrpSpPr>
        <p:grpSpPr>
          <a:xfrm>
            <a:off x="4699693" y="2501146"/>
            <a:ext cx="354336" cy="353984"/>
            <a:chOff x="4699693" y="2424946"/>
            <a:chExt cx="354336" cy="353984"/>
          </a:xfrm>
        </p:grpSpPr>
        <p:sp>
          <p:nvSpPr>
            <p:cNvPr id="13179" name="Google Shape;13179;p9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9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1" name="Google Shape;13181;p97"/>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97"/>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3" name="Google Shape;13183;p97"/>
          <p:cNvGrpSpPr/>
          <p:nvPr/>
        </p:nvGrpSpPr>
        <p:grpSpPr>
          <a:xfrm>
            <a:off x="1953037" y="2628442"/>
            <a:ext cx="355136" cy="227072"/>
            <a:chOff x="1953037" y="2552242"/>
            <a:chExt cx="355136" cy="227072"/>
          </a:xfrm>
        </p:grpSpPr>
        <p:sp>
          <p:nvSpPr>
            <p:cNvPr id="13184" name="Google Shape;13184;p9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9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97"/>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97"/>
          <p:cNvGrpSpPr/>
          <p:nvPr/>
        </p:nvGrpSpPr>
        <p:grpSpPr>
          <a:xfrm>
            <a:off x="2500941" y="2603418"/>
            <a:ext cx="355104" cy="250944"/>
            <a:chOff x="2500941" y="2527218"/>
            <a:chExt cx="355104" cy="250944"/>
          </a:xfrm>
        </p:grpSpPr>
        <p:sp>
          <p:nvSpPr>
            <p:cNvPr id="13188" name="Google Shape;13188;p9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9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9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9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9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93" name="Google Shape;13193;p97"/>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4" name="Google Shape;13194;p97"/>
          <p:cNvGrpSpPr/>
          <p:nvPr/>
        </p:nvGrpSpPr>
        <p:grpSpPr>
          <a:xfrm>
            <a:off x="7993805" y="2503322"/>
            <a:ext cx="356256" cy="351808"/>
            <a:chOff x="7993805" y="2427122"/>
            <a:chExt cx="356256" cy="351808"/>
          </a:xfrm>
        </p:grpSpPr>
        <p:sp>
          <p:nvSpPr>
            <p:cNvPr id="13195" name="Google Shape;13195;p9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9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9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8" name="Google Shape;13198;p97"/>
          <p:cNvGrpSpPr/>
          <p:nvPr/>
        </p:nvGrpSpPr>
        <p:grpSpPr>
          <a:xfrm>
            <a:off x="878637" y="2041210"/>
            <a:ext cx="308640" cy="353312"/>
            <a:chOff x="878637" y="1965010"/>
            <a:chExt cx="308640" cy="353312"/>
          </a:xfrm>
        </p:grpSpPr>
        <p:sp>
          <p:nvSpPr>
            <p:cNvPr id="13199" name="Google Shape;13199;p9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9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9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2" name="Google Shape;13202;p97"/>
          <p:cNvGrpSpPr/>
          <p:nvPr/>
        </p:nvGrpSpPr>
        <p:grpSpPr>
          <a:xfrm>
            <a:off x="6896141" y="2040922"/>
            <a:ext cx="348256" cy="352448"/>
            <a:chOff x="6896141" y="1964722"/>
            <a:chExt cx="348256" cy="352448"/>
          </a:xfrm>
        </p:grpSpPr>
        <p:sp>
          <p:nvSpPr>
            <p:cNvPr id="13203" name="Google Shape;13203;p9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9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9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6" name="Google Shape;13206;p97"/>
          <p:cNvGrpSpPr/>
          <p:nvPr/>
        </p:nvGrpSpPr>
        <p:grpSpPr>
          <a:xfrm>
            <a:off x="7989997" y="2091578"/>
            <a:ext cx="355136" cy="303328"/>
            <a:chOff x="7989997" y="2015378"/>
            <a:chExt cx="355136" cy="303328"/>
          </a:xfrm>
        </p:grpSpPr>
        <p:sp>
          <p:nvSpPr>
            <p:cNvPr id="13207" name="Google Shape;13207;p9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9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9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0" name="Google Shape;13210;p97"/>
          <p:cNvGrpSpPr/>
          <p:nvPr/>
        </p:nvGrpSpPr>
        <p:grpSpPr>
          <a:xfrm>
            <a:off x="3598221" y="1585562"/>
            <a:ext cx="348640" cy="330784"/>
            <a:chOff x="3598221" y="1509362"/>
            <a:chExt cx="348640" cy="330784"/>
          </a:xfrm>
        </p:grpSpPr>
        <p:sp>
          <p:nvSpPr>
            <p:cNvPr id="13211" name="Google Shape;13211;p9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9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9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9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5" name="Google Shape;13215;p97"/>
          <p:cNvGrpSpPr/>
          <p:nvPr/>
        </p:nvGrpSpPr>
        <p:grpSpPr>
          <a:xfrm>
            <a:off x="5246797" y="1576858"/>
            <a:ext cx="347872" cy="347488"/>
            <a:chOff x="5246797" y="1500658"/>
            <a:chExt cx="347872" cy="347488"/>
          </a:xfrm>
        </p:grpSpPr>
        <p:sp>
          <p:nvSpPr>
            <p:cNvPr id="13216" name="Google Shape;13216;p9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9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9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9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0" name="Google Shape;13220;p97"/>
          <p:cNvGrpSpPr/>
          <p:nvPr/>
        </p:nvGrpSpPr>
        <p:grpSpPr>
          <a:xfrm>
            <a:off x="5796589" y="1576858"/>
            <a:ext cx="349024" cy="346752"/>
            <a:chOff x="5796589" y="1500658"/>
            <a:chExt cx="349024" cy="346752"/>
          </a:xfrm>
        </p:grpSpPr>
        <p:sp>
          <p:nvSpPr>
            <p:cNvPr id="13221" name="Google Shape;13221;p9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22" name="Google Shape;13222;p97"/>
            <p:cNvGrpSpPr/>
            <p:nvPr/>
          </p:nvGrpSpPr>
          <p:grpSpPr>
            <a:xfrm>
              <a:off x="5796589" y="1500658"/>
              <a:ext cx="349024" cy="346752"/>
              <a:chOff x="5796589" y="1500658"/>
              <a:chExt cx="349024" cy="346752"/>
            </a:xfrm>
          </p:grpSpPr>
          <p:sp>
            <p:nvSpPr>
              <p:cNvPr id="13223" name="Google Shape;13223;p9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9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9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9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27" name="Google Shape;13227;p97"/>
          <p:cNvGrpSpPr/>
          <p:nvPr/>
        </p:nvGrpSpPr>
        <p:grpSpPr>
          <a:xfrm>
            <a:off x="6895373" y="1578778"/>
            <a:ext cx="348640" cy="343296"/>
            <a:chOff x="6895373" y="1502578"/>
            <a:chExt cx="348640" cy="343296"/>
          </a:xfrm>
        </p:grpSpPr>
        <p:sp>
          <p:nvSpPr>
            <p:cNvPr id="13228" name="Google Shape;13228;p9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9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9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97"/>
          <p:cNvGrpSpPr/>
          <p:nvPr/>
        </p:nvGrpSpPr>
        <p:grpSpPr>
          <a:xfrm>
            <a:off x="4147597" y="1581658"/>
            <a:ext cx="347904" cy="336992"/>
            <a:chOff x="4147597" y="1505458"/>
            <a:chExt cx="347904" cy="336992"/>
          </a:xfrm>
        </p:grpSpPr>
        <p:sp>
          <p:nvSpPr>
            <p:cNvPr id="13232" name="Google Shape;13232;p9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9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9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9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9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9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9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9" name="Google Shape;13239;p97"/>
          <p:cNvGrpSpPr/>
          <p:nvPr/>
        </p:nvGrpSpPr>
        <p:grpSpPr>
          <a:xfrm>
            <a:off x="2499405" y="1576090"/>
            <a:ext cx="347488" cy="348256"/>
            <a:chOff x="2499405" y="1499890"/>
            <a:chExt cx="347488" cy="348256"/>
          </a:xfrm>
        </p:grpSpPr>
        <p:sp>
          <p:nvSpPr>
            <p:cNvPr id="13240" name="Google Shape;13240;p9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9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9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9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9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5" name="Google Shape;13245;p97"/>
          <p:cNvGrpSpPr/>
          <p:nvPr/>
        </p:nvGrpSpPr>
        <p:grpSpPr>
          <a:xfrm>
            <a:off x="1956845" y="1576698"/>
            <a:ext cx="331520" cy="348032"/>
            <a:chOff x="1956845" y="1500498"/>
            <a:chExt cx="331520" cy="348032"/>
          </a:xfrm>
        </p:grpSpPr>
        <p:sp>
          <p:nvSpPr>
            <p:cNvPr id="13246" name="Google Shape;13246;p9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9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9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9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9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9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9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9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9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9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9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9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8" name="Google Shape;13258;p97"/>
          <p:cNvGrpSpPr/>
          <p:nvPr/>
        </p:nvGrpSpPr>
        <p:grpSpPr>
          <a:xfrm>
            <a:off x="6345613" y="1626074"/>
            <a:ext cx="348640" cy="250656"/>
            <a:chOff x="6345613" y="1549874"/>
            <a:chExt cx="348640" cy="250656"/>
          </a:xfrm>
        </p:grpSpPr>
        <p:sp>
          <p:nvSpPr>
            <p:cNvPr id="13259" name="Google Shape;13259;p9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9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9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9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9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9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5" name="Google Shape;13265;p97"/>
          <p:cNvGrpSpPr/>
          <p:nvPr/>
        </p:nvGrpSpPr>
        <p:grpSpPr>
          <a:xfrm>
            <a:off x="7444781" y="1583226"/>
            <a:ext cx="348640" cy="334272"/>
            <a:chOff x="7444781" y="1507026"/>
            <a:chExt cx="348640" cy="334272"/>
          </a:xfrm>
        </p:grpSpPr>
        <p:sp>
          <p:nvSpPr>
            <p:cNvPr id="13266" name="Google Shape;13266;p9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9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9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9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9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97"/>
          <p:cNvGrpSpPr/>
          <p:nvPr/>
        </p:nvGrpSpPr>
        <p:grpSpPr>
          <a:xfrm>
            <a:off x="7995341" y="1582938"/>
            <a:ext cx="347872" cy="334944"/>
            <a:chOff x="7995341" y="1506738"/>
            <a:chExt cx="347872" cy="334944"/>
          </a:xfrm>
        </p:grpSpPr>
        <p:sp>
          <p:nvSpPr>
            <p:cNvPr id="13272" name="Google Shape;13272;p9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9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9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9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9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9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97"/>
          <p:cNvGrpSpPr/>
          <p:nvPr/>
        </p:nvGrpSpPr>
        <p:grpSpPr>
          <a:xfrm>
            <a:off x="3048045" y="1599130"/>
            <a:ext cx="347872" cy="303904"/>
            <a:chOff x="3048045" y="1522930"/>
            <a:chExt cx="347872" cy="303904"/>
          </a:xfrm>
        </p:grpSpPr>
        <p:sp>
          <p:nvSpPr>
            <p:cNvPr id="13279" name="Google Shape;13279;p9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80" name="Google Shape;13280;p97"/>
            <p:cNvGrpSpPr/>
            <p:nvPr/>
          </p:nvGrpSpPr>
          <p:grpSpPr>
            <a:xfrm>
              <a:off x="3048045" y="1522930"/>
              <a:ext cx="347872" cy="303904"/>
              <a:chOff x="3048045" y="1522930"/>
              <a:chExt cx="347872" cy="303904"/>
            </a:xfrm>
          </p:grpSpPr>
          <p:sp>
            <p:nvSpPr>
              <p:cNvPr id="13281" name="Google Shape;13281;p9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9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83" name="Google Shape;13283;p97"/>
          <p:cNvGrpSpPr/>
          <p:nvPr/>
        </p:nvGrpSpPr>
        <p:grpSpPr>
          <a:xfrm>
            <a:off x="1133133" y="3428122"/>
            <a:ext cx="313984" cy="358560"/>
            <a:chOff x="1133133" y="3351922"/>
            <a:chExt cx="313984" cy="358560"/>
          </a:xfrm>
        </p:grpSpPr>
        <p:sp>
          <p:nvSpPr>
            <p:cNvPr id="13284" name="Google Shape;13284;p9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9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9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9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9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9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9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9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9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9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9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9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9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9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9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9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0" name="Google Shape;13300;p97"/>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1" name="Google Shape;13301;p97"/>
          <p:cNvGrpSpPr/>
          <p:nvPr/>
        </p:nvGrpSpPr>
        <p:grpSpPr>
          <a:xfrm>
            <a:off x="2795053" y="3428794"/>
            <a:ext cx="288448" cy="357120"/>
            <a:chOff x="2795053" y="3352594"/>
            <a:chExt cx="288448" cy="357120"/>
          </a:xfrm>
        </p:grpSpPr>
        <p:sp>
          <p:nvSpPr>
            <p:cNvPr id="13302" name="Google Shape;13302;p9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9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9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9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9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9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9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9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9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97"/>
          <p:cNvGrpSpPr/>
          <p:nvPr/>
        </p:nvGrpSpPr>
        <p:grpSpPr>
          <a:xfrm>
            <a:off x="2236525" y="3429402"/>
            <a:ext cx="304832" cy="356512"/>
            <a:chOff x="2236525" y="3353202"/>
            <a:chExt cx="304832" cy="356512"/>
          </a:xfrm>
        </p:grpSpPr>
        <p:sp>
          <p:nvSpPr>
            <p:cNvPr id="13312" name="Google Shape;13312;p9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9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9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97"/>
          <p:cNvGrpSpPr/>
          <p:nvPr/>
        </p:nvGrpSpPr>
        <p:grpSpPr>
          <a:xfrm>
            <a:off x="3910637" y="3428890"/>
            <a:ext cx="256800" cy="357024"/>
            <a:chOff x="3910637" y="3352690"/>
            <a:chExt cx="256800" cy="357024"/>
          </a:xfrm>
        </p:grpSpPr>
        <p:sp>
          <p:nvSpPr>
            <p:cNvPr id="13316" name="Google Shape;13316;p9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9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9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97"/>
          <p:cNvGrpSpPr/>
          <p:nvPr/>
        </p:nvGrpSpPr>
        <p:grpSpPr>
          <a:xfrm>
            <a:off x="6056429" y="3428122"/>
            <a:ext cx="360064" cy="360096"/>
            <a:chOff x="6056429" y="3351922"/>
            <a:chExt cx="360064" cy="360096"/>
          </a:xfrm>
        </p:grpSpPr>
        <p:sp>
          <p:nvSpPr>
            <p:cNvPr id="13320" name="Google Shape;13320;p9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9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9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3" name="Google Shape;13323;p97"/>
          <p:cNvGrpSpPr/>
          <p:nvPr/>
        </p:nvGrpSpPr>
        <p:grpSpPr>
          <a:xfrm>
            <a:off x="6608877" y="3429274"/>
            <a:ext cx="357408" cy="357408"/>
            <a:chOff x="6608877" y="3353074"/>
            <a:chExt cx="357408" cy="357408"/>
          </a:xfrm>
        </p:grpSpPr>
        <p:sp>
          <p:nvSpPr>
            <p:cNvPr id="13324" name="Google Shape;13324;p9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9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9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9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9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9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9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31" name="Google Shape;13331;p97"/>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97"/>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3" name="Google Shape;13333;p97"/>
          <p:cNvGrpSpPr/>
          <p:nvPr/>
        </p:nvGrpSpPr>
        <p:grpSpPr>
          <a:xfrm>
            <a:off x="4959533" y="3446426"/>
            <a:ext cx="357408" cy="323488"/>
            <a:chOff x="4959533" y="3370226"/>
            <a:chExt cx="357408" cy="323488"/>
          </a:xfrm>
        </p:grpSpPr>
        <p:sp>
          <p:nvSpPr>
            <p:cNvPr id="13334" name="Google Shape;13334;p9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9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6" name="Google Shape;13336;p97"/>
          <p:cNvGrpSpPr/>
          <p:nvPr/>
        </p:nvGrpSpPr>
        <p:grpSpPr>
          <a:xfrm>
            <a:off x="7158637" y="3429274"/>
            <a:ext cx="357056" cy="357408"/>
            <a:chOff x="7158637" y="3353074"/>
            <a:chExt cx="357056" cy="357408"/>
          </a:xfrm>
        </p:grpSpPr>
        <p:sp>
          <p:nvSpPr>
            <p:cNvPr id="13337" name="Google Shape;13337;p9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9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9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9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1" name="Google Shape;13341;p97"/>
          <p:cNvGrpSpPr/>
          <p:nvPr/>
        </p:nvGrpSpPr>
        <p:grpSpPr>
          <a:xfrm>
            <a:off x="3316269" y="3428602"/>
            <a:ext cx="344832" cy="356544"/>
            <a:chOff x="3316269" y="3352402"/>
            <a:chExt cx="344832" cy="356544"/>
          </a:xfrm>
        </p:grpSpPr>
        <p:sp>
          <p:nvSpPr>
            <p:cNvPr id="13342" name="Google Shape;13342;p9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9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9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97"/>
          <p:cNvGrpSpPr/>
          <p:nvPr/>
        </p:nvGrpSpPr>
        <p:grpSpPr>
          <a:xfrm>
            <a:off x="5508909" y="3447706"/>
            <a:ext cx="358560" cy="319552"/>
            <a:chOff x="5508909" y="3371506"/>
            <a:chExt cx="358560" cy="319552"/>
          </a:xfrm>
        </p:grpSpPr>
        <p:sp>
          <p:nvSpPr>
            <p:cNvPr id="13346" name="Google Shape;13346;p9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9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9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9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9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9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9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9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9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9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56" name="Google Shape;13356;p97"/>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60"/>
        <p:cNvGrpSpPr/>
        <p:nvPr/>
      </p:nvGrpSpPr>
      <p:grpSpPr>
        <a:xfrm>
          <a:off x="0" y="0"/>
          <a:ext cx="0" cy="0"/>
          <a:chOff x="0" y="0"/>
          <a:chExt cx="0" cy="0"/>
        </a:xfrm>
      </p:grpSpPr>
      <p:sp>
        <p:nvSpPr>
          <p:cNvPr id="13361" name="Google Shape;13361;p98"/>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2" name="Google Shape;13362;p98"/>
          <p:cNvGrpSpPr/>
          <p:nvPr/>
        </p:nvGrpSpPr>
        <p:grpSpPr>
          <a:xfrm>
            <a:off x="3051327" y="3893352"/>
            <a:ext cx="346056" cy="345674"/>
            <a:chOff x="3303268" y="3817349"/>
            <a:chExt cx="346056" cy="345674"/>
          </a:xfrm>
        </p:grpSpPr>
        <p:sp>
          <p:nvSpPr>
            <p:cNvPr id="13363" name="Google Shape;13363;p9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9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9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9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7" name="Google Shape;13367;p98"/>
          <p:cNvGrpSpPr/>
          <p:nvPr/>
        </p:nvGrpSpPr>
        <p:grpSpPr>
          <a:xfrm>
            <a:off x="3500416" y="3893352"/>
            <a:ext cx="346056" cy="345674"/>
            <a:chOff x="3752358" y="3817349"/>
            <a:chExt cx="346056" cy="345674"/>
          </a:xfrm>
        </p:grpSpPr>
        <p:sp>
          <p:nvSpPr>
            <p:cNvPr id="13368" name="Google Shape;13368;p9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9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9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9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2" name="Google Shape;13372;p98"/>
          <p:cNvGrpSpPr/>
          <p:nvPr/>
        </p:nvGrpSpPr>
        <p:grpSpPr>
          <a:xfrm>
            <a:off x="4848066" y="3893352"/>
            <a:ext cx="346024" cy="345674"/>
            <a:chOff x="5100008" y="3817349"/>
            <a:chExt cx="346024" cy="345674"/>
          </a:xfrm>
        </p:grpSpPr>
        <p:sp>
          <p:nvSpPr>
            <p:cNvPr id="13373" name="Google Shape;13373;p9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9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9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6" name="Google Shape;13376;p98"/>
          <p:cNvGrpSpPr/>
          <p:nvPr/>
        </p:nvGrpSpPr>
        <p:grpSpPr>
          <a:xfrm>
            <a:off x="5746977" y="3893352"/>
            <a:ext cx="345674" cy="345674"/>
            <a:chOff x="5998919" y="3817349"/>
            <a:chExt cx="345674" cy="345674"/>
          </a:xfrm>
        </p:grpSpPr>
        <p:sp>
          <p:nvSpPr>
            <p:cNvPr id="13377" name="Google Shape;13377;p9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9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9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98"/>
          <p:cNvGrpSpPr/>
          <p:nvPr/>
        </p:nvGrpSpPr>
        <p:grpSpPr>
          <a:xfrm>
            <a:off x="3949506" y="3893352"/>
            <a:ext cx="346024" cy="345674"/>
            <a:chOff x="4201447" y="3817349"/>
            <a:chExt cx="346024" cy="345674"/>
          </a:xfrm>
        </p:grpSpPr>
        <p:sp>
          <p:nvSpPr>
            <p:cNvPr id="13381" name="Google Shape;13381;p9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9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3" name="Google Shape;13383;p98"/>
          <p:cNvGrpSpPr/>
          <p:nvPr/>
        </p:nvGrpSpPr>
        <p:grpSpPr>
          <a:xfrm>
            <a:off x="4398977" y="3893352"/>
            <a:ext cx="346024" cy="345674"/>
            <a:chOff x="4650919" y="3817349"/>
            <a:chExt cx="346024" cy="345674"/>
          </a:xfrm>
        </p:grpSpPr>
        <p:sp>
          <p:nvSpPr>
            <p:cNvPr id="13384" name="Google Shape;13384;p9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9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9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7" name="Google Shape;13387;p98"/>
          <p:cNvGrpSpPr/>
          <p:nvPr/>
        </p:nvGrpSpPr>
        <p:grpSpPr>
          <a:xfrm>
            <a:off x="5297920" y="3893352"/>
            <a:ext cx="345642" cy="345674"/>
            <a:chOff x="5549861" y="3817349"/>
            <a:chExt cx="345642" cy="345674"/>
          </a:xfrm>
        </p:grpSpPr>
        <p:sp>
          <p:nvSpPr>
            <p:cNvPr id="13388" name="Google Shape;13388;p9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9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9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1" name="Google Shape;13391;p98"/>
          <p:cNvGrpSpPr/>
          <p:nvPr/>
        </p:nvGrpSpPr>
        <p:grpSpPr>
          <a:xfrm>
            <a:off x="1306445" y="3474029"/>
            <a:ext cx="367255" cy="269855"/>
            <a:chOff x="1306445" y="3397829"/>
            <a:chExt cx="367255" cy="269855"/>
          </a:xfrm>
        </p:grpSpPr>
        <p:sp>
          <p:nvSpPr>
            <p:cNvPr id="13392" name="Google Shape;13392;p9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9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9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9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9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9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8" name="Google Shape;13398;p98"/>
          <p:cNvGrpSpPr/>
          <p:nvPr/>
        </p:nvGrpSpPr>
        <p:grpSpPr>
          <a:xfrm>
            <a:off x="1781317" y="3467600"/>
            <a:ext cx="367255" cy="282364"/>
            <a:chOff x="1781317" y="3391400"/>
            <a:chExt cx="367255" cy="282364"/>
          </a:xfrm>
        </p:grpSpPr>
        <p:sp>
          <p:nvSpPr>
            <p:cNvPr id="13399" name="Google Shape;13399;p9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9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9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9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9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9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5" name="Google Shape;13405;p98"/>
          <p:cNvGrpSpPr/>
          <p:nvPr/>
        </p:nvGrpSpPr>
        <p:grpSpPr>
          <a:xfrm>
            <a:off x="3678830" y="3447133"/>
            <a:ext cx="369164" cy="323297"/>
            <a:chOff x="3678830" y="3370933"/>
            <a:chExt cx="369164" cy="323297"/>
          </a:xfrm>
        </p:grpSpPr>
        <p:sp>
          <p:nvSpPr>
            <p:cNvPr id="13406" name="Google Shape;13406;p9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9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9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9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9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9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9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9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9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9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9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7" name="Google Shape;13417;p98"/>
          <p:cNvGrpSpPr/>
          <p:nvPr/>
        </p:nvGrpSpPr>
        <p:grpSpPr>
          <a:xfrm>
            <a:off x="859265" y="3424375"/>
            <a:ext cx="312316" cy="368400"/>
            <a:chOff x="859265" y="3348175"/>
            <a:chExt cx="312316" cy="368400"/>
          </a:xfrm>
        </p:grpSpPr>
        <p:sp>
          <p:nvSpPr>
            <p:cNvPr id="13418" name="Google Shape;13418;p9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9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9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9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9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3" name="Google Shape;13423;p98"/>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4" name="Google Shape;13424;p98"/>
          <p:cNvGrpSpPr/>
          <p:nvPr/>
        </p:nvGrpSpPr>
        <p:grpSpPr>
          <a:xfrm>
            <a:off x="2766374" y="3437213"/>
            <a:ext cx="330110" cy="308908"/>
            <a:chOff x="2766264" y="3394042"/>
            <a:chExt cx="294873" cy="275934"/>
          </a:xfrm>
        </p:grpSpPr>
        <p:sp>
          <p:nvSpPr>
            <p:cNvPr id="13425" name="Google Shape;13425;p9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9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9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9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9" name="Google Shape;13429;p98"/>
          <p:cNvGrpSpPr/>
          <p:nvPr/>
        </p:nvGrpSpPr>
        <p:grpSpPr>
          <a:xfrm>
            <a:off x="3214972" y="3435388"/>
            <a:ext cx="346406" cy="347552"/>
            <a:chOff x="3214972" y="3359188"/>
            <a:chExt cx="346406" cy="347552"/>
          </a:xfrm>
        </p:grpSpPr>
        <p:sp>
          <p:nvSpPr>
            <p:cNvPr id="13430" name="Google Shape;13430;p9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9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9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9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9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9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9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9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9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9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9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9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9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9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4" name="Google Shape;13444;p98"/>
          <p:cNvGrpSpPr/>
          <p:nvPr/>
        </p:nvGrpSpPr>
        <p:grpSpPr>
          <a:xfrm>
            <a:off x="4629306" y="3485393"/>
            <a:ext cx="367255" cy="244486"/>
            <a:chOff x="4629306" y="3409193"/>
            <a:chExt cx="367255" cy="244486"/>
          </a:xfrm>
        </p:grpSpPr>
        <p:sp>
          <p:nvSpPr>
            <p:cNvPr id="13445" name="Google Shape;13445;p9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9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9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9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9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9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9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9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9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9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5" name="Google Shape;13455;p98"/>
          <p:cNvGrpSpPr/>
          <p:nvPr/>
        </p:nvGrpSpPr>
        <p:grpSpPr>
          <a:xfrm>
            <a:off x="4193490" y="3426284"/>
            <a:ext cx="289939" cy="334661"/>
            <a:chOff x="4193490" y="3350084"/>
            <a:chExt cx="289939" cy="334661"/>
          </a:xfrm>
        </p:grpSpPr>
        <p:sp>
          <p:nvSpPr>
            <p:cNvPr id="13456" name="Google Shape;13456;p9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9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9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9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9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9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9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9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9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9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98"/>
          <p:cNvGrpSpPr/>
          <p:nvPr/>
        </p:nvGrpSpPr>
        <p:grpSpPr>
          <a:xfrm>
            <a:off x="6533281" y="3427430"/>
            <a:ext cx="357037" cy="357005"/>
            <a:chOff x="6533281" y="3351230"/>
            <a:chExt cx="357037" cy="357005"/>
          </a:xfrm>
        </p:grpSpPr>
        <p:sp>
          <p:nvSpPr>
            <p:cNvPr id="13467" name="Google Shape;13467;p9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9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9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0" name="Google Shape;13470;p98"/>
          <p:cNvGrpSpPr/>
          <p:nvPr/>
        </p:nvGrpSpPr>
        <p:grpSpPr>
          <a:xfrm>
            <a:off x="6058441" y="3427430"/>
            <a:ext cx="357387" cy="357005"/>
            <a:chOff x="6058441" y="3351230"/>
            <a:chExt cx="357387" cy="357005"/>
          </a:xfrm>
        </p:grpSpPr>
        <p:sp>
          <p:nvSpPr>
            <p:cNvPr id="13471" name="Google Shape;13471;p9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9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3" name="Google Shape;13473;p98"/>
          <p:cNvGrpSpPr/>
          <p:nvPr/>
        </p:nvGrpSpPr>
        <p:grpSpPr>
          <a:xfrm>
            <a:off x="7957483" y="3427048"/>
            <a:ext cx="357387" cy="357387"/>
            <a:chOff x="7957483" y="3350848"/>
            <a:chExt cx="357387" cy="357387"/>
          </a:xfrm>
        </p:grpSpPr>
        <p:sp>
          <p:nvSpPr>
            <p:cNvPr id="13474" name="Google Shape;13474;p9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9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9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7" name="Google Shape;13477;p98"/>
          <p:cNvGrpSpPr/>
          <p:nvPr/>
        </p:nvGrpSpPr>
        <p:grpSpPr>
          <a:xfrm>
            <a:off x="7007771" y="3427430"/>
            <a:ext cx="357387" cy="357005"/>
            <a:chOff x="7007771" y="3351230"/>
            <a:chExt cx="357387" cy="357005"/>
          </a:xfrm>
        </p:grpSpPr>
        <p:sp>
          <p:nvSpPr>
            <p:cNvPr id="13478" name="Google Shape;13478;p9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9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9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9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9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98"/>
          <p:cNvGrpSpPr/>
          <p:nvPr/>
        </p:nvGrpSpPr>
        <p:grpSpPr>
          <a:xfrm>
            <a:off x="5108729" y="3427430"/>
            <a:ext cx="357005" cy="357005"/>
            <a:chOff x="5108729" y="3351230"/>
            <a:chExt cx="357005" cy="357005"/>
          </a:xfrm>
        </p:grpSpPr>
        <p:sp>
          <p:nvSpPr>
            <p:cNvPr id="13484" name="Google Shape;13484;p9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9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6" name="Google Shape;13486;p98"/>
          <p:cNvGrpSpPr/>
          <p:nvPr/>
        </p:nvGrpSpPr>
        <p:grpSpPr>
          <a:xfrm>
            <a:off x="5583569" y="3427430"/>
            <a:ext cx="357419" cy="357005"/>
            <a:chOff x="5583569" y="3351230"/>
            <a:chExt cx="357419" cy="357005"/>
          </a:xfrm>
        </p:grpSpPr>
        <p:sp>
          <p:nvSpPr>
            <p:cNvPr id="13487" name="Google Shape;13487;p9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9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98"/>
          <p:cNvGrpSpPr/>
          <p:nvPr/>
        </p:nvGrpSpPr>
        <p:grpSpPr>
          <a:xfrm>
            <a:off x="7482229" y="3427430"/>
            <a:ext cx="357419" cy="357005"/>
            <a:chOff x="7482229" y="3351230"/>
            <a:chExt cx="357419" cy="357005"/>
          </a:xfrm>
        </p:grpSpPr>
        <p:sp>
          <p:nvSpPr>
            <p:cNvPr id="13490" name="Google Shape;13490;p9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9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9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9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9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5" name="Google Shape;13495;p98"/>
          <p:cNvGrpSpPr/>
          <p:nvPr/>
        </p:nvGrpSpPr>
        <p:grpSpPr>
          <a:xfrm>
            <a:off x="3764485" y="2966882"/>
            <a:ext cx="222874" cy="345737"/>
            <a:chOff x="3764485" y="2890682"/>
            <a:chExt cx="222874" cy="345737"/>
          </a:xfrm>
        </p:grpSpPr>
        <p:sp>
          <p:nvSpPr>
            <p:cNvPr id="13496" name="Google Shape;13496;p9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9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9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98"/>
          <p:cNvGrpSpPr/>
          <p:nvPr/>
        </p:nvGrpSpPr>
        <p:grpSpPr>
          <a:xfrm>
            <a:off x="2238616" y="2984331"/>
            <a:ext cx="422596" cy="310382"/>
            <a:chOff x="2278533" y="2937377"/>
            <a:chExt cx="346788" cy="254704"/>
          </a:xfrm>
        </p:grpSpPr>
        <p:sp>
          <p:nvSpPr>
            <p:cNvPr id="13500" name="Google Shape;13500;p9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9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2" name="Google Shape;13502;p98"/>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3" name="Google Shape;13503;p98"/>
          <p:cNvGrpSpPr/>
          <p:nvPr/>
        </p:nvGrpSpPr>
        <p:grpSpPr>
          <a:xfrm>
            <a:off x="1836637" y="2967710"/>
            <a:ext cx="286152" cy="346438"/>
            <a:chOff x="1836637" y="2891510"/>
            <a:chExt cx="286152" cy="346438"/>
          </a:xfrm>
        </p:grpSpPr>
        <p:sp>
          <p:nvSpPr>
            <p:cNvPr id="13504" name="Google Shape;13504;p9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9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9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7" name="Google Shape;13507;p98"/>
          <p:cNvGrpSpPr/>
          <p:nvPr/>
        </p:nvGrpSpPr>
        <p:grpSpPr>
          <a:xfrm>
            <a:off x="5585861" y="2982129"/>
            <a:ext cx="379764" cy="337684"/>
            <a:chOff x="5585861" y="2905929"/>
            <a:chExt cx="379764" cy="337684"/>
          </a:xfrm>
        </p:grpSpPr>
        <p:sp>
          <p:nvSpPr>
            <p:cNvPr id="13508" name="Google Shape;13508;p9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9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9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9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98"/>
          <p:cNvGrpSpPr/>
          <p:nvPr/>
        </p:nvGrpSpPr>
        <p:grpSpPr>
          <a:xfrm>
            <a:off x="1327676" y="2986680"/>
            <a:ext cx="347934" cy="310024"/>
            <a:chOff x="1327676" y="2910480"/>
            <a:chExt cx="347934" cy="310024"/>
          </a:xfrm>
        </p:grpSpPr>
        <p:sp>
          <p:nvSpPr>
            <p:cNvPr id="13513" name="Google Shape;13513;p9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9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9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9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9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18" name="Google Shape;13518;p98"/>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19" name="Google Shape;13519;p98"/>
          <p:cNvGrpSpPr/>
          <p:nvPr/>
        </p:nvGrpSpPr>
        <p:grpSpPr>
          <a:xfrm>
            <a:off x="2753401" y="2945764"/>
            <a:ext cx="382828" cy="358601"/>
            <a:chOff x="2753373" y="2902523"/>
            <a:chExt cx="347552" cy="325557"/>
          </a:xfrm>
        </p:grpSpPr>
        <p:sp>
          <p:nvSpPr>
            <p:cNvPr id="13520" name="Google Shape;13520;p9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9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9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9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9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9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6" name="Google Shape;13526;p98"/>
          <p:cNvGrpSpPr/>
          <p:nvPr/>
        </p:nvGrpSpPr>
        <p:grpSpPr>
          <a:xfrm>
            <a:off x="849016" y="2979455"/>
            <a:ext cx="356655" cy="335425"/>
            <a:chOff x="849016" y="2903255"/>
            <a:chExt cx="356655" cy="335425"/>
          </a:xfrm>
        </p:grpSpPr>
        <p:sp>
          <p:nvSpPr>
            <p:cNvPr id="13527" name="Google Shape;13527;p9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9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9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9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9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9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9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9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9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9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9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8" name="Google Shape;13538;p98"/>
          <p:cNvGrpSpPr/>
          <p:nvPr/>
        </p:nvGrpSpPr>
        <p:grpSpPr>
          <a:xfrm>
            <a:off x="4210933" y="3002977"/>
            <a:ext cx="280072" cy="275520"/>
            <a:chOff x="4210933" y="2926777"/>
            <a:chExt cx="280072" cy="275520"/>
          </a:xfrm>
        </p:grpSpPr>
        <p:sp>
          <p:nvSpPr>
            <p:cNvPr id="13539" name="Google Shape;13539;p9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9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9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9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9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9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9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9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9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9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9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9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9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2" name="Google Shape;13552;p98"/>
          <p:cNvGrpSpPr/>
          <p:nvPr/>
        </p:nvGrpSpPr>
        <p:grpSpPr>
          <a:xfrm>
            <a:off x="4667216" y="2991582"/>
            <a:ext cx="320273" cy="318395"/>
            <a:chOff x="4667216" y="2915382"/>
            <a:chExt cx="320273" cy="318395"/>
          </a:xfrm>
        </p:grpSpPr>
        <p:sp>
          <p:nvSpPr>
            <p:cNvPr id="13553" name="Google Shape;13553;p9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9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9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9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98"/>
          <p:cNvGrpSpPr/>
          <p:nvPr/>
        </p:nvGrpSpPr>
        <p:grpSpPr>
          <a:xfrm>
            <a:off x="5170480" y="3010839"/>
            <a:ext cx="261929" cy="280550"/>
            <a:chOff x="5170480" y="2934639"/>
            <a:chExt cx="261929" cy="280550"/>
          </a:xfrm>
        </p:grpSpPr>
        <p:sp>
          <p:nvSpPr>
            <p:cNvPr id="13558" name="Google Shape;13558;p9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9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9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9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9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9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9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5" name="Google Shape;13565;p98"/>
          <p:cNvGrpSpPr/>
          <p:nvPr/>
        </p:nvGrpSpPr>
        <p:grpSpPr>
          <a:xfrm>
            <a:off x="6069423" y="2968091"/>
            <a:ext cx="362321" cy="364231"/>
            <a:chOff x="6069423" y="2891892"/>
            <a:chExt cx="362321" cy="364231"/>
          </a:xfrm>
        </p:grpSpPr>
        <p:sp>
          <p:nvSpPr>
            <p:cNvPr id="13566" name="Google Shape;13566;p9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9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9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9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9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9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2" name="Google Shape;13572;p98"/>
          <p:cNvGrpSpPr/>
          <p:nvPr/>
        </p:nvGrpSpPr>
        <p:grpSpPr>
          <a:xfrm>
            <a:off x="6571955" y="2995370"/>
            <a:ext cx="308878" cy="311170"/>
            <a:chOff x="6571955" y="2919170"/>
            <a:chExt cx="308878" cy="311170"/>
          </a:xfrm>
        </p:grpSpPr>
        <p:sp>
          <p:nvSpPr>
            <p:cNvPr id="13573" name="Google Shape;13573;p9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9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9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9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9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9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9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9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9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9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3" name="Google Shape;13583;p98"/>
          <p:cNvGrpSpPr/>
          <p:nvPr/>
        </p:nvGrpSpPr>
        <p:grpSpPr>
          <a:xfrm>
            <a:off x="7500054" y="3010935"/>
            <a:ext cx="350576" cy="280454"/>
            <a:chOff x="7500054" y="2934735"/>
            <a:chExt cx="350576" cy="280454"/>
          </a:xfrm>
        </p:grpSpPr>
        <p:sp>
          <p:nvSpPr>
            <p:cNvPr id="13584" name="Google Shape;13584;p9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9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9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9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9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9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9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9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2" name="Google Shape;13592;p98"/>
          <p:cNvGrpSpPr/>
          <p:nvPr/>
        </p:nvGrpSpPr>
        <p:grpSpPr>
          <a:xfrm>
            <a:off x="7024430" y="2950862"/>
            <a:ext cx="332012" cy="355454"/>
            <a:chOff x="7055134" y="2919170"/>
            <a:chExt cx="290321" cy="310820"/>
          </a:xfrm>
        </p:grpSpPr>
        <p:sp>
          <p:nvSpPr>
            <p:cNvPr id="13593" name="Google Shape;13593;p9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9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9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9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9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9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9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9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9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9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9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9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9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9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7" name="Google Shape;13607;p98"/>
          <p:cNvGrpSpPr/>
          <p:nvPr/>
        </p:nvGrpSpPr>
        <p:grpSpPr>
          <a:xfrm>
            <a:off x="7985143" y="2976813"/>
            <a:ext cx="330109" cy="347552"/>
            <a:chOff x="7985143" y="2900613"/>
            <a:chExt cx="330109" cy="347552"/>
          </a:xfrm>
        </p:grpSpPr>
        <p:sp>
          <p:nvSpPr>
            <p:cNvPr id="13608" name="Google Shape;13608;p9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9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9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9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9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9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9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9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6" name="Google Shape;13616;p98"/>
          <p:cNvGrpSpPr/>
          <p:nvPr/>
        </p:nvGrpSpPr>
        <p:grpSpPr>
          <a:xfrm>
            <a:off x="7990840" y="2511426"/>
            <a:ext cx="354363" cy="353631"/>
            <a:chOff x="7990840" y="2435226"/>
            <a:chExt cx="354363" cy="353631"/>
          </a:xfrm>
        </p:grpSpPr>
        <p:sp>
          <p:nvSpPr>
            <p:cNvPr id="13617" name="Google Shape;13617;p9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9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9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0" name="Google Shape;13620;p98"/>
          <p:cNvGrpSpPr/>
          <p:nvPr/>
        </p:nvGrpSpPr>
        <p:grpSpPr>
          <a:xfrm>
            <a:off x="1817317" y="2556530"/>
            <a:ext cx="350958" cy="263043"/>
            <a:chOff x="1817317" y="2480330"/>
            <a:chExt cx="350958" cy="263043"/>
          </a:xfrm>
        </p:grpSpPr>
        <p:sp>
          <p:nvSpPr>
            <p:cNvPr id="13621" name="Google Shape;13621;p9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9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9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9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9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6" name="Google Shape;13626;p98"/>
          <p:cNvGrpSpPr/>
          <p:nvPr/>
        </p:nvGrpSpPr>
        <p:grpSpPr>
          <a:xfrm>
            <a:off x="1341727" y="2559549"/>
            <a:ext cx="419913" cy="308109"/>
            <a:chOff x="1341727" y="2483349"/>
            <a:chExt cx="419913" cy="308109"/>
          </a:xfrm>
        </p:grpSpPr>
        <p:sp>
          <p:nvSpPr>
            <p:cNvPr id="13627" name="Google Shape;13627;p9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9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9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98"/>
          <p:cNvGrpSpPr/>
          <p:nvPr/>
        </p:nvGrpSpPr>
        <p:grpSpPr>
          <a:xfrm>
            <a:off x="854332" y="2523936"/>
            <a:ext cx="376358" cy="330109"/>
            <a:chOff x="854332" y="2447736"/>
            <a:chExt cx="376358" cy="330109"/>
          </a:xfrm>
        </p:grpSpPr>
        <p:sp>
          <p:nvSpPr>
            <p:cNvPr id="13631" name="Google Shape;13631;p9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9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9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9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9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9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9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9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9" name="Google Shape;13639;p98"/>
          <p:cNvGrpSpPr/>
          <p:nvPr/>
        </p:nvGrpSpPr>
        <p:grpSpPr>
          <a:xfrm>
            <a:off x="4206763" y="2527151"/>
            <a:ext cx="322151" cy="322374"/>
            <a:chOff x="4206763" y="2450951"/>
            <a:chExt cx="322151" cy="322374"/>
          </a:xfrm>
        </p:grpSpPr>
        <p:sp>
          <p:nvSpPr>
            <p:cNvPr id="13640" name="Google Shape;13640;p9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9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2" name="Google Shape;13642;p98"/>
          <p:cNvGrpSpPr/>
          <p:nvPr/>
        </p:nvGrpSpPr>
        <p:grpSpPr>
          <a:xfrm>
            <a:off x="7528096" y="2526259"/>
            <a:ext cx="327976" cy="324316"/>
            <a:chOff x="7528096" y="2450059"/>
            <a:chExt cx="327976" cy="324316"/>
          </a:xfrm>
        </p:grpSpPr>
        <p:sp>
          <p:nvSpPr>
            <p:cNvPr id="13643" name="Google Shape;13643;p9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9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9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9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9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8" name="Google Shape;13648;p98"/>
          <p:cNvGrpSpPr/>
          <p:nvPr/>
        </p:nvGrpSpPr>
        <p:grpSpPr>
          <a:xfrm>
            <a:off x="7077129" y="2588742"/>
            <a:ext cx="282364" cy="198619"/>
            <a:chOff x="7077129" y="2512542"/>
            <a:chExt cx="282364" cy="198619"/>
          </a:xfrm>
        </p:grpSpPr>
        <p:sp>
          <p:nvSpPr>
            <p:cNvPr id="13649" name="Google Shape;13649;p9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9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9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9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9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9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98"/>
          <p:cNvGrpSpPr/>
          <p:nvPr/>
        </p:nvGrpSpPr>
        <p:grpSpPr>
          <a:xfrm>
            <a:off x="3725461" y="2520912"/>
            <a:ext cx="334279" cy="334661"/>
            <a:chOff x="3725461" y="2444712"/>
            <a:chExt cx="334279" cy="334661"/>
          </a:xfrm>
        </p:grpSpPr>
        <p:sp>
          <p:nvSpPr>
            <p:cNvPr id="13656" name="Google Shape;13656;p9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9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9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9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9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9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9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3" name="Google Shape;13663;p98"/>
          <p:cNvGrpSpPr/>
          <p:nvPr/>
        </p:nvGrpSpPr>
        <p:grpSpPr>
          <a:xfrm>
            <a:off x="6577238" y="2533421"/>
            <a:ext cx="332019" cy="310788"/>
            <a:chOff x="6577238" y="2457221"/>
            <a:chExt cx="332019" cy="310788"/>
          </a:xfrm>
        </p:grpSpPr>
        <p:sp>
          <p:nvSpPr>
            <p:cNvPr id="13664" name="Google Shape;13664;p9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9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9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9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9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9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98"/>
          <p:cNvGrpSpPr/>
          <p:nvPr/>
        </p:nvGrpSpPr>
        <p:grpSpPr>
          <a:xfrm>
            <a:off x="2818561" y="2515978"/>
            <a:ext cx="247892" cy="346024"/>
            <a:chOff x="2818561" y="2439778"/>
            <a:chExt cx="247892" cy="346024"/>
          </a:xfrm>
        </p:grpSpPr>
        <p:sp>
          <p:nvSpPr>
            <p:cNvPr id="13671" name="Google Shape;13671;p9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9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9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9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9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9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9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9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9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9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9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9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3" name="Google Shape;13683;p98"/>
          <p:cNvGrpSpPr/>
          <p:nvPr/>
        </p:nvGrpSpPr>
        <p:grpSpPr>
          <a:xfrm>
            <a:off x="3207778" y="2550832"/>
            <a:ext cx="419933" cy="275170"/>
            <a:chOff x="3207778" y="2474632"/>
            <a:chExt cx="419933" cy="275170"/>
          </a:xfrm>
        </p:grpSpPr>
        <p:sp>
          <p:nvSpPr>
            <p:cNvPr id="13684" name="Google Shape;13684;p9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9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9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9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9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9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9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9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9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9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9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9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9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9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8" name="Google Shape;13698;p98"/>
          <p:cNvGrpSpPr/>
          <p:nvPr/>
        </p:nvGrpSpPr>
        <p:grpSpPr>
          <a:xfrm>
            <a:off x="6099375" y="2532275"/>
            <a:ext cx="337684" cy="314194"/>
            <a:chOff x="6099375" y="2456075"/>
            <a:chExt cx="337684" cy="314194"/>
          </a:xfrm>
        </p:grpSpPr>
        <p:sp>
          <p:nvSpPr>
            <p:cNvPr id="13699" name="Google Shape;13699;p9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9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1" name="Google Shape;13701;p98"/>
          <p:cNvGrpSpPr/>
          <p:nvPr/>
        </p:nvGrpSpPr>
        <p:grpSpPr>
          <a:xfrm>
            <a:off x="2312623" y="2544784"/>
            <a:ext cx="312698" cy="286534"/>
            <a:chOff x="2312623" y="2468584"/>
            <a:chExt cx="312698" cy="286534"/>
          </a:xfrm>
        </p:grpSpPr>
        <p:sp>
          <p:nvSpPr>
            <p:cNvPr id="13702" name="Google Shape;13702;p9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9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9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5" name="Google Shape;13705;p98"/>
          <p:cNvGrpSpPr/>
          <p:nvPr/>
        </p:nvGrpSpPr>
        <p:grpSpPr>
          <a:xfrm>
            <a:off x="5618805" y="2517124"/>
            <a:ext cx="345292" cy="342618"/>
            <a:chOff x="5618805" y="2440924"/>
            <a:chExt cx="345292" cy="342618"/>
          </a:xfrm>
        </p:grpSpPr>
        <p:sp>
          <p:nvSpPr>
            <p:cNvPr id="13706" name="Google Shape;13706;p9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9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9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9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9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1" name="Google Shape;13711;p98"/>
          <p:cNvGrpSpPr/>
          <p:nvPr/>
        </p:nvGrpSpPr>
        <p:grpSpPr>
          <a:xfrm>
            <a:off x="4653179" y="2522790"/>
            <a:ext cx="377886" cy="331255"/>
            <a:chOff x="4653179" y="2446590"/>
            <a:chExt cx="377886" cy="331255"/>
          </a:xfrm>
        </p:grpSpPr>
        <p:sp>
          <p:nvSpPr>
            <p:cNvPr id="13712" name="Google Shape;13712;p9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9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9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9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98"/>
          <p:cNvGrpSpPr/>
          <p:nvPr/>
        </p:nvGrpSpPr>
        <p:grpSpPr>
          <a:xfrm>
            <a:off x="5184517" y="2535681"/>
            <a:ext cx="252062" cy="305122"/>
            <a:chOff x="5184517" y="2459481"/>
            <a:chExt cx="252062" cy="305122"/>
          </a:xfrm>
        </p:grpSpPr>
        <p:sp>
          <p:nvSpPr>
            <p:cNvPr id="13717" name="Google Shape;13717;p9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9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9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9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9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9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3" name="Google Shape;13723;p98"/>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4" name="Google Shape;13724;p98"/>
          <p:cNvGrpSpPr/>
          <p:nvPr/>
        </p:nvGrpSpPr>
        <p:grpSpPr>
          <a:xfrm>
            <a:off x="6155459" y="2045308"/>
            <a:ext cx="249770" cy="363849"/>
            <a:chOff x="6155459" y="1969108"/>
            <a:chExt cx="249770" cy="363849"/>
          </a:xfrm>
        </p:grpSpPr>
        <p:sp>
          <p:nvSpPr>
            <p:cNvPr id="13725" name="Google Shape;13725;p9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9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9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9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9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9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9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9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9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4" name="Google Shape;13734;p98"/>
          <p:cNvGrpSpPr/>
          <p:nvPr/>
        </p:nvGrpSpPr>
        <p:grpSpPr>
          <a:xfrm>
            <a:off x="2280029" y="2046804"/>
            <a:ext cx="353631" cy="354395"/>
            <a:chOff x="2280029" y="1970604"/>
            <a:chExt cx="353631" cy="354395"/>
          </a:xfrm>
        </p:grpSpPr>
        <p:sp>
          <p:nvSpPr>
            <p:cNvPr id="13735" name="Google Shape;13735;p9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9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9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9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9" name="Google Shape;13739;p98"/>
          <p:cNvGrpSpPr/>
          <p:nvPr/>
        </p:nvGrpSpPr>
        <p:grpSpPr>
          <a:xfrm>
            <a:off x="8065100" y="2076374"/>
            <a:ext cx="255086" cy="301685"/>
            <a:chOff x="8065100" y="2000174"/>
            <a:chExt cx="255086" cy="301685"/>
          </a:xfrm>
        </p:grpSpPr>
        <p:sp>
          <p:nvSpPr>
            <p:cNvPr id="13740" name="Google Shape;13740;p9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9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9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9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98"/>
          <p:cNvGrpSpPr/>
          <p:nvPr/>
        </p:nvGrpSpPr>
        <p:grpSpPr>
          <a:xfrm>
            <a:off x="6633705" y="2045308"/>
            <a:ext cx="249420" cy="363849"/>
            <a:chOff x="6633705" y="1969108"/>
            <a:chExt cx="249420" cy="363849"/>
          </a:xfrm>
        </p:grpSpPr>
        <p:sp>
          <p:nvSpPr>
            <p:cNvPr id="13745" name="Google Shape;13745;p9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9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9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9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9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9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9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9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3" name="Google Shape;13753;p98"/>
          <p:cNvGrpSpPr/>
          <p:nvPr/>
        </p:nvGrpSpPr>
        <p:grpSpPr>
          <a:xfrm>
            <a:off x="5211031" y="2045308"/>
            <a:ext cx="226661" cy="363467"/>
            <a:chOff x="5211031" y="1969108"/>
            <a:chExt cx="226661" cy="363467"/>
          </a:xfrm>
        </p:grpSpPr>
        <p:sp>
          <p:nvSpPr>
            <p:cNvPr id="13754" name="Google Shape;13754;p9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9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6" name="Google Shape;13756;p98"/>
          <p:cNvGrpSpPr/>
          <p:nvPr/>
        </p:nvGrpSpPr>
        <p:grpSpPr>
          <a:xfrm>
            <a:off x="3712952" y="2046804"/>
            <a:ext cx="354363" cy="354395"/>
            <a:chOff x="3712952" y="1970604"/>
            <a:chExt cx="354363" cy="354395"/>
          </a:xfrm>
        </p:grpSpPr>
        <p:sp>
          <p:nvSpPr>
            <p:cNvPr id="13757" name="Google Shape;13757;p9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9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9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9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9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9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9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9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9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98"/>
          <p:cNvGrpSpPr/>
          <p:nvPr/>
        </p:nvGrpSpPr>
        <p:grpSpPr>
          <a:xfrm>
            <a:off x="3235438" y="2046804"/>
            <a:ext cx="354363" cy="354745"/>
            <a:chOff x="3235438" y="1970604"/>
            <a:chExt cx="354363" cy="354745"/>
          </a:xfrm>
        </p:grpSpPr>
        <p:sp>
          <p:nvSpPr>
            <p:cNvPr id="13767" name="Google Shape;13767;p9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9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9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9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9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9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9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9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9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9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9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9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9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0" name="Google Shape;13780;p98"/>
          <p:cNvGrpSpPr/>
          <p:nvPr/>
        </p:nvGrpSpPr>
        <p:grpSpPr>
          <a:xfrm>
            <a:off x="1329585" y="2066125"/>
            <a:ext cx="341472" cy="335074"/>
            <a:chOff x="1329585" y="1989925"/>
            <a:chExt cx="341472" cy="335074"/>
          </a:xfrm>
        </p:grpSpPr>
        <p:sp>
          <p:nvSpPr>
            <p:cNvPr id="13781" name="Google Shape;13781;p9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9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9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98"/>
          <p:cNvGrpSpPr/>
          <p:nvPr/>
        </p:nvGrpSpPr>
        <p:grpSpPr>
          <a:xfrm>
            <a:off x="5591871" y="2066106"/>
            <a:ext cx="416649" cy="325597"/>
            <a:chOff x="5626763" y="2013829"/>
            <a:chExt cx="351722" cy="274788"/>
          </a:xfrm>
        </p:grpSpPr>
        <p:sp>
          <p:nvSpPr>
            <p:cNvPr id="13785" name="Google Shape;13785;p9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9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9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9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9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9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9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9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9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9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5" name="Google Shape;13795;p98"/>
          <p:cNvGrpSpPr/>
          <p:nvPr/>
        </p:nvGrpSpPr>
        <p:grpSpPr>
          <a:xfrm>
            <a:off x="7576605" y="2060077"/>
            <a:ext cx="276698" cy="333133"/>
            <a:chOff x="7576605" y="1983877"/>
            <a:chExt cx="276698" cy="333133"/>
          </a:xfrm>
        </p:grpSpPr>
        <p:sp>
          <p:nvSpPr>
            <p:cNvPr id="13796" name="Google Shape;13796;p9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9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98"/>
          <p:cNvGrpSpPr/>
          <p:nvPr/>
        </p:nvGrpSpPr>
        <p:grpSpPr>
          <a:xfrm>
            <a:off x="853568" y="2051738"/>
            <a:ext cx="337334" cy="353599"/>
            <a:chOff x="853568" y="1975538"/>
            <a:chExt cx="337334" cy="353599"/>
          </a:xfrm>
        </p:grpSpPr>
        <p:sp>
          <p:nvSpPr>
            <p:cNvPr id="13799" name="Google Shape;13799;p9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9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9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9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3" name="Google Shape;13803;p98"/>
          <p:cNvGrpSpPr/>
          <p:nvPr/>
        </p:nvGrpSpPr>
        <p:grpSpPr>
          <a:xfrm>
            <a:off x="2770052" y="2085828"/>
            <a:ext cx="327085" cy="277080"/>
            <a:chOff x="2770052" y="2009628"/>
            <a:chExt cx="327085" cy="277080"/>
          </a:xfrm>
        </p:grpSpPr>
        <p:sp>
          <p:nvSpPr>
            <p:cNvPr id="13804" name="Google Shape;13804;p9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9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6" name="Google Shape;13806;p98"/>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7" name="Google Shape;13807;p98"/>
          <p:cNvGrpSpPr/>
          <p:nvPr/>
        </p:nvGrpSpPr>
        <p:grpSpPr>
          <a:xfrm>
            <a:off x="4195399" y="2046804"/>
            <a:ext cx="344878" cy="343573"/>
            <a:chOff x="4195399" y="1970604"/>
            <a:chExt cx="344878" cy="343573"/>
          </a:xfrm>
        </p:grpSpPr>
        <p:sp>
          <p:nvSpPr>
            <p:cNvPr id="13808" name="Google Shape;13808;p9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9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9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9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2" name="Google Shape;13812;p98"/>
          <p:cNvGrpSpPr/>
          <p:nvPr/>
        </p:nvGrpSpPr>
        <p:grpSpPr>
          <a:xfrm>
            <a:off x="4674791" y="2053647"/>
            <a:ext cx="344528" cy="344114"/>
            <a:chOff x="4674791" y="1977447"/>
            <a:chExt cx="344528" cy="344114"/>
          </a:xfrm>
        </p:grpSpPr>
        <p:sp>
          <p:nvSpPr>
            <p:cNvPr id="13813" name="Google Shape;13813;p9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9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9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9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9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9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9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9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9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9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9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9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9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9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9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9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9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9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9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9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9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9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9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9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9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9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9" name="Google Shape;13839;p98"/>
          <p:cNvGrpSpPr/>
          <p:nvPr/>
        </p:nvGrpSpPr>
        <p:grpSpPr>
          <a:xfrm>
            <a:off x="6083810" y="1623497"/>
            <a:ext cx="382819" cy="310788"/>
            <a:chOff x="6083810" y="1547297"/>
            <a:chExt cx="382819" cy="310788"/>
          </a:xfrm>
        </p:grpSpPr>
        <p:sp>
          <p:nvSpPr>
            <p:cNvPr id="13840" name="Google Shape;13840;p9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9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9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9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9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9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9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9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9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9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9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9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9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9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9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9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9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9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8" name="Google Shape;13858;p98"/>
          <p:cNvGrpSpPr/>
          <p:nvPr/>
        </p:nvGrpSpPr>
        <p:grpSpPr>
          <a:xfrm>
            <a:off x="6558300" y="1614393"/>
            <a:ext cx="382788" cy="328613"/>
            <a:chOff x="6558300" y="1538193"/>
            <a:chExt cx="382788" cy="328613"/>
          </a:xfrm>
        </p:grpSpPr>
        <p:sp>
          <p:nvSpPr>
            <p:cNvPr id="13859" name="Google Shape;13859;p9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9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1" name="Google Shape;13861;p98"/>
          <p:cNvGrpSpPr/>
          <p:nvPr/>
        </p:nvGrpSpPr>
        <p:grpSpPr>
          <a:xfrm>
            <a:off x="5194002" y="1587497"/>
            <a:ext cx="259605" cy="346024"/>
            <a:chOff x="5194002" y="1511297"/>
            <a:chExt cx="259605" cy="346024"/>
          </a:xfrm>
        </p:grpSpPr>
        <p:sp>
          <p:nvSpPr>
            <p:cNvPr id="13862" name="Google Shape;13862;p9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9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9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9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98"/>
          <p:cNvGrpSpPr/>
          <p:nvPr/>
        </p:nvGrpSpPr>
        <p:grpSpPr>
          <a:xfrm>
            <a:off x="1394741" y="1588261"/>
            <a:ext cx="252444" cy="351722"/>
            <a:chOff x="1394741" y="1512061"/>
            <a:chExt cx="252444" cy="351722"/>
          </a:xfrm>
        </p:grpSpPr>
        <p:sp>
          <p:nvSpPr>
            <p:cNvPr id="13867" name="Google Shape;13867;p9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9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9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9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9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9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9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9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9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9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9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9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9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9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9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9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9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4" name="Google Shape;13884;p98"/>
          <p:cNvGrpSpPr/>
          <p:nvPr/>
        </p:nvGrpSpPr>
        <p:grpSpPr>
          <a:xfrm>
            <a:off x="855096" y="1580685"/>
            <a:ext cx="380910" cy="339594"/>
            <a:chOff x="855096" y="1504485"/>
            <a:chExt cx="380910" cy="339594"/>
          </a:xfrm>
        </p:grpSpPr>
        <p:sp>
          <p:nvSpPr>
            <p:cNvPr id="13885" name="Google Shape;13885;p9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9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9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9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9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0" name="Google Shape;13890;p98"/>
          <p:cNvGrpSpPr/>
          <p:nvPr/>
        </p:nvGrpSpPr>
        <p:grpSpPr>
          <a:xfrm>
            <a:off x="1819576" y="1587879"/>
            <a:ext cx="352103" cy="352103"/>
            <a:chOff x="1819576" y="1511679"/>
            <a:chExt cx="352103" cy="352103"/>
          </a:xfrm>
        </p:grpSpPr>
        <p:sp>
          <p:nvSpPr>
            <p:cNvPr id="13891" name="Google Shape;13891;p9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9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9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9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5" name="Google Shape;13895;p98"/>
          <p:cNvGrpSpPr/>
          <p:nvPr/>
        </p:nvGrpSpPr>
        <p:grpSpPr>
          <a:xfrm>
            <a:off x="5621097" y="1576961"/>
            <a:ext cx="371424" cy="355446"/>
            <a:chOff x="5621097" y="1500761"/>
            <a:chExt cx="371424" cy="355446"/>
          </a:xfrm>
        </p:grpSpPr>
        <p:sp>
          <p:nvSpPr>
            <p:cNvPr id="13896" name="Google Shape;13896;p9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9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98"/>
          <p:cNvGrpSpPr/>
          <p:nvPr/>
        </p:nvGrpSpPr>
        <p:grpSpPr>
          <a:xfrm>
            <a:off x="4670239" y="1617799"/>
            <a:ext cx="359679" cy="321833"/>
            <a:chOff x="4670239" y="1541599"/>
            <a:chExt cx="359679" cy="321833"/>
          </a:xfrm>
        </p:grpSpPr>
        <p:sp>
          <p:nvSpPr>
            <p:cNvPr id="13899" name="Google Shape;13899;p9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9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9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9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9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4" name="Google Shape;13904;p98"/>
          <p:cNvGrpSpPr/>
          <p:nvPr/>
        </p:nvGrpSpPr>
        <p:grpSpPr>
          <a:xfrm>
            <a:off x="4212429" y="1578585"/>
            <a:ext cx="321037" cy="353822"/>
            <a:chOff x="4212429" y="1502385"/>
            <a:chExt cx="321037" cy="353822"/>
          </a:xfrm>
        </p:grpSpPr>
        <p:sp>
          <p:nvSpPr>
            <p:cNvPr id="13905" name="Google Shape;13905;p9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9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9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9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9" name="Google Shape;13909;p98"/>
          <p:cNvGrpSpPr/>
          <p:nvPr/>
        </p:nvGrpSpPr>
        <p:grpSpPr>
          <a:xfrm>
            <a:off x="2302788" y="1582181"/>
            <a:ext cx="336188" cy="335425"/>
            <a:chOff x="2302788" y="1505981"/>
            <a:chExt cx="336188" cy="335425"/>
          </a:xfrm>
        </p:grpSpPr>
        <p:sp>
          <p:nvSpPr>
            <p:cNvPr id="13910" name="Google Shape;13910;p9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9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9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9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9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9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9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9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9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9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9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9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9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9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9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9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9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98"/>
          <p:cNvGrpSpPr/>
          <p:nvPr/>
        </p:nvGrpSpPr>
        <p:grpSpPr>
          <a:xfrm>
            <a:off x="2780301" y="1598096"/>
            <a:ext cx="333133" cy="321037"/>
            <a:chOff x="2780301" y="1521896"/>
            <a:chExt cx="333133" cy="321037"/>
          </a:xfrm>
        </p:grpSpPr>
        <p:sp>
          <p:nvSpPr>
            <p:cNvPr id="13928" name="Google Shape;13928;p9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9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9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9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9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9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9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9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9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9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9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9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9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9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9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9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9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9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9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9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98"/>
          <p:cNvGrpSpPr/>
          <p:nvPr/>
        </p:nvGrpSpPr>
        <p:grpSpPr>
          <a:xfrm>
            <a:off x="3316159" y="1591285"/>
            <a:ext cx="211892" cy="339594"/>
            <a:chOff x="3316159" y="1515085"/>
            <a:chExt cx="211892" cy="339594"/>
          </a:xfrm>
        </p:grpSpPr>
        <p:sp>
          <p:nvSpPr>
            <p:cNvPr id="13949" name="Google Shape;13949;p9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9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9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2" name="Google Shape;13952;p98"/>
            <p:cNvGrpSpPr/>
            <p:nvPr/>
          </p:nvGrpSpPr>
          <p:grpSpPr>
            <a:xfrm>
              <a:off x="3316159" y="1515085"/>
              <a:ext cx="211892" cy="339594"/>
              <a:chOff x="3316159" y="1515085"/>
              <a:chExt cx="211892" cy="339594"/>
            </a:xfrm>
          </p:grpSpPr>
          <p:sp>
            <p:nvSpPr>
              <p:cNvPr id="13953" name="Google Shape;13953;p9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9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9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9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9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9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59" name="Google Shape;13959;p98"/>
          <p:cNvGrpSpPr/>
          <p:nvPr/>
        </p:nvGrpSpPr>
        <p:grpSpPr>
          <a:xfrm>
            <a:off x="3716358" y="1620855"/>
            <a:ext cx="361971" cy="314958"/>
            <a:chOff x="3716358" y="1544655"/>
            <a:chExt cx="361971" cy="314958"/>
          </a:xfrm>
        </p:grpSpPr>
        <p:sp>
          <p:nvSpPr>
            <p:cNvPr id="13960" name="Google Shape;13960;p9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9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9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9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9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65" name="Google Shape;13965;p98"/>
            <p:cNvGrpSpPr/>
            <p:nvPr/>
          </p:nvGrpSpPr>
          <p:grpSpPr>
            <a:xfrm>
              <a:off x="3716358" y="1544655"/>
              <a:ext cx="361971" cy="314958"/>
              <a:chOff x="3716358" y="1544655"/>
              <a:chExt cx="361971" cy="314958"/>
            </a:xfrm>
          </p:grpSpPr>
          <p:sp>
            <p:nvSpPr>
              <p:cNvPr id="13966" name="Google Shape;13966;p9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9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9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9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9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1" name="Google Shape;13971;p98"/>
          <p:cNvGrpSpPr/>
          <p:nvPr/>
        </p:nvGrpSpPr>
        <p:grpSpPr>
          <a:xfrm>
            <a:off x="7011924" y="1633752"/>
            <a:ext cx="499533" cy="305136"/>
            <a:chOff x="7009649" y="1541981"/>
            <a:chExt cx="524940" cy="320655"/>
          </a:xfrm>
        </p:grpSpPr>
        <p:sp>
          <p:nvSpPr>
            <p:cNvPr id="13972" name="Google Shape;13972;p9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9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9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9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9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9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9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9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98"/>
          <p:cNvGrpSpPr/>
          <p:nvPr/>
        </p:nvGrpSpPr>
        <p:grpSpPr>
          <a:xfrm>
            <a:off x="8034034" y="1594309"/>
            <a:ext cx="282746" cy="340358"/>
            <a:chOff x="8034034" y="1518109"/>
            <a:chExt cx="282746" cy="340358"/>
          </a:xfrm>
        </p:grpSpPr>
        <p:sp>
          <p:nvSpPr>
            <p:cNvPr id="13981" name="Google Shape;13981;p9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9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9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9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98"/>
          <p:cNvGrpSpPr/>
          <p:nvPr/>
        </p:nvGrpSpPr>
        <p:grpSpPr>
          <a:xfrm>
            <a:off x="7582302" y="1576134"/>
            <a:ext cx="369133" cy="360411"/>
            <a:chOff x="7582302" y="1499934"/>
            <a:chExt cx="369133" cy="360411"/>
          </a:xfrm>
        </p:grpSpPr>
        <p:sp>
          <p:nvSpPr>
            <p:cNvPr id="13986" name="Google Shape;13986;p9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9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9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9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9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1" name="Google Shape;13991;p98"/>
          <p:cNvGrpSpPr/>
          <p:nvPr/>
        </p:nvGrpSpPr>
        <p:grpSpPr>
          <a:xfrm>
            <a:off x="6196089" y="3893352"/>
            <a:ext cx="346056" cy="345674"/>
            <a:chOff x="2238181" y="4120624"/>
            <a:chExt cx="346056" cy="345674"/>
          </a:xfrm>
        </p:grpSpPr>
        <p:grpSp>
          <p:nvGrpSpPr>
            <p:cNvPr id="13992" name="Google Shape;13992;p98"/>
            <p:cNvGrpSpPr/>
            <p:nvPr/>
          </p:nvGrpSpPr>
          <p:grpSpPr>
            <a:xfrm>
              <a:off x="2309155" y="4177413"/>
              <a:ext cx="203862" cy="231903"/>
              <a:chOff x="1512725" y="258500"/>
              <a:chExt cx="4570900" cy="5199625"/>
            </a:xfrm>
          </p:grpSpPr>
          <p:sp>
            <p:nvSpPr>
              <p:cNvPr id="13993" name="Google Shape;13993;p9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9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9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6" name="Google Shape;13996;p98"/>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pic>
        <p:nvPicPr>
          <p:cNvPr id="14001" name="Google Shape;14001;p9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Humman Thermoregulation by Slidesgo">
  <a:themeElements>
    <a:clrScheme name="Simple Light">
      <a:dk1>
        <a:srgbClr val="434343"/>
      </a:dk1>
      <a:lt1>
        <a:srgbClr val="F3EDE3"/>
      </a:lt1>
      <a:dk2>
        <a:srgbClr val="91A1B0"/>
      </a:dk2>
      <a:lt2>
        <a:srgbClr val="CED4D7"/>
      </a:lt2>
      <a:accent1>
        <a:srgbClr val="ADB9C4"/>
      </a:accent1>
      <a:accent2>
        <a:srgbClr val="5D7F9B"/>
      </a:accent2>
      <a:accent3>
        <a:srgbClr val="FFFFFF"/>
      </a:accent3>
      <a:accent4>
        <a:srgbClr val="FFFFFF"/>
      </a:accent4>
      <a:accent5>
        <a:srgbClr val="FFFFFF"/>
      </a:accent5>
      <a:accent6>
        <a:srgbClr val="FFFFFF"/>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18</TotalTime>
  <Words>2333</Words>
  <Application>Microsoft Office PowerPoint</Application>
  <PresentationFormat>On-screen Show (16:9)</PresentationFormat>
  <Paragraphs>357</Paragraphs>
  <Slides>56</Slides>
  <Notes>55</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56</vt:i4>
      </vt:variant>
    </vt:vector>
  </HeadingPairs>
  <TitlesOfParts>
    <vt:vector size="71" baseType="lpstr">
      <vt:lpstr>Bebas Neue</vt:lpstr>
      <vt:lpstr>Roboto Condensed</vt:lpstr>
      <vt:lpstr>Anaheim</vt:lpstr>
      <vt:lpstr>Roboto Medium</vt:lpstr>
      <vt:lpstr>Red Hat Text</vt:lpstr>
      <vt:lpstr>Amatic SC</vt:lpstr>
      <vt:lpstr>Red Hat Text Light</vt:lpstr>
      <vt:lpstr>Nunito Light</vt:lpstr>
      <vt:lpstr>Proxima Nova</vt:lpstr>
      <vt:lpstr>Arial</vt:lpstr>
      <vt:lpstr>PT Sans</vt:lpstr>
      <vt:lpstr>Calibri</vt:lpstr>
      <vt:lpstr>Lato</vt:lpstr>
      <vt:lpstr>Humman Thermoregulation by Slidesgo</vt:lpstr>
      <vt:lpstr>Slidesgo Final Pages</vt:lpstr>
      <vt:lpstr>HUMAN THERMOREGULATION</vt:lpstr>
      <vt:lpstr>CONTENTS OF THIS TEMPLATE</vt:lpstr>
      <vt:lpstr>TABLE OF CONTENTS</vt:lpstr>
      <vt:lpstr>WHOA!</vt:lpstr>
      <vt:lpstr>NAME OF THE SECTION</vt:lpstr>
      <vt:lpstr>DO YOU NEED LONGER TEXT?</vt:lpstr>
      <vt:lpstr>THE SLIDE TITLE GOES HERE!</vt:lpstr>
      <vt:lpstr>DIVIDE THE CONTENT</vt:lpstr>
      <vt:lpstr>HERE ARE THREE IDEAS</vt:lpstr>
      <vt:lpstr>DIVIDE THE CONTENT </vt:lpstr>
      <vt:lpstr>MORE CONCEPTS </vt:lpstr>
      <vt:lpstr>AWESOME WORDS</vt:lpstr>
      <vt:lpstr>—SOMEONE FAMOUS</vt:lpstr>
      <vt:lpstr>A PICTURE IS WORTH A THOUSAND WORDS</vt:lpstr>
      <vt:lpstr>A PICTURE ALWAYS REINFORCES  THE CONCEPT</vt:lpstr>
      <vt:lpstr>150,000</vt:lpstr>
      <vt:lpstr>9h 55m 23s</vt:lpstr>
      <vt:lpstr>LET’S USE PERCENTAGES</vt:lpstr>
      <vt:lpstr>COMPUTER MOCKUP</vt:lpstr>
      <vt:lpstr>TABLET MOCKUP</vt:lpstr>
      <vt:lpstr>PHONE MOCKUP</vt:lpstr>
      <vt:lpstr>THIS IS A MAP</vt:lpstr>
      <vt:lpstr>A TIMELINE </vt:lpstr>
      <vt:lpstr>AN INFOGRAPHIC</vt:lpstr>
      <vt:lpstr>TABLES REPRESENT YOUR DATA</vt:lpstr>
      <vt:lpstr>YOU CAN USE THIS GRAPH</vt:lpstr>
      <vt:lpstr>OUR TEAM</vt:lpstr>
      <vt:lpstr>SOME PUBLICATIONS</vt:lpstr>
      <vt:lpstr>PHYSICAL EXAMINATION</vt:lpstr>
      <vt:lpstr> CASE TIMELINE</vt:lpstr>
      <vt:lpstr>REASONS TO STOP OR START</vt:lpstr>
      <vt:lpstr>CLEAR SCHEME</vt:lpstr>
      <vt:lpstr>THERMOREGULATION</vt:lpstr>
      <vt:lpstr>CONCLUSIONS</vt:lpstr>
      <vt:lpstr>THANKS!</vt:lpstr>
      <vt:lpstr>ALTERNATIVE RESOURCES</vt:lpstr>
      <vt:lpstr>SOME RESOURCES</vt:lpstr>
      <vt:lpstr>PowerPoint Presentation</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Rania Asran</cp:lastModifiedBy>
  <cp:revision>4</cp:revision>
  <dcterms:modified xsi:type="dcterms:W3CDTF">2026-04-25T13:30:34Z</dcterms:modified>
</cp:coreProperties>
</file>