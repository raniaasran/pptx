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59"/>
  </p:notesMasterIdLst>
  <p:sldIdLst>
    <p:sldId id="312" r:id="rId99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60"/>
      <p:bold r:id="rId61"/>
    </p:embeddedFont>
    <p:embeddedFont>
      <p:font typeface="Anaheim" panose="020B0604020202020204" charset="0"/>
      <p:regular r:id="rId62"/>
      <p:bold r:id="rId63"/>
    </p:embeddedFont>
    <p:embeddedFont>
      <p:font typeface="Bebas Neue" panose="020B0606020202050201" pitchFamily="34" charset="0"/>
      <p:regular r:id="rId64"/>
    </p:embeddedFont>
    <p:embeddedFont>
      <p:font typeface="Lato" panose="020F0502020204030203" pitchFamily="34" charset="0"/>
      <p:regular r:id="rId65"/>
      <p:bold r:id="rId66"/>
      <p:italic r:id="rId67"/>
      <p:boldItalic r:id="rId68"/>
    </p:embeddedFont>
    <p:embeddedFont>
      <p:font typeface="Nunito Light" pitchFamily="2" charset="0"/>
      <p:regular r:id="rId69"/>
      <p:italic r:id="rId70"/>
    </p:embeddedFont>
    <p:embeddedFont>
      <p:font typeface="Proxima Nova" panose="020B0604020202020204" charset="0"/>
      <p:regular r:id="rId71"/>
      <p:bold r:id="rId72"/>
      <p:italic r:id="rId73"/>
      <p:boldItalic r:id="rId74"/>
    </p:embeddedFont>
    <p:embeddedFont>
      <p:font typeface="PT Sans" panose="020B0503020203020204" pitchFamily="34" charset="0"/>
      <p:regular r:id="rId75"/>
      <p:bold r:id="rId76"/>
      <p:italic r:id="rId77"/>
      <p:boldItalic r:id="rId78"/>
    </p:embeddedFont>
    <p:embeddedFont>
      <p:font typeface="Red Hat Text" panose="020B0604020202020204" charset="0"/>
      <p:regular r:id="rId79"/>
      <p:bold r:id="rId80"/>
      <p:italic r:id="rId81"/>
      <p:boldItalic r:id="rId82"/>
    </p:embeddedFont>
    <p:embeddedFont>
      <p:font typeface="Red Hat Text Light" panose="020B0604020202020204" charset="0"/>
      <p:regular r:id="rId83"/>
      <p:bold r:id="rId84"/>
      <p:italic r:id="rId85"/>
      <p:boldItalic r:id="rId86"/>
    </p:embeddedFont>
    <p:embeddedFont>
      <p:font typeface="Roboto Condensed" panose="02000000000000000000" pitchFamily="2" charset="0"/>
      <p:regular r:id="rId87"/>
      <p:bold r:id="rId88"/>
      <p:italic r:id="rId89"/>
      <p:boldItalic r:id="rId90"/>
    </p:embeddedFont>
    <p:embeddedFont>
      <p:font typeface="Roboto Medium" panose="02000000000000000000" pitchFamily="2" charset="0"/>
      <p:regular r:id="rId91"/>
      <p:bold r:id="rId92"/>
      <p:italic r:id="rId93"/>
      <p:boldItalic r:id="rId9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9" Type="http://schemas.openxmlformats.org/officeDocument/2006/relationships/notesMaster" Target="notesMasters/notesMaster1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4" Type="http://schemas.openxmlformats.org/officeDocument/2006/relationships/font" Target="fonts/font5.fntdata"/><Relationship Id="rId65" Type="http://schemas.openxmlformats.org/officeDocument/2006/relationships/font" Target="fonts/font6.fntdata"/><Relationship Id="rId66" Type="http://schemas.openxmlformats.org/officeDocument/2006/relationships/font" Target="fonts/font7.fntdata"/><Relationship Id="rId67" Type="http://schemas.openxmlformats.org/officeDocument/2006/relationships/font" Target="fonts/font8.fntdata"/><Relationship Id="rId68" Type="http://schemas.openxmlformats.org/officeDocument/2006/relationships/font" Target="fonts/font9.fntdata"/><Relationship Id="rId69" Type="http://schemas.openxmlformats.org/officeDocument/2006/relationships/font" Target="fonts/font10.fntdata"/><Relationship Id="rId70" Type="http://schemas.openxmlformats.org/officeDocument/2006/relationships/font" Target="fonts/font11.fntdata"/><Relationship Id="rId71" Type="http://schemas.openxmlformats.org/officeDocument/2006/relationships/font" Target="fonts/font12.fntdata"/><Relationship Id="rId72" Type="http://schemas.openxmlformats.org/officeDocument/2006/relationships/font" Target="fonts/font13.fntdata"/><Relationship Id="rId73" Type="http://schemas.openxmlformats.org/officeDocument/2006/relationships/font" Target="fonts/font14.fntdata"/><Relationship Id="rId74" Type="http://schemas.openxmlformats.org/officeDocument/2006/relationships/font" Target="fonts/font15.fntdata"/><Relationship Id="rId75" Type="http://schemas.openxmlformats.org/officeDocument/2006/relationships/font" Target="fonts/font16.fntdata"/><Relationship Id="rId76" Type="http://schemas.openxmlformats.org/officeDocument/2006/relationships/font" Target="fonts/font17.fntdata"/><Relationship Id="rId77" Type="http://schemas.openxmlformats.org/officeDocument/2006/relationships/font" Target="fonts/font18.fntdata"/><Relationship Id="rId78" Type="http://schemas.openxmlformats.org/officeDocument/2006/relationships/font" Target="fonts/font19.fntdata"/><Relationship Id="rId79" Type="http://schemas.openxmlformats.org/officeDocument/2006/relationships/font" Target="fonts/font20.fntdata"/><Relationship Id="rId80" Type="http://schemas.openxmlformats.org/officeDocument/2006/relationships/font" Target="fonts/font21.fntdata"/><Relationship Id="rId81" Type="http://schemas.openxmlformats.org/officeDocument/2006/relationships/font" Target="fonts/font22.fntdata"/><Relationship Id="rId82" Type="http://schemas.openxmlformats.org/officeDocument/2006/relationships/font" Target="fonts/font23.fntdata"/><Relationship Id="rId83" Type="http://schemas.openxmlformats.org/officeDocument/2006/relationships/font" Target="fonts/font24.fntdata"/><Relationship Id="rId84" Type="http://schemas.openxmlformats.org/officeDocument/2006/relationships/font" Target="fonts/font25.fntdata"/><Relationship Id="rId85" Type="http://schemas.openxmlformats.org/officeDocument/2006/relationships/font" Target="fonts/font26.fntdata"/><Relationship Id="rId86" Type="http://schemas.openxmlformats.org/officeDocument/2006/relationships/font" Target="fonts/font27.fntdata"/><Relationship Id="rId87" Type="http://schemas.openxmlformats.org/officeDocument/2006/relationships/font" Target="fonts/font28.fntdata"/><Relationship Id="rId88" Type="http://schemas.openxmlformats.org/officeDocument/2006/relationships/font" Target="fonts/font29.fntdata"/><Relationship Id="rId89" Type="http://schemas.openxmlformats.org/officeDocument/2006/relationships/font" Target="fonts/font30.fntdata"/><Relationship Id="rId90" Type="http://schemas.openxmlformats.org/officeDocument/2006/relationships/font" Target="fonts/font31.fntdata"/><Relationship Id="rId91" Type="http://schemas.openxmlformats.org/officeDocument/2006/relationships/font" Target="fonts/font32.fntdata"/><Relationship Id="rId92" Type="http://schemas.openxmlformats.org/officeDocument/2006/relationships/font" Target="fonts/font33.fntdata"/><Relationship Id="rId93" Type="http://schemas.openxmlformats.org/officeDocument/2006/relationships/font" Target="fonts/font34.fntdata"/><Relationship Id="rId94" Type="http://schemas.openxmlformats.org/officeDocument/2006/relationships/font" Target="fonts/font35.fntdata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Relationship Id="rId99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84" name="Google Shape;1784;p6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Tabular Data Summary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graphicFrame>
        <p:nvGraphicFramePr>
          <p:cNvPr id="1785" name="Google Shape;1785;p69"/>
          <p:cNvGraphicFramePr/>
          <p:nvPr/>
        </p:nvGraphicFramePr>
        <p:xfrm>
          <a:off x="713238" y="1441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{12116716-413E-481D-97E3-14045B25411E}</a:tableStyleId>
              </a:tblPr>
              <a:tblGrid>
                <a:gridCol w="153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 marL="91425" marR="91425" marT="68575" marB="68575" anchor="ctr">
                    <a:lnL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r>
                        <a:t>A-101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Hardware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r>
                        <a:t>B-204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F4C5B1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Software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300">
                <a:tc>
                  <a:txBody>
                    <a:bodyPr/>
                    <a:lstStyle/>
                    <a:p>
                      <a:r>
                        <a:t>C-309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Services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Blocked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86" name="Google Shape;1786;p69"/>
          <p:cNvGrpSpPr/>
          <p:nvPr/>
        </p:nvGrpSpPr>
        <p:grpSpPr>
          <a:xfrm rot="-5400000">
            <a:off x="-216275" y="4461900"/>
            <a:ext cx="1168925" cy="284175"/>
            <a:chOff x="6017825" y="3809000"/>
            <a:chExt cx="1168925" cy="284175"/>
          </a:xfrm>
        </p:grpSpPr>
        <p:sp>
          <p:nvSpPr>
            <p:cNvPr id="1787" name="Google Shape;1787;p6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2333</Words>
  <Application>Microsoft Office PowerPoint</Application>
  <PresentationFormat>On-screen Show (16:9)</PresentationFormat>
  <Paragraphs>357</Paragraphs>
  <Slides>56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71" baseType="lpstr">
      <vt:lpstr>Bebas Neue</vt:lpstr>
      <vt:lpstr>Roboto Condensed</vt:lpstr>
      <vt:lpstr>Anaheim</vt:lpstr>
      <vt:lpstr>Roboto Medium</vt:lpstr>
      <vt:lpstr>Red Hat Text</vt:lpstr>
      <vt:lpstr>Amatic SC</vt:lpstr>
      <vt:lpstr>Red Hat Text Light</vt:lpstr>
      <vt:lpstr>Nunito Light</vt:lpstr>
      <vt:lpstr>Proxima Nova</vt:lpstr>
      <vt:lpstr>Arial</vt:lpstr>
      <vt:lpstr>PT Sans</vt:lpstr>
      <vt:lpstr>Calibri</vt:lpstr>
      <vt:lpstr>Lato</vt:lpstr>
      <vt:lpstr>Humman Thermoregulation by Slidesgo</vt:lpstr>
      <vt:lpstr>Slidesgo Final Pages</vt:lpstr>
      <vt:lpstr>HUMAN THERMOREGULATION</vt:lpstr>
      <vt:lpstr>CONTENTS OF THIS TEMPLATE</vt:lpstr>
      <vt:lpstr>TABLE OF CONTENTS</vt:lpstr>
      <vt:lpstr>WHOA!</vt:lpstr>
      <vt:lpstr>NAME OF THE SECTION</vt:lpstr>
      <vt:lpstr>DO YOU NEED LONGER TEXT?</vt:lpstr>
      <vt:lpstr>THE SLIDE TITLE GOES HERE!</vt:lpstr>
      <vt:lpstr>DIVIDE THE CONTENT</vt:lpstr>
      <vt:lpstr>HERE ARE THREE IDEAS</vt:lpstr>
      <vt:lpstr>DIVIDE THE CONTENT </vt:lpstr>
      <vt:lpstr>MORE CONCEPTS </vt:lpstr>
      <vt:lpstr>AWESOME WORDS</vt:lpstr>
      <vt:lpstr>—SOMEONE FAMOUS</vt:lpstr>
      <vt:lpstr>A PICTURE IS WORTH A THOUSAND WORDS</vt:lpstr>
      <vt:lpstr>A PICTURE ALWAYS REINFORCES  THE CONCEPT</vt:lpstr>
      <vt:lpstr>150,000</vt:lpstr>
      <vt:lpstr>9h 55m 23s</vt:lpstr>
      <vt:lpstr>LET’S USE PERCENTAGES</vt:lpstr>
      <vt:lpstr>COMPUTER MOCKUP</vt:lpstr>
      <vt:lpstr>TABLET MOCKUP</vt:lpstr>
      <vt:lpstr>PHONE MOCKUP</vt:lpstr>
      <vt:lpstr>THIS IS A MAP</vt:lpstr>
      <vt:lpstr>A TIMELINE </vt:lpstr>
      <vt:lpstr>AN INFOGRAPHIC</vt:lpstr>
      <vt:lpstr>TABLES REPRESENT YOUR DATA</vt:lpstr>
      <vt:lpstr>YOU CAN USE THIS GRAPH</vt:lpstr>
      <vt:lpstr>OUR TEAM</vt:lpstr>
      <vt:lpstr>SOME PUBLICATIONS</vt:lpstr>
      <vt:lpstr>PHYSICAL EXAMINATION</vt:lpstr>
      <vt:lpstr> CASE TIMELINE</vt:lpstr>
      <vt:lpstr>REASONS TO STOP OR START</vt:lpstr>
      <vt:lpstr>CLEAR SCHEME</vt:lpstr>
      <vt:lpstr>THERMOREGULATION</vt:lpstr>
      <vt:lpstr>CONCLUSIONS</vt:lpstr>
      <vt:lpstr>THANKS!</vt:lpstr>
      <vt:lpstr>ALTERNATIVE RESOURCES</vt:lpstr>
      <vt:lpstr>SOME RESOURCES</vt:lpstr>
      <vt:lpstr>PowerPoint Presentation</vt:lpstr>
      <vt:lpstr>Instructions for use</vt:lpstr>
      <vt:lpstr>Instructions for use (premium users)</vt:lpstr>
      <vt:lpstr>Fonts &amp; colors used</vt:lpstr>
      <vt:lpstr>Storyset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4</cp:revision>
  <dcterms:modified xsi:type="dcterms:W3CDTF">2026-04-25T13:30:34Z</dcterms:modified>
</cp:coreProperties>
</file>