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  <p:sldMasterId id="2147483691" r:id="rId2"/>
  </p:sldMasterIdLst>
  <p:notesMasterIdLst>
    <p:notesMasterId r:id="rId58"/>
  </p:notesMasterIdLst>
  <p:sldIdLst>
    <p:sldId id="311" r:id="rId97"/>
    <p:sldId id="312" r:id="rId98"/>
    <p:sldId id="313" r:id="rId99"/>
  </p:sldIdLst>
  <p:sldSz cx="9144000" cy="5143500" type="screen16x9"/>
  <p:notesSz cx="6858000" cy="9144000"/>
  <p:embeddedFontLst>
    <p:embeddedFont>
      <p:font typeface="Amatic SC" panose="00000500000000000000" pitchFamily="2" charset="-79"/>
      <p:regular r:id="rId59"/>
      <p:bold r:id="rId60"/>
    </p:embeddedFont>
    <p:embeddedFont>
      <p:font typeface="Anaheim" panose="020B0604020202020204" charset="0"/>
      <p:regular r:id="rId61"/>
      <p:bold r:id="rId62"/>
    </p:embeddedFont>
    <p:embeddedFont>
      <p:font typeface="Bebas Neue" panose="020B0606020202050201" pitchFamily="34" charset="0"/>
      <p:regular r:id="rId63"/>
    </p:embeddedFont>
    <p:embeddedFont>
      <p:font typeface="Lato" panose="020F0502020204030203" pitchFamily="34" charset="0"/>
      <p:regular r:id="rId64"/>
      <p:bold r:id="rId65"/>
      <p:italic r:id="rId66"/>
      <p:boldItalic r:id="rId67"/>
    </p:embeddedFont>
    <p:embeddedFont>
      <p:font typeface="Nunito Light" pitchFamily="2" charset="0"/>
      <p:regular r:id="rId68"/>
    </p:embeddedFont>
    <p:embeddedFont>
      <p:font typeface="Proxima Nova" panose="020B0604020202020204" charset="0"/>
      <p:regular r:id="rId69"/>
      <p:bold r:id="rId70"/>
      <p:italic r:id="rId71"/>
      <p:boldItalic r:id="rId72"/>
    </p:embeddedFont>
    <p:embeddedFont>
      <p:font typeface="PT Sans" panose="020B0503020203020204" pitchFamily="34" charset="0"/>
      <p:regular r:id="rId73"/>
      <p:bold r:id="rId74"/>
      <p:italic r:id="rId75"/>
      <p:boldItalic r:id="rId76"/>
    </p:embeddedFont>
    <p:embeddedFont>
      <p:font typeface="Red Hat Text" panose="020B0604020202020204" charset="0"/>
      <p:regular r:id="rId77"/>
      <p:bold r:id="rId78"/>
      <p:italic r:id="rId79"/>
      <p:boldItalic r:id="rId80"/>
    </p:embeddedFont>
    <p:embeddedFont>
      <p:font typeface="Red Hat Text Light" panose="020B0604020202020204" charset="0"/>
      <p:regular r:id="rId81"/>
      <p:bold r:id="rId82"/>
      <p:italic r:id="rId83"/>
      <p:boldItalic r:id="rId84"/>
    </p:embeddedFont>
    <p:embeddedFont>
      <p:font typeface="Roboto Condensed" panose="02000000000000000000" pitchFamily="2" charset="0"/>
      <p:regular r:id="rId85"/>
      <p:bold r:id="rId86"/>
      <p:italic r:id="rId87"/>
      <p:boldItalic r:id="rId88"/>
    </p:embeddedFont>
    <p:embeddedFont>
      <p:font typeface="Roboto Medium" panose="02000000000000000000" pitchFamily="2" charset="0"/>
      <p:regular r:id="rId89"/>
      <p:bold r:id="rId90"/>
      <p:italic r:id="rId91"/>
      <p:boldItalic r:id="rId9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C76F040-00AF-454E-9F18-E26525FB8E53}">
  <a:tblStyle styleId="{2C76F040-00AF-454E-9F18-E26525FB8E5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12116716-413E-481D-97E3-14045B25411E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1138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58" Type="http://schemas.openxmlformats.org/officeDocument/2006/relationships/notesMaster" Target="notesMasters/notesMaster1.xml"/><Relationship Id="rId59" Type="http://schemas.openxmlformats.org/officeDocument/2006/relationships/font" Target="fonts/font1.fntdata"/><Relationship Id="rId60" Type="http://schemas.openxmlformats.org/officeDocument/2006/relationships/font" Target="fonts/font2.fntdata"/><Relationship Id="rId61" Type="http://schemas.openxmlformats.org/officeDocument/2006/relationships/font" Target="fonts/font3.fntdata"/><Relationship Id="rId62" Type="http://schemas.openxmlformats.org/officeDocument/2006/relationships/font" Target="fonts/font4.fntdata"/><Relationship Id="rId63" Type="http://schemas.openxmlformats.org/officeDocument/2006/relationships/font" Target="fonts/font5.fntdata"/><Relationship Id="rId64" Type="http://schemas.openxmlformats.org/officeDocument/2006/relationships/font" Target="fonts/font6.fntdata"/><Relationship Id="rId65" Type="http://schemas.openxmlformats.org/officeDocument/2006/relationships/font" Target="fonts/font7.fntdata"/><Relationship Id="rId66" Type="http://schemas.openxmlformats.org/officeDocument/2006/relationships/font" Target="fonts/font8.fntdata"/><Relationship Id="rId67" Type="http://schemas.openxmlformats.org/officeDocument/2006/relationships/font" Target="fonts/font9.fntdata"/><Relationship Id="rId68" Type="http://schemas.openxmlformats.org/officeDocument/2006/relationships/font" Target="fonts/font10.fntdata"/><Relationship Id="rId69" Type="http://schemas.openxmlformats.org/officeDocument/2006/relationships/font" Target="fonts/font11.fntdata"/><Relationship Id="rId70" Type="http://schemas.openxmlformats.org/officeDocument/2006/relationships/font" Target="fonts/font12.fntdata"/><Relationship Id="rId71" Type="http://schemas.openxmlformats.org/officeDocument/2006/relationships/font" Target="fonts/font13.fntdata"/><Relationship Id="rId72" Type="http://schemas.openxmlformats.org/officeDocument/2006/relationships/font" Target="fonts/font14.fntdata"/><Relationship Id="rId73" Type="http://schemas.openxmlformats.org/officeDocument/2006/relationships/font" Target="fonts/font15.fntdata"/><Relationship Id="rId74" Type="http://schemas.openxmlformats.org/officeDocument/2006/relationships/font" Target="fonts/font16.fntdata"/><Relationship Id="rId75" Type="http://schemas.openxmlformats.org/officeDocument/2006/relationships/font" Target="fonts/font17.fntdata"/><Relationship Id="rId76" Type="http://schemas.openxmlformats.org/officeDocument/2006/relationships/font" Target="fonts/font18.fntdata"/><Relationship Id="rId77" Type="http://schemas.openxmlformats.org/officeDocument/2006/relationships/font" Target="fonts/font19.fntdata"/><Relationship Id="rId78" Type="http://schemas.openxmlformats.org/officeDocument/2006/relationships/font" Target="fonts/font20.fntdata"/><Relationship Id="rId79" Type="http://schemas.openxmlformats.org/officeDocument/2006/relationships/font" Target="fonts/font21.fntdata"/><Relationship Id="rId80" Type="http://schemas.openxmlformats.org/officeDocument/2006/relationships/font" Target="fonts/font22.fntdata"/><Relationship Id="rId81" Type="http://schemas.openxmlformats.org/officeDocument/2006/relationships/font" Target="fonts/font23.fntdata"/><Relationship Id="rId82" Type="http://schemas.openxmlformats.org/officeDocument/2006/relationships/font" Target="fonts/font24.fntdata"/><Relationship Id="rId83" Type="http://schemas.openxmlformats.org/officeDocument/2006/relationships/font" Target="fonts/font25.fntdata"/><Relationship Id="rId84" Type="http://schemas.openxmlformats.org/officeDocument/2006/relationships/font" Target="fonts/font26.fntdata"/><Relationship Id="rId85" Type="http://schemas.openxmlformats.org/officeDocument/2006/relationships/font" Target="fonts/font27.fntdata"/><Relationship Id="rId86" Type="http://schemas.openxmlformats.org/officeDocument/2006/relationships/font" Target="fonts/font28.fntdata"/><Relationship Id="rId87" Type="http://schemas.openxmlformats.org/officeDocument/2006/relationships/font" Target="fonts/font29.fntdata"/><Relationship Id="rId88" Type="http://schemas.openxmlformats.org/officeDocument/2006/relationships/font" Target="fonts/font30.fntdata"/><Relationship Id="rId89" Type="http://schemas.openxmlformats.org/officeDocument/2006/relationships/font" Target="fonts/font31.fntdata"/><Relationship Id="rId90" Type="http://schemas.openxmlformats.org/officeDocument/2006/relationships/font" Target="fonts/font32.fntdata"/><Relationship Id="rId91" Type="http://schemas.openxmlformats.org/officeDocument/2006/relationships/font" Target="fonts/font33.fntdata"/><Relationship Id="rId92" Type="http://schemas.openxmlformats.org/officeDocument/2006/relationships/font" Target="fonts/font34.fntdata"/><Relationship Id="rId93" Type="http://schemas.openxmlformats.org/officeDocument/2006/relationships/presProps" Target="presProps.xml"/><Relationship Id="rId94" Type="http://schemas.openxmlformats.org/officeDocument/2006/relationships/viewProps" Target="viewProps.xml"/><Relationship Id="rId95" Type="http://schemas.openxmlformats.org/officeDocument/2006/relationships/theme" Target="theme/theme1.xml"/><Relationship Id="rId96" Type="http://schemas.openxmlformats.org/officeDocument/2006/relationships/tableStyles" Target="tableStyles.xml"/><Relationship Id="rId97" Type="http://schemas.openxmlformats.org/officeDocument/2006/relationships/slide" Target="slides/slide56.xml"/><Relationship Id="rId98" Type="http://schemas.openxmlformats.org/officeDocument/2006/relationships/slide" Target="slides/slide57.xml"/><Relationship Id="rId99" Type="http://schemas.openxmlformats.org/officeDocument/2006/relationships/slide" Target="slides/slide5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-448617" y="3867900"/>
            <a:ext cx="960946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rgbClr val="ADB9C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26800" y="-980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rgbClr val="91A1B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713250" y="1617600"/>
            <a:ext cx="7717500" cy="190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713300" y="4033575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43434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455000" y="386790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 rot="5400000">
            <a:off x="-238592" y="3871351"/>
            <a:ext cx="1168925" cy="284175"/>
            <a:chOff x="6017825" y="3809000"/>
            <a:chExt cx="1168925" cy="284175"/>
          </a:xfrm>
        </p:grpSpPr>
        <p:sp>
          <p:nvSpPr>
            <p:cNvPr id="15" name="Google Shape;15;p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rgbClr val="594D4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"/>
          <p:cNvSpPr txBox="1">
            <a:spLocks noGrp="1"/>
          </p:cNvSpPr>
          <p:nvPr>
            <p:ph type="title"/>
          </p:nvPr>
        </p:nvSpPr>
        <p:spPr>
          <a:xfrm>
            <a:off x="716613" y="2469075"/>
            <a:ext cx="4556400" cy="126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3"/>
          <p:cNvSpPr txBox="1">
            <a:spLocks noGrp="1"/>
          </p:cNvSpPr>
          <p:nvPr>
            <p:ph type="title" idx="2" hasCustomPrompt="1"/>
          </p:nvPr>
        </p:nvSpPr>
        <p:spPr>
          <a:xfrm>
            <a:off x="4238613" y="1414425"/>
            <a:ext cx="10344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36" name="Google Shape;36;p3"/>
          <p:cNvSpPr txBox="1">
            <a:spLocks noGrp="1"/>
          </p:cNvSpPr>
          <p:nvPr>
            <p:ph type="subTitle" idx="1"/>
          </p:nvPr>
        </p:nvSpPr>
        <p:spPr>
          <a:xfrm>
            <a:off x="5910688" y="3138975"/>
            <a:ext cx="2516700" cy="59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3"/>
          <p:cNvSpPr/>
          <p:nvPr/>
        </p:nvSpPr>
        <p:spPr>
          <a:xfrm rot="-5400000">
            <a:off x="4597294" y="987343"/>
            <a:ext cx="5143500" cy="315051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3"/>
          <p:cNvSpPr/>
          <p:nvPr/>
        </p:nvSpPr>
        <p:spPr>
          <a:xfrm rot="-5400000">
            <a:off x="-2324207" y="2245847"/>
            <a:ext cx="5252904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7911300" y="1722050"/>
            <a:ext cx="1168925" cy="284175"/>
            <a:chOff x="6017825" y="3809000"/>
            <a:chExt cx="1168925" cy="284175"/>
          </a:xfrm>
        </p:grpSpPr>
        <p:sp>
          <p:nvSpPr>
            <p:cNvPr id="40" name="Google Shape;40;p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Google Shape;43;p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"/>
          <p:cNvSpPr/>
          <p:nvPr/>
        </p:nvSpPr>
        <p:spPr>
          <a:xfrm>
            <a:off x="-137625" y="-888550"/>
            <a:ext cx="9281874" cy="137929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5"/>
          <p:cNvSpPr/>
          <p:nvPr/>
        </p:nvSpPr>
        <p:spPr>
          <a:xfrm>
            <a:off x="-238812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-137625" y="-307432"/>
            <a:ext cx="9281874" cy="789930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6" name="Google Shape;66;p5"/>
          <p:cNvGrpSpPr/>
          <p:nvPr/>
        </p:nvGrpSpPr>
        <p:grpSpPr>
          <a:xfrm>
            <a:off x="414375" y="251500"/>
            <a:ext cx="1168925" cy="284175"/>
            <a:chOff x="6017825" y="3809000"/>
            <a:chExt cx="1168925" cy="284175"/>
          </a:xfrm>
        </p:grpSpPr>
        <p:sp>
          <p:nvSpPr>
            <p:cNvPr id="67" name="Google Shape;67;p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68;p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69;p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70;p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71;p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5" name="Google Shape;85;p5"/>
          <p:cNvSpPr/>
          <p:nvPr/>
        </p:nvSpPr>
        <p:spPr>
          <a:xfrm>
            <a:off x="8430775" y="449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5"/>
          <p:cNvSpPr txBox="1">
            <a:spLocks noGrp="1"/>
          </p:cNvSpPr>
          <p:nvPr>
            <p:ph type="subTitle" idx="1"/>
          </p:nvPr>
        </p:nvSpPr>
        <p:spPr>
          <a:xfrm>
            <a:off x="5055284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8" name="Google Shape;88;p5"/>
          <p:cNvSpPr txBox="1">
            <a:spLocks noGrp="1"/>
          </p:cNvSpPr>
          <p:nvPr>
            <p:ph type="subTitle" idx="2"/>
          </p:nvPr>
        </p:nvSpPr>
        <p:spPr>
          <a:xfrm>
            <a:off x="1583300" y="3697924"/>
            <a:ext cx="2505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89" name="Google Shape;89;p5"/>
          <p:cNvSpPr txBox="1">
            <a:spLocks noGrp="1"/>
          </p:cNvSpPr>
          <p:nvPr>
            <p:ph type="subTitle" idx="3"/>
          </p:nvPr>
        </p:nvSpPr>
        <p:spPr>
          <a:xfrm>
            <a:off x="5055275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0" name="Google Shape;90;p5"/>
          <p:cNvSpPr txBox="1">
            <a:spLocks noGrp="1"/>
          </p:cNvSpPr>
          <p:nvPr>
            <p:ph type="subTitle" idx="4"/>
          </p:nvPr>
        </p:nvSpPr>
        <p:spPr>
          <a:xfrm>
            <a:off x="1583300" y="3376925"/>
            <a:ext cx="25056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6"/>
          <p:cNvGrpSpPr/>
          <p:nvPr/>
        </p:nvGrpSpPr>
        <p:grpSpPr>
          <a:xfrm>
            <a:off x="-2984059" y="-35475"/>
            <a:ext cx="12842767" cy="1025400"/>
            <a:chOff x="-269171" y="-92875"/>
            <a:chExt cx="9501196" cy="1025400"/>
          </a:xfrm>
        </p:grpSpPr>
        <p:sp>
          <p:nvSpPr>
            <p:cNvPr id="93" name="Google Shape;93;p6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6"/>
          <p:cNvSpPr/>
          <p:nvPr/>
        </p:nvSpPr>
        <p:spPr>
          <a:xfrm rot="10800000">
            <a:off x="-43741" y="4306961"/>
            <a:ext cx="9187741" cy="10586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6"/>
          <p:cNvGrpSpPr/>
          <p:nvPr/>
        </p:nvGrpSpPr>
        <p:grpSpPr>
          <a:xfrm rot="-5400000">
            <a:off x="-216275" y="3403650"/>
            <a:ext cx="1168925" cy="284175"/>
            <a:chOff x="6017825" y="3809000"/>
            <a:chExt cx="1168925" cy="284175"/>
          </a:xfrm>
        </p:grpSpPr>
        <p:sp>
          <p:nvSpPr>
            <p:cNvPr id="97" name="Google Shape;97;p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Google Shape;99;p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Google Shape;103;p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Google Shape;104;p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Google Shape;105;p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Google Shape;106;p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Google Shape;107;p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6"/>
          <p:cNvSpPr/>
          <p:nvPr/>
        </p:nvSpPr>
        <p:spPr>
          <a:xfrm>
            <a:off x="8139363" y="43974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/>
          <p:nvPr/>
        </p:nvSpPr>
        <p:spPr>
          <a:xfrm rot="10800000">
            <a:off x="-19289" y="259372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7"/>
          <p:cNvGrpSpPr/>
          <p:nvPr/>
        </p:nvGrpSpPr>
        <p:grpSpPr>
          <a:xfrm>
            <a:off x="7501175" y="4529750"/>
            <a:ext cx="1168925" cy="284175"/>
            <a:chOff x="6017825" y="3809000"/>
            <a:chExt cx="1168925" cy="284175"/>
          </a:xfrm>
        </p:grpSpPr>
        <p:sp>
          <p:nvSpPr>
            <p:cNvPr id="120" name="Google Shape;120;p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Google Shape;125;p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Google Shape;129;p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Google Shape;130;p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Google Shape;132;p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Google Shape;133;p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Google Shape;134;p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Google Shape;135;p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Google Shape;136;p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Google Shape;137;p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8" name="Google Shape;138;p7"/>
          <p:cNvSpPr/>
          <p:nvPr/>
        </p:nvSpPr>
        <p:spPr>
          <a:xfrm>
            <a:off x="421825" y="248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7"/>
          <p:cNvSpPr txBox="1">
            <a:spLocks noGrp="1"/>
          </p:cNvSpPr>
          <p:nvPr>
            <p:ph type="title"/>
          </p:nvPr>
        </p:nvSpPr>
        <p:spPr>
          <a:xfrm>
            <a:off x="720000" y="732775"/>
            <a:ext cx="4151400" cy="11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7"/>
          <p:cNvSpPr txBox="1">
            <a:spLocks noGrp="1"/>
          </p:cNvSpPr>
          <p:nvPr>
            <p:ph type="subTitle" idx="1"/>
          </p:nvPr>
        </p:nvSpPr>
        <p:spPr>
          <a:xfrm>
            <a:off x="720000" y="1971575"/>
            <a:ext cx="4151400" cy="229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7"/>
          <p:cNvSpPr>
            <a:spLocks noGrp="1"/>
          </p:cNvSpPr>
          <p:nvPr>
            <p:ph type="pic" idx="2"/>
          </p:nvPr>
        </p:nvSpPr>
        <p:spPr>
          <a:xfrm>
            <a:off x="5235125" y="782650"/>
            <a:ext cx="3195600" cy="32442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109779" y="3571477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"/>
          <p:cNvSpPr/>
          <p:nvPr/>
        </p:nvSpPr>
        <p:spPr>
          <a:xfrm rot="-5400000">
            <a:off x="-1292212" y="-735303"/>
            <a:ext cx="9187741" cy="263766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8"/>
          <p:cNvSpPr/>
          <p:nvPr/>
        </p:nvSpPr>
        <p:spPr>
          <a:xfrm rot="5400000">
            <a:off x="4705271" y="741680"/>
            <a:ext cx="5247084" cy="3711274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77175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grpSp>
        <p:nvGrpSpPr>
          <p:cNvPr id="147" name="Google Shape;147;p8"/>
          <p:cNvGrpSpPr/>
          <p:nvPr/>
        </p:nvGrpSpPr>
        <p:grpSpPr>
          <a:xfrm rot="10800000">
            <a:off x="5604675" y="4461913"/>
            <a:ext cx="1168925" cy="284175"/>
            <a:chOff x="6017825" y="3809000"/>
            <a:chExt cx="1168925" cy="284175"/>
          </a:xfrm>
        </p:grpSpPr>
        <p:sp>
          <p:nvSpPr>
            <p:cNvPr id="148" name="Google Shape;148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Google Shape;159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Google Shape;160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Google Shape;161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Google Shape;162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Google Shape;163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Google Shape;164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Google Shape;165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Google Shape;166;p8"/>
          <p:cNvGrpSpPr/>
          <p:nvPr/>
        </p:nvGrpSpPr>
        <p:grpSpPr>
          <a:xfrm rot="-5400000">
            <a:off x="-71950" y="850563"/>
            <a:ext cx="1168925" cy="284175"/>
            <a:chOff x="6017825" y="3809000"/>
            <a:chExt cx="1168925" cy="284175"/>
          </a:xfrm>
        </p:grpSpPr>
        <p:sp>
          <p:nvSpPr>
            <p:cNvPr id="167" name="Google Shape;167;p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Google Shape;169;p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Google Shape;172;p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Google Shape;175;p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Google Shape;177;p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Google Shape;178;p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"/>
          <p:cNvSpPr/>
          <p:nvPr/>
        </p:nvSpPr>
        <p:spPr>
          <a:xfrm rot="-5400000">
            <a:off x="-905628" y="713476"/>
            <a:ext cx="5334953" cy="3523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9"/>
          <p:cNvSpPr/>
          <p:nvPr/>
        </p:nvSpPr>
        <p:spPr>
          <a:xfrm rot="5400000">
            <a:off x="5741161" y="2421326"/>
            <a:ext cx="6218865" cy="573412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9"/>
          <p:cNvSpPr/>
          <p:nvPr/>
        </p:nvSpPr>
        <p:spPr>
          <a:xfrm>
            <a:off x="6425650" y="3666115"/>
            <a:ext cx="1730391" cy="160591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9"/>
          <p:cNvSpPr/>
          <p:nvPr/>
        </p:nvSpPr>
        <p:spPr>
          <a:xfrm>
            <a:off x="69994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0" name="Google Shape;190;p9"/>
          <p:cNvGrpSpPr/>
          <p:nvPr/>
        </p:nvGrpSpPr>
        <p:grpSpPr>
          <a:xfrm rot="-5400000">
            <a:off x="128750" y="981875"/>
            <a:ext cx="1168925" cy="284175"/>
            <a:chOff x="6017825" y="3809000"/>
            <a:chExt cx="1168925" cy="284175"/>
          </a:xfrm>
        </p:grpSpPr>
        <p:sp>
          <p:nvSpPr>
            <p:cNvPr id="191" name="Google Shape;191;p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205;p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206;p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207;p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208;p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9" name="Google Shape;209;p9"/>
          <p:cNvSpPr txBox="1">
            <a:spLocks noGrp="1"/>
          </p:cNvSpPr>
          <p:nvPr>
            <p:ph type="title"/>
          </p:nvPr>
        </p:nvSpPr>
        <p:spPr>
          <a:xfrm>
            <a:off x="753800" y="1189100"/>
            <a:ext cx="7636500" cy="196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150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9"/>
          <p:cNvSpPr txBox="1">
            <a:spLocks noGrp="1"/>
          </p:cNvSpPr>
          <p:nvPr>
            <p:ph type="subTitle" idx="1"/>
          </p:nvPr>
        </p:nvSpPr>
        <p:spPr>
          <a:xfrm>
            <a:off x="2135550" y="3153500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9"/>
          <p:cNvSpPr/>
          <p:nvPr/>
        </p:nvSpPr>
        <p:spPr>
          <a:xfrm>
            <a:off x="130875" y="3495450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"/>
          <p:cNvSpPr/>
          <p:nvPr/>
        </p:nvSpPr>
        <p:spPr>
          <a:xfrm flipH="1">
            <a:off x="-667905" y="3345852"/>
            <a:ext cx="10029655" cy="1825862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4" name="Google Shape;214;p10"/>
          <p:cNvGrpSpPr/>
          <p:nvPr/>
        </p:nvGrpSpPr>
        <p:grpSpPr>
          <a:xfrm rot="5400000">
            <a:off x="7846300" y="4116700"/>
            <a:ext cx="1168925" cy="284175"/>
            <a:chOff x="6017825" y="3809000"/>
            <a:chExt cx="1168925" cy="284175"/>
          </a:xfrm>
        </p:grpSpPr>
        <p:sp>
          <p:nvSpPr>
            <p:cNvPr id="215" name="Google Shape;215;p1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Google Shape;216;p1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Google Shape;217;p1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Google Shape;218;p1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Google Shape;219;p1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Google Shape;220;p1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Google Shape;221;p1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Google Shape;222;p1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Google Shape;224;p1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Google Shape;225;p1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Google Shape;226;p1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Google Shape;228;p1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Google Shape;229;p1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Google Shape;230;p1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Google Shape;231;p1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Google Shape;232;p1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3" name="Google Shape;233;p10"/>
          <p:cNvSpPr txBox="1">
            <a:spLocks noGrp="1"/>
          </p:cNvSpPr>
          <p:nvPr>
            <p:ph type="title"/>
          </p:nvPr>
        </p:nvSpPr>
        <p:spPr>
          <a:xfrm>
            <a:off x="720000" y="3406100"/>
            <a:ext cx="7704000" cy="1197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lt2"/>
        </a:solidFill>
        <a:effectLst/>
      </p:bgPr>
    </p:bg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"/>
          <p:cNvSpPr/>
          <p:nvPr/>
        </p:nvSpPr>
        <p:spPr>
          <a:xfrm rot="-5400000" flipH="1">
            <a:off x="-889023" y="716523"/>
            <a:ext cx="5247084" cy="365833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"/>
          <p:cNvSpPr/>
          <p:nvPr/>
        </p:nvSpPr>
        <p:spPr>
          <a:xfrm rot="5400000" flipH="1">
            <a:off x="6236854" y="2245853"/>
            <a:ext cx="5252904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1"/>
          <p:cNvSpPr/>
          <p:nvPr/>
        </p:nvSpPr>
        <p:spPr>
          <a:xfrm>
            <a:off x="713230" y="100351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8" name="Google Shape;238;p11"/>
          <p:cNvGrpSpPr/>
          <p:nvPr/>
        </p:nvGrpSpPr>
        <p:grpSpPr>
          <a:xfrm>
            <a:off x="6334000" y="836350"/>
            <a:ext cx="1168925" cy="284175"/>
            <a:chOff x="6017825" y="3809000"/>
            <a:chExt cx="1168925" cy="284175"/>
          </a:xfrm>
        </p:grpSpPr>
        <p:sp>
          <p:nvSpPr>
            <p:cNvPr id="239" name="Google Shape;239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Google Shape;240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Google Shape;241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Google Shape;242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Google Shape;243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Google Shape;244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Google Shape;245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Google Shape;246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Google Shape;247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Google Shape;248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Google Shape;250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Google Shape;251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Google Shape;252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Google Shape;253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Google Shape;254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Google Shape;255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Google Shape;256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57" name="Google Shape;257;p11"/>
          <p:cNvSpPr/>
          <p:nvPr/>
        </p:nvSpPr>
        <p:spPr>
          <a:xfrm>
            <a:off x="7431813" y="40225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"/>
          <p:cNvSpPr/>
          <p:nvPr/>
        </p:nvSpPr>
        <p:spPr>
          <a:xfrm rot="-5400000">
            <a:off x="567363" y="3954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9" name="Google Shape;259;p11"/>
          <p:cNvGrpSpPr/>
          <p:nvPr/>
        </p:nvGrpSpPr>
        <p:grpSpPr>
          <a:xfrm>
            <a:off x="1641075" y="3930350"/>
            <a:ext cx="1168925" cy="284175"/>
            <a:chOff x="6017825" y="3809000"/>
            <a:chExt cx="1168925" cy="284175"/>
          </a:xfrm>
        </p:grpSpPr>
        <p:sp>
          <p:nvSpPr>
            <p:cNvPr id="260" name="Google Shape;260;p1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Google Shape;261;p1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Google Shape;262;p1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1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1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1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1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1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1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1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Google Shape;270;p1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Google Shape;271;p1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Google Shape;272;p1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Google Shape;273;p1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Google Shape;274;p1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Google Shape;275;p1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Google Shape;276;p1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Google Shape;277;p1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8" name="Google Shape;278;p11"/>
          <p:cNvSpPr/>
          <p:nvPr/>
        </p:nvSpPr>
        <p:spPr>
          <a:xfrm>
            <a:off x="7144505" y="257507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566388"/>
            <a:ext cx="6576000" cy="154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0" name="Google Shape;280;p11"/>
          <p:cNvSpPr txBox="1">
            <a:spLocks noGrp="1"/>
          </p:cNvSpPr>
          <p:nvPr>
            <p:ph type="subTitle" idx="1"/>
          </p:nvPr>
        </p:nvSpPr>
        <p:spPr>
          <a:xfrm>
            <a:off x="1284000" y="3080013"/>
            <a:ext cx="65760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9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3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84" name="Google Shape;284;p13"/>
          <p:cNvSpPr txBox="1">
            <a:spLocks noGrp="1"/>
          </p:cNvSpPr>
          <p:nvPr>
            <p:ph type="subTitle" idx="1"/>
          </p:nvPr>
        </p:nvSpPr>
        <p:spPr>
          <a:xfrm>
            <a:off x="209661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5" name="Google Shape;285;p13"/>
          <p:cNvSpPr txBox="1">
            <a:spLocks noGrp="1"/>
          </p:cNvSpPr>
          <p:nvPr>
            <p:ph type="subTitle" idx="2"/>
          </p:nvPr>
        </p:nvSpPr>
        <p:spPr>
          <a:xfrm>
            <a:off x="5481681" y="20368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6" name="Google Shape;286;p13"/>
          <p:cNvSpPr txBox="1">
            <a:spLocks noGrp="1"/>
          </p:cNvSpPr>
          <p:nvPr>
            <p:ph type="subTitle" idx="3"/>
          </p:nvPr>
        </p:nvSpPr>
        <p:spPr>
          <a:xfrm>
            <a:off x="209661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7" name="Google Shape;287;p13"/>
          <p:cNvSpPr txBox="1">
            <a:spLocks noGrp="1"/>
          </p:cNvSpPr>
          <p:nvPr>
            <p:ph type="subTitle" idx="4"/>
          </p:nvPr>
        </p:nvSpPr>
        <p:spPr>
          <a:xfrm>
            <a:off x="5481681" y="347024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8" name="Google Shape;288;p13"/>
          <p:cNvSpPr txBox="1">
            <a:spLocks noGrp="1"/>
          </p:cNvSpPr>
          <p:nvPr>
            <p:ph type="title" idx="5" hasCustomPrompt="1"/>
          </p:nvPr>
        </p:nvSpPr>
        <p:spPr>
          <a:xfrm>
            <a:off x="1356814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89" name="Google Shape;289;p13"/>
          <p:cNvSpPr txBox="1">
            <a:spLocks noGrp="1"/>
          </p:cNvSpPr>
          <p:nvPr>
            <p:ph type="title" idx="6" hasCustomPrompt="1"/>
          </p:nvPr>
        </p:nvSpPr>
        <p:spPr>
          <a:xfrm>
            <a:off x="1356814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0" name="Google Shape;290;p13"/>
          <p:cNvSpPr txBox="1">
            <a:spLocks noGrp="1"/>
          </p:cNvSpPr>
          <p:nvPr>
            <p:ph type="title" idx="7" hasCustomPrompt="1"/>
          </p:nvPr>
        </p:nvSpPr>
        <p:spPr>
          <a:xfrm>
            <a:off x="4741889" y="1645654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1" name="Google Shape;291;p13"/>
          <p:cNvSpPr txBox="1">
            <a:spLocks noGrp="1"/>
          </p:cNvSpPr>
          <p:nvPr>
            <p:ph type="title" idx="8" hasCustomPrompt="1"/>
          </p:nvPr>
        </p:nvSpPr>
        <p:spPr>
          <a:xfrm>
            <a:off x="4741889" y="3079062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292" name="Google Shape;292;p13"/>
          <p:cNvSpPr txBox="1">
            <a:spLocks noGrp="1"/>
          </p:cNvSpPr>
          <p:nvPr>
            <p:ph type="subTitle" idx="9"/>
          </p:nvPr>
        </p:nvSpPr>
        <p:spPr>
          <a:xfrm>
            <a:off x="2096611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3" name="Google Shape;293;p13"/>
          <p:cNvSpPr txBox="1">
            <a:spLocks noGrp="1"/>
          </p:cNvSpPr>
          <p:nvPr>
            <p:ph type="subTitle" idx="13"/>
          </p:nvPr>
        </p:nvSpPr>
        <p:spPr>
          <a:xfrm>
            <a:off x="5481686" y="1747846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4" name="Google Shape;294;p13"/>
          <p:cNvSpPr txBox="1">
            <a:spLocks noGrp="1"/>
          </p:cNvSpPr>
          <p:nvPr>
            <p:ph type="subTitle" idx="14"/>
          </p:nvPr>
        </p:nvSpPr>
        <p:spPr>
          <a:xfrm>
            <a:off x="2096611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5" name="Google Shape;295;p13"/>
          <p:cNvSpPr txBox="1">
            <a:spLocks noGrp="1"/>
          </p:cNvSpPr>
          <p:nvPr>
            <p:ph type="subTitle" idx="15"/>
          </p:nvPr>
        </p:nvSpPr>
        <p:spPr>
          <a:xfrm>
            <a:off x="5481686" y="3181321"/>
            <a:ext cx="2305500" cy="394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96" name="Google Shape;296;p13"/>
          <p:cNvSpPr/>
          <p:nvPr/>
        </p:nvSpPr>
        <p:spPr>
          <a:xfrm rot="10800000" flipH="1">
            <a:off x="-473245" y="-667900"/>
            <a:ext cx="10218706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3"/>
          <p:cNvSpPr/>
          <p:nvPr/>
        </p:nvSpPr>
        <p:spPr>
          <a:xfrm rot="10800000">
            <a:off x="-81312" y="4603990"/>
            <a:ext cx="9321843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98" name="Google Shape;298;p13"/>
          <p:cNvGrpSpPr/>
          <p:nvPr/>
        </p:nvGrpSpPr>
        <p:grpSpPr>
          <a:xfrm>
            <a:off x="7578975" y="4530713"/>
            <a:ext cx="1168925" cy="284175"/>
            <a:chOff x="6017825" y="3809000"/>
            <a:chExt cx="1168925" cy="284175"/>
          </a:xfrm>
        </p:grpSpPr>
        <p:sp>
          <p:nvSpPr>
            <p:cNvPr id="299" name="Google Shape;299;p1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Google Shape;300;p1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Google Shape;301;p1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Google Shape;302;p1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Google Shape;303;p1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1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1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1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1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1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1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1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1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1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Google Shape;313;p1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Google Shape;314;p1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1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1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17" name="Google Shape;317;p13"/>
          <p:cNvSpPr/>
          <p:nvPr/>
        </p:nvSpPr>
        <p:spPr>
          <a:xfrm>
            <a:off x="8463275" y="101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3"/>
          <p:cNvSpPr/>
          <p:nvPr/>
        </p:nvSpPr>
        <p:spPr>
          <a:xfrm rot="10800000">
            <a:off x="54650" y="24602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BLANK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4"/>
          <p:cNvSpPr txBox="1">
            <a:spLocks noGrp="1"/>
          </p:cNvSpPr>
          <p:nvPr>
            <p:ph type="title"/>
          </p:nvPr>
        </p:nvSpPr>
        <p:spPr>
          <a:xfrm>
            <a:off x="1225350" y="3100300"/>
            <a:ext cx="66933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1" name="Google Shape;321;p14"/>
          <p:cNvSpPr txBox="1">
            <a:spLocks noGrp="1"/>
          </p:cNvSpPr>
          <p:nvPr>
            <p:ph type="subTitle" idx="1"/>
          </p:nvPr>
        </p:nvSpPr>
        <p:spPr>
          <a:xfrm>
            <a:off x="1225350" y="1511313"/>
            <a:ext cx="6691200" cy="147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22" name="Google Shape;322;p14"/>
          <p:cNvSpPr/>
          <p:nvPr/>
        </p:nvSpPr>
        <p:spPr>
          <a:xfrm>
            <a:off x="-137625" y="-88855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4"/>
          <p:cNvSpPr/>
          <p:nvPr/>
        </p:nvSpPr>
        <p:spPr>
          <a:xfrm>
            <a:off x="-1981200" y="39978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4" name="Google Shape;324;p14"/>
          <p:cNvGrpSpPr/>
          <p:nvPr/>
        </p:nvGrpSpPr>
        <p:grpSpPr>
          <a:xfrm rot="-5400000">
            <a:off x="8060538" y="3389300"/>
            <a:ext cx="1168925" cy="284175"/>
            <a:chOff x="6017825" y="3809000"/>
            <a:chExt cx="1168925" cy="284175"/>
          </a:xfrm>
        </p:grpSpPr>
        <p:sp>
          <p:nvSpPr>
            <p:cNvPr id="325" name="Google Shape;325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Google Shape;335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Google Shape;337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Google Shape;338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Google Shape;339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Google Shape;341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Google Shape;342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43" name="Google Shape;343;p14"/>
          <p:cNvGrpSpPr/>
          <p:nvPr/>
        </p:nvGrpSpPr>
        <p:grpSpPr>
          <a:xfrm>
            <a:off x="244513" y="904000"/>
            <a:ext cx="1168925" cy="284175"/>
            <a:chOff x="6017825" y="3809000"/>
            <a:chExt cx="1168925" cy="284175"/>
          </a:xfrm>
        </p:grpSpPr>
        <p:sp>
          <p:nvSpPr>
            <p:cNvPr id="344" name="Google Shape;344;p1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Google Shape;345;p1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Google Shape;346;p1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Google Shape;347;p1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Google Shape;348;p1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1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1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1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1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1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1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1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1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1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1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1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1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1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5"/>
          <p:cNvSpPr/>
          <p:nvPr/>
        </p:nvSpPr>
        <p:spPr>
          <a:xfrm rot="10800000" flipH="1">
            <a:off x="-19289" y="3215070"/>
            <a:ext cx="9182576" cy="562469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3193048" y="197000"/>
            <a:ext cx="1543095" cy="1432731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5" name="Google Shape;365;p15"/>
          <p:cNvGrpSpPr/>
          <p:nvPr/>
        </p:nvGrpSpPr>
        <p:grpSpPr>
          <a:xfrm rot="5400000">
            <a:off x="7988400" y="981875"/>
            <a:ext cx="1168925" cy="284175"/>
            <a:chOff x="6017825" y="3809000"/>
            <a:chExt cx="1168925" cy="284175"/>
          </a:xfrm>
        </p:grpSpPr>
        <p:sp>
          <p:nvSpPr>
            <p:cNvPr id="366" name="Google Shape;366;p1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1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1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1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Google Shape;370;p1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Google Shape;371;p1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1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1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1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1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1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1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1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1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1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1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1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1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4" name="Google Shape;384;p15"/>
          <p:cNvSpPr/>
          <p:nvPr/>
        </p:nvSpPr>
        <p:spPr>
          <a:xfrm>
            <a:off x="421813" y="393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 txBox="1">
            <a:spLocks noGrp="1"/>
          </p:cNvSpPr>
          <p:nvPr>
            <p:ph type="title"/>
          </p:nvPr>
        </p:nvSpPr>
        <p:spPr>
          <a:xfrm>
            <a:off x="4836775" y="988475"/>
            <a:ext cx="3690000" cy="229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86" name="Google Shape;386;p15"/>
          <p:cNvSpPr txBox="1">
            <a:spLocks noGrp="1"/>
          </p:cNvSpPr>
          <p:nvPr>
            <p:ph type="subTitle" idx="1"/>
          </p:nvPr>
        </p:nvSpPr>
        <p:spPr>
          <a:xfrm>
            <a:off x="4836775" y="3284525"/>
            <a:ext cx="3438000" cy="8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7" name="Google Shape;387;p15"/>
          <p:cNvSpPr>
            <a:spLocks noGrp="1"/>
          </p:cNvSpPr>
          <p:nvPr>
            <p:ph type="pic" idx="2"/>
          </p:nvPr>
        </p:nvSpPr>
        <p:spPr>
          <a:xfrm>
            <a:off x="708472" y="734793"/>
            <a:ext cx="3690000" cy="36741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4"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6"/>
          <p:cNvSpPr/>
          <p:nvPr/>
        </p:nvSpPr>
        <p:spPr>
          <a:xfrm rot="10800000" flipH="1">
            <a:off x="-45654" y="-879314"/>
            <a:ext cx="9378324" cy="1603513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6"/>
          <p:cNvSpPr/>
          <p:nvPr/>
        </p:nvSpPr>
        <p:spPr>
          <a:xfrm rot="10800000" flipH="1">
            <a:off x="-45650" y="38623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91" name="Google Shape;391;p16"/>
          <p:cNvGrpSpPr/>
          <p:nvPr/>
        </p:nvGrpSpPr>
        <p:grpSpPr>
          <a:xfrm>
            <a:off x="713225" y="3903263"/>
            <a:ext cx="1168925" cy="284175"/>
            <a:chOff x="6017825" y="3809000"/>
            <a:chExt cx="1168925" cy="284175"/>
          </a:xfrm>
        </p:grpSpPr>
        <p:sp>
          <p:nvSpPr>
            <p:cNvPr id="392" name="Google Shape;392;p1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Google Shape;393;p1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Google Shape;394;p1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Google Shape;395;p1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Google Shape;396;p1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1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1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1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1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1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1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Google Shape;403;p1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Google Shape;404;p1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Google Shape;405;p1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1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1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1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1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0" name="Google Shape;410;p16"/>
          <p:cNvSpPr/>
          <p:nvPr/>
        </p:nvSpPr>
        <p:spPr>
          <a:xfrm rot="5400000">
            <a:off x="574125" y="1992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6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16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4_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17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7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7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17" name="Google Shape;417;p17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418" name="Google Shape;418;p1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1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1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1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1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1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Google Shape;424;p1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Google Shape;425;p1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1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1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1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1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1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1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Google Shape;432;p1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1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1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1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17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7"/>
          <p:cNvSpPr txBox="1">
            <a:spLocks noGrp="1"/>
          </p:cNvSpPr>
          <p:nvPr>
            <p:ph type="title"/>
          </p:nvPr>
        </p:nvSpPr>
        <p:spPr>
          <a:xfrm>
            <a:off x="5800250" y="1559350"/>
            <a:ext cx="2630400" cy="118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38" name="Google Shape;438;p17"/>
          <p:cNvSpPr txBox="1">
            <a:spLocks noGrp="1"/>
          </p:cNvSpPr>
          <p:nvPr>
            <p:ph type="subTitle" idx="1"/>
          </p:nvPr>
        </p:nvSpPr>
        <p:spPr>
          <a:xfrm>
            <a:off x="5800375" y="2713600"/>
            <a:ext cx="2630400" cy="108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4_1_1"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8"/>
          <p:cNvSpPr/>
          <p:nvPr/>
        </p:nvSpPr>
        <p:spPr>
          <a:xfrm rot="10800000" flipH="1">
            <a:off x="-21875" y="4040915"/>
            <a:ext cx="9187741" cy="115323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1" name="Google Shape;441;p18"/>
          <p:cNvGrpSpPr/>
          <p:nvPr/>
        </p:nvGrpSpPr>
        <p:grpSpPr>
          <a:xfrm>
            <a:off x="-378620" y="0"/>
            <a:ext cx="9667629" cy="1025400"/>
            <a:chOff x="-207175" y="-92875"/>
            <a:chExt cx="9439200" cy="1025400"/>
          </a:xfrm>
        </p:grpSpPr>
        <p:sp>
          <p:nvSpPr>
            <p:cNvPr id="442" name="Google Shape;442;p1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1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44" name="Google Shape;444;p18"/>
          <p:cNvSpPr txBox="1">
            <a:spLocks noGrp="1"/>
          </p:cNvSpPr>
          <p:nvPr>
            <p:ph type="title"/>
          </p:nvPr>
        </p:nvSpPr>
        <p:spPr>
          <a:xfrm>
            <a:off x="720000" y="1559350"/>
            <a:ext cx="3233100" cy="119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45" name="Google Shape;445;p18"/>
          <p:cNvSpPr txBox="1">
            <a:spLocks noGrp="1"/>
          </p:cNvSpPr>
          <p:nvPr>
            <p:ph type="subTitle" idx="1"/>
          </p:nvPr>
        </p:nvSpPr>
        <p:spPr>
          <a:xfrm>
            <a:off x="720000" y="2713600"/>
            <a:ext cx="3233100" cy="80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4_1_1_1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19"/>
          <p:cNvSpPr/>
          <p:nvPr/>
        </p:nvSpPr>
        <p:spPr>
          <a:xfrm>
            <a:off x="-238800" y="4522726"/>
            <a:ext cx="11244263" cy="62341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9"/>
          <p:cNvSpPr/>
          <p:nvPr/>
        </p:nvSpPr>
        <p:spPr>
          <a:xfrm>
            <a:off x="-137875" y="-47300"/>
            <a:ext cx="9281874" cy="502563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9" name="Google Shape;449;p19"/>
          <p:cNvGrpSpPr/>
          <p:nvPr/>
        </p:nvGrpSpPr>
        <p:grpSpPr>
          <a:xfrm rot="5400000">
            <a:off x="8206950" y="1285600"/>
            <a:ext cx="1168925" cy="284175"/>
            <a:chOff x="6017825" y="3809000"/>
            <a:chExt cx="1168925" cy="284175"/>
          </a:xfrm>
        </p:grpSpPr>
        <p:sp>
          <p:nvSpPr>
            <p:cNvPr id="450" name="Google Shape;450;p1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Google Shape;451;p1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Google Shape;452;p1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Google Shape;453;p1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Google Shape;454;p1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Google Shape;455;p1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1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Google Shape;457;p1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Google Shape;458;p1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Google Shape;459;p1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1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1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1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1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1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1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1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Google Shape;467;p1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68" name="Google Shape;468;p19"/>
          <p:cNvSpPr/>
          <p:nvPr/>
        </p:nvSpPr>
        <p:spPr>
          <a:xfrm rot="10800000">
            <a:off x="45800" y="689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9"/>
          <p:cNvSpPr txBox="1">
            <a:spLocks noGrp="1"/>
          </p:cNvSpPr>
          <p:nvPr>
            <p:ph type="title"/>
          </p:nvPr>
        </p:nvSpPr>
        <p:spPr>
          <a:xfrm>
            <a:off x="720000" y="443075"/>
            <a:ext cx="7710900" cy="65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70" name="Google Shape;470;p19"/>
          <p:cNvSpPr txBox="1">
            <a:spLocks noGrp="1"/>
          </p:cNvSpPr>
          <p:nvPr>
            <p:ph type="subTitle" idx="1"/>
          </p:nvPr>
        </p:nvSpPr>
        <p:spPr>
          <a:xfrm>
            <a:off x="720000" y="1176450"/>
            <a:ext cx="7710900" cy="50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_AND_TWO_COLUMNS_1"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20"/>
          <p:cNvSpPr/>
          <p:nvPr/>
        </p:nvSpPr>
        <p:spPr>
          <a:xfrm>
            <a:off x="-65950" y="-200875"/>
            <a:ext cx="10028923" cy="6459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20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4" name="Google Shape;474;p20"/>
          <p:cNvGrpSpPr/>
          <p:nvPr/>
        </p:nvGrpSpPr>
        <p:grpSpPr>
          <a:xfrm rot="5400000">
            <a:off x="-13337" y="2429650"/>
            <a:ext cx="1168925" cy="284175"/>
            <a:chOff x="6017825" y="3809000"/>
            <a:chExt cx="1168925" cy="284175"/>
          </a:xfrm>
        </p:grpSpPr>
        <p:sp>
          <p:nvSpPr>
            <p:cNvPr id="475" name="Google Shape;475;p2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2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2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2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2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2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Google Shape;481;p2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Google Shape;482;p2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Google Shape;483;p2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Google Shape;484;p2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Google Shape;485;p2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2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Google Shape;488;p2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2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Google Shape;491;p2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Google Shape;492;p2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3" name="Google Shape;493;p20"/>
          <p:cNvSpPr/>
          <p:nvPr/>
        </p:nvSpPr>
        <p:spPr>
          <a:xfrm>
            <a:off x="8284900" y="44067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20"/>
          <p:cNvSpPr/>
          <p:nvPr/>
        </p:nvSpPr>
        <p:spPr>
          <a:xfrm>
            <a:off x="8284900" y="38136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20"/>
          <p:cNvSpPr txBox="1">
            <a:spLocks noGrp="1"/>
          </p:cNvSpPr>
          <p:nvPr>
            <p:ph type="title"/>
          </p:nvPr>
        </p:nvSpPr>
        <p:spPr>
          <a:xfrm>
            <a:off x="713275" y="445025"/>
            <a:ext cx="7717500" cy="6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496" name="Google Shape;496;p20"/>
          <p:cNvSpPr txBox="1">
            <a:spLocks noGrp="1"/>
          </p:cNvSpPr>
          <p:nvPr>
            <p:ph type="subTitle" idx="1"/>
          </p:nvPr>
        </p:nvSpPr>
        <p:spPr>
          <a:xfrm>
            <a:off x="4968997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7" name="Google Shape;497;p20"/>
          <p:cNvSpPr txBox="1">
            <a:spLocks noGrp="1"/>
          </p:cNvSpPr>
          <p:nvPr>
            <p:ph type="subTitle" idx="2"/>
          </p:nvPr>
        </p:nvSpPr>
        <p:spPr>
          <a:xfrm>
            <a:off x="1761125" y="2789222"/>
            <a:ext cx="2414100" cy="101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8" name="Google Shape;498;p20"/>
          <p:cNvSpPr txBox="1">
            <a:spLocks noGrp="1"/>
          </p:cNvSpPr>
          <p:nvPr>
            <p:ph type="subTitle" idx="3"/>
          </p:nvPr>
        </p:nvSpPr>
        <p:spPr>
          <a:xfrm>
            <a:off x="1761125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99" name="Google Shape;499;p20"/>
          <p:cNvSpPr txBox="1">
            <a:spLocks noGrp="1"/>
          </p:cNvSpPr>
          <p:nvPr>
            <p:ph type="subTitle" idx="4"/>
          </p:nvPr>
        </p:nvSpPr>
        <p:spPr>
          <a:xfrm>
            <a:off x="4969000" y="2301600"/>
            <a:ext cx="24141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_AND_TWO_COLUMNS_1_1"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21"/>
          <p:cNvSpPr/>
          <p:nvPr/>
        </p:nvSpPr>
        <p:spPr>
          <a:xfrm rot="10800000">
            <a:off x="-16574" y="-39796"/>
            <a:ext cx="9378324" cy="57187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21"/>
          <p:cNvSpPr/>
          <p:nvPr/>
        </p:nvSpPr>
        <p:spPr>
          <a:xfrm rot="10800000">
            <a:off x="-45650" y="460535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03" name="Google Shape;503;p21"/>
          <p:cNvGrpSpPr/>
          <p:nvPr/>
        </p:nvGrpSpPr>
        <p:grpSpPr>
          <a:xfrm>
            <a:off x="181150" y="1254450"/>
            <a:ext cx="1168925" cy="284175"/>
            <a:chOff x="6017825" y="3809000"/>
            <a:chExt cx="1168925" cy="284175"/>
          </a:xfrm>
        </p:grpSpPr>
        <p:sp>
          <p:nvSpPr>
            <p:cNvPr id="504" name="Google Shape;504;p2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Google Shape;505;p2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Google Shape;506;p2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Google Shape;507;p2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Google Shape;508;p2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Google Shape;509;p2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Google Shape;510;p2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Google Shape;511;p2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Google Shape;512;p2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Google Shape;513;p2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Google Shape;514;p2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Google Shape;515;p2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Google Shape;516;p2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Google Shape;517;p2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Google Shape;518;p2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Google Shape;519;p2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Google Shape;520;p2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Google Shape;521;p2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2" name="Google Shape;522;p21"/>
          <p:cNvSpPr/>
          <p:nvPr/>
        </p:nvSpPr>
        <p:spPr>
          <a:xfrm>
            <a:off x="71775" y="4714275"/>
            <a:ext cx="582350" cy="291075"/>
          </a:xfrm>
          <a:custGeom>
            <a:avLst/>
            <a:gdLst/>
            <a:ahLst/>
            <a:cxnLst/>
            <a:rect l="l" t="t" r="r" b="b"/>
            <a:pathLst>
              <a:path w="23294" h="11643" extrusionOk="0">
                <a:moveTo>
                  <a:pt x="0" y="1"/>
                </a:moveTo>
                <a:cubicBezTo>
                  <a:pt x="0" y="6406"/>
                  <a:pt x="5219" y="11643"/>
                  <a:pt x="11642" y="11643"/>
                </a:cubicBezTo>
                <a:cubicBezTo>
                  <a:pt x="18065" y="11643"/>
                  <a:pt x="23293" y="6406"/>
                  <a:pt x="23293" y="1"/>
                </a:cubicBezTo>
                <a:lnTo>
                  <a:pt x="18030" y="1"/>
                </a:lnTo>
                <a:cubicBezTo>
                  <a:pt x="18030" y="3525"/>
                  <a:pt x="15175" y="6379"/>
                  <a:pt x="11651" y="6379"/>
                </a:cubicBezTo>
                <a:cubicBezTo>
                  <a:pt x="8127" y="6379"/>
                  <a:pt x="5273" y="3507"/>
                  <a:pt x="5273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21"/>
          <p:cNvSpPr txBox="1">
            <a:spLocks noGrp="1"/>
          </p:cNvSpPr>
          <p:nvPr>
            <p:ph type="subTitle" idx="1"/>
          </p:nvPr>
        </p:nvSpPr>
        <p:spPr>
          <a:xfrm>
            <a:off x="4989519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5" name="Google Shape;525;p21"/>
          <p:cNvSpPr txBox="1">
            <a:spLocks noGrp="1"/>
          </p:cNvSpPr>
          <p:nvPr>
            <p:ph type="subTitle" idx="2"/>
          </p:nvPr>
        </p:nvSpPr>
        <p:spPr>
          <a:xfrm>
            <a:off x="1175775" y="1767725"/>
            <a:ext cx="2978700" cy="249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6" name="Google Shape;526;p21"/>
          <p:cNvSpPr/>
          <p:nvPr/>
        </p:nvSpPr>
        <p:spPr>
          <a:xfrm>
            <a:off x="7867424" y="3980301"/>
            <a:ext cx="1155453" cy="1072334"/>
          </a:xfrm>
          <a:custGeom>
            <a:avLst/>
            <a:gdLst/>
            <a:ahLst/>
            <a:cxnLst/>
            <a:rect l="l" t="t" r="r" b="b"/>
            <a:pathLst>
              <a:path w="38451" h="35685" extrusionOk="0">
                <a:moveTo>
                  <a:pt x="19225" y="0"/>
                </a:moveTo>
                <a:cubicBezTo>
                  <a:pt x="8609" y="0"/>
                  <a:pt x="1" y="8609"/>
                  <a:pt x="1" y="19225"/>
                </a:cubicBezTo>
                <a:lnTo>
                  <a:pt x="1" y="35684"/>
                </a:lnTo>
                <a:lnTo>
                  <a:pt x="38450" y="35684"/>
                </a:lnTo>
                <a:lnTo>
                  <a:pt x="38450" y="19225"/>
                </a:lnTo>
                <a:cubicBezTo>
                  <a:pt x="38450" y="8609"/>
                  <a:pt x="29841" y="0"/>
                  <a:pt x="1922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22"/>
          <p:cNvSpPr/>
          <p:nvPr/>
        </p:nvSpPr>
        <p:spPr>
          <a:xfrm rot="10800000" flipH="1">
            <a:off x="-16575" y="-39776"/>
            <a:ext cx="9378324" cy="51865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22"/>
          <p:cNvSpPr/>
          <p:nvPr/>
        </p:nvSpPr>
        <p:spPr>
          <a:xfrm rot="10800000" flipH="1">
            <a:off x="-97400" y="4073446"/>
            <a:ext cx="9274513" cy="107005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0" name="Google Shape;530;p22"/>
          <p:cNvGrpSpPr/>
          <p:nvPr/>
        </p:nvGrpSpPr>
        <p:grpSpPr>
          <a:xfrm rot="10800000">
            <a:off x="7846313" y="1427563"/>
            <a:ext cx="1168925" cy="284175"/>
            <a:chOff x="6017825" y="3809000"/>
            <a:chExt cx="1168925" cy="284175"/>
          </a:xfrm>
        </p:grpSpPr>
        <p:sp>
          <p:nvSpPr>
            <p:cNvPr id="531" name="Google Shape;53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Google Shape;53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Google Shape;53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Google Shape;53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Google Shape;53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Google Shape;53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Google Shape;54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Google Shape;54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Google Shape;54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Google Shape;54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49" name="Google Shape;549;p22"/>
          <p:cNvSpPr/>
          <p:nvPr/>
        </p:nvSpPr>
        <p:spPr>
          <a:xfrm rot="10800000">
            <a:off x="8139375" y="43129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50" name="Google Shape;550;p22"/>
          <p:cNvGrpSpPr/>
          <p:nvPr/>
        </p:nvGrpSpPr>
        <p:grpSpPr>
          <a:xfrm rot="5400000">
            <a:off x="-13337" y="1204763"/>
            <a:ext cx="1168925" cy="284175"/>
            <a:chOff x="6017825" y="3809000"/>
            <a:chExt cx="1168925" cy="284175"/>
          </a:xfrm>
        </p:grpSpPr>
        <p:sp>
          <p:nvSpPr>
            <p:cNvPr id="551" name="Google Shape;551;p2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2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2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Google Shape;554;p2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Google Shape;555;p2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2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2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2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Google Shape;559;p2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Google Shape;560;p2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2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2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2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2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2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2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2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2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69" name="Google Shape;569;p2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70" name="Google Shape;570;p22"/>
          <p:cNvSpPr txBox="1">
            <a:spLocks noGrp="1"/>
          </p:cNvSpPr>
          <p:nvPr>
            <p:ph type="subTitle" idx="1"/>
          </p:nvPr>
        </p:nvSpPr>
        <p:spPr>
          <a:xfrm>
            <a:off x="93762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1" name="Google Shape;571;p22"/>
          <p:cNvSpPr txBox="1">
            <a:spLocks noGrp="1"/>
          </p:cNvSpPr>
          <p:nvPr>
            <p:ph type="subTitle" idx="2"/>
          </p:nvPr>
        </p:nvSpPr>
        <p:spPr>
          <a:xfrm>
            <a:off x="3484347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2" name="Google Shape;572;p22"/>
          <p:cNvSpPr txBox="1">
            <a:spLocks noGrp="1"/>
          </p:cNvSpPr>
          <p:nvPr>
            <p:ph type="subTitle" idx="3"/>
          </p:nvPr>
        </p:nvSpPr>
        <p:spPr>
          <a:xfrm>
            <a:off x="6031075" y="2788275"/>
            <a:ext cx="2175300" cy="7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22"/>
          <p:cNvSpPr txBox="1">
            <a:spLocks noGrp="1"/>
          </p:cNvSpPr>
          <p:nvPr>
            <p:ph type="subTitle" idx="4"/>
          </p:nvPr>
        </p:nvSpPr>
        <p:spPr>
          <a:xfrm>
            <a:off x="93762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4" name="Google Shape;574;p22"/>
          <p:cNvSpPr txBox="1">
            <a:spLocks noGrp="1"/>
          </p:cNvSpPr>
          <p:nvPr>
            <p:ph type="subTitle" idx="5"/>
          </p:nvPr>
        </p:nvSpPr>
        <p:spPr>
          <a:xfrm>
            <a:off x="3484350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575" name="Google Shape;575;p22"/>
          <p:cNvSpPr txBox="1">
            <a:spLocks noGrp="1"/>
          </p:cNvSpPr>
          <p:nvPr>
            <p:ph type="subTitle" idx="6"/>
          </p:nvPr>
        </p:nvSpPr>
        <p:spPr>
          <a:xfrm>
            <a:off x="6031075" y="2301251"/>
            <a:ext cx="21753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23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23"/>
          <p:cNvSpPr/>
          <p:nvPr/>
        </p:nvSpPr>
        <p:spPr>
          <a:xfrm>
            <a:off x="-1981200" y="4667825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79" name="Google Shape;579;p23"/>
          <p:cNvGrpSpPr/>
          <p:nvPr/>
        </p:nvGrpSpPr>
        <p:grpSpPr>
          <a:xfrm rot="10800000">
            <a:off x="7574838" y="82250"/>
            <a:ext cx="1168925" cy="284175"/>
            <a:chOff x="6017825" y="3809000"/>
            <a:chExt cx="1168925" cy="284175"/>
          </a:xfrm>
        </p:grpSpPr>
        <p:sp>
          <p:nvSpPr>
            <p:cNvPr id="580" name="Google Shape;58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Google Shape;58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Google Shape;58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Google Shape;58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Google Shape;58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Google Shape;58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Google Shape;58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Google Shape;58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Google Shape;58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Google Shape;58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Google Shape;59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Google Shape;59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Google Shape;59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Google Shape;59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Google Shape;59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Google Shape;59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Google Shape;59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Google Shape;59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8" name="Google Shape;598;p23"/>
          <p:cNvSpPr/>
          <p:nvPr/>
        </p:nvSpPr>
        <p:spPr>
          <a:xfrm rot="10800000">
            <a:off x="713225" y="4774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99" name="Google Shape;599;p23"/>
          <p:cNvGrpSpPr/>
          <p:nvPr/>
        </p:nvGrpSpPr>
        <p:grpSpPr>
          <a:xfrm rot="-5400000">
            <a:off x="128750" y="999638"/>
            <a:ext cx="1168925" cy="284175"/>
            <a:chOff x="6017825" y="3809000"/>
            <a:chExt cx="1168925" cy="284175"/>
          </a:xfrm>
        </p:grpSpPr>
        <p:sp>
          <p:nvSpPr>
            <p:cNvPr id="600" name="Google Shape;600;p23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Google Shape;601;p23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Google Shape;602;p23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Google Shape;603;p23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Google Shape;604;p23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Google Shape;605;p23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Google Shape;606;p23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Google Shape;607;p23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Google Shape;608;p23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Google Shape;609;p23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Google Shape;610;p23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Google Shape;611;p23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Google Shape;612;p23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Google Shape;613;p23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Google Shape;614;p23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Google Shape;615;p23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Google Shape;616;p23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Google Shape;617;p23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18" name="Google Shape;618;p23"/>
          <p:cNvSpPr/>
          <p:nvPr/>
        </p:nvSpPr>
        <p:spPr>
          <a:xfrm rot="-5400000">
            <a:off x="8199050" y="28915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3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20" name="Google Shape;620;p23"/>
          <p:cNvSpPr txBox="1">
            <a:spLocks noGrp="1"/>
          </p:cNvSpPr>
          <p:nvPr>
            <p:ph type="subTitle" idx="1"/>
          </p:nvPr>
        </p:nvSpPr>
        <p:spPr>
          <a:xfrm>
            <a:off x="2424850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1" name="Google Shape;621;p23"/>
          <p:cNvSpPr txBox="1">
            <a:spLocks noGrp="1"/>
          </p:cNvSpPr>
          <p:nvPr>
            <p:ph type="subTitle" idx="2"/>
          </p:nvPr>
        </p:nvSpPr>
        <p:spPr>
          <a:xfrm>
            <a:off x="4693457" y="23102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2" name="Google Shape;622;p23"/>
          <p:cNvSpPr txBox="1">
            <a:spLocks noGrp="1"/>
          </p:cNvSpPr>
          <p:nvPr>
            <p:ph type="subTitle" idx="3"/>
          </p:nvPr>
        </p:nvSpPr>
        <p:spPr>
          <a:xfrm>
            <a:off x="2424850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3" name="Google Shape;623;p23"/>
          <p:cNvSpPr txBox="1">
            <a:spLocks noGrp="1"/>
          </p:cNvSpPr>
          <p:nvPr>
            <p:ph type="subTitle" idx="4"/>
          </p:nvPr>
        </p:nvSpPr>
        <p:spPr>
          <a:xfrm>
            <a:off x="4693457" y="4119900"/>
            <a:ext cx="1937700" cy="48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4" name="Google Shape;624;p23"/>
          <p:cNvSpPr txBox="1">
            <a:spLocks noGrp="1"/>
          </p:cNvSpPr>
          <p:nvPr>
            <p:ph type="subTitle" idx="5"/>
          </p:nvPr>
        </p:nvSpPr>
        <p:spPr>
          <a:xfrm>
            <a:off x="2424850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5" name="Google Shape;625;p23"/>
          <p:cNvSpPr txBox="1">
            <a:spLocks noGrp="1"/>
          </p:cNvSpPr>
          <p:nvPr>
            <p:ph type="subTitle" idx="6"/>
          </p:nvPr>
        </p:nvSpPr>
        <p:spPr>
          <a:xfrm>
            <a:off x="2424850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6" name="Google Shape;626;p23"/>
          <p:cNvSpPr txBox="1">
            <a:spLocks noGrp="1"/>
          </p:cNvSpPr>
          <p:nvPr>
            <p:ph type="subTitle" idx="7"/>
          </p:nvPr>
        </p:nvSpPr>
        <p:spPr>
          <a:xfrm>
            <a:off x="4693454" y="1824325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27" name="Google Shape;627;p23"/>
          <p:cNvSpPr txBox="1">
            <a:spLocks noGrp="1"/>
          </p:cNvSpPr>
          <p:nvPr>
            <p:ph type="subTitle" idx="8"/>
          </p:nvPr>
        </p:nvSpPr>
        <p:spPr>
          <a:xfrm>
            <a:off x="4693454" y="3634100"/>
            <a:ext cx="19377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4"/>
          <p:cNvSpPr/>
          <p:nvPr/>
        </p:nvSpPr>
        <p:spPr>
          <a:xfrm rot="10800000">
            <a:off x="-43750" y="4832050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0" name="Google Shape;630;p24"/>
          <p:cNvGrpSpPr/>
          <p:nvPr/>
        </p:nvGrpSpPr>
        <p:grpSpPr>
          <a:xfrm>
            <a:off x="-2010334" y="-41400"/>
            <a:ext cx="10931538" cy="651900"/>
            <a:chOff x="-1315460" y="-92875"/>
            <a:chExt cx="9439200" cy="651900"/>
          </a:xfrm>
        </p:grpSpPr>
        <p:sp>
          <p:nvSpPr>
            <p:cNvPr id="631" name="Google Shape;631;p24"/>
            <p:cNvSpPr/>
            <p:nvPr/>
          </p:nvSpPr>
          <p:spPr>
            <a:xfrm>
              <a:off x="-1315460" y="-92875"/>
              <a:ext cx="2700300" cy="651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Google Shape;632;p24"/>
            <p:cNvSpPr/>
            <p:nvPr/>
          </p:nvSpPr>
          <p:spPr>
            <a:xfrm>
              <a:off x="-1315460" y="-92875"/>
              <a:ext cx="9439200" cy="233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633" name="Google Shape;633;p24"/>
          <p:cNvGrpSpPr/>
          <p:nvPr/>
        </p:nvGrpSpPr>
        <p:grpSpPr>
          <a:xfrm rot="-5400000">
            <a:off x="78663" y="1955775"/>
            <a:ext cx="1168925" cy="284175"/>
            <a:chOff x="6017825" y="3809000"/>
            <a:chExt cx="1168925" cy="284175"/>
          </a:xfrm>
        </p:grpSpPr>
        <p:sp>
          <p:nvSpPr>
            <p:cNvPr id="634" name="Google Shape;63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Google Shape;63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Google Shape;63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Google Shape;63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Google Shape;63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Google Shape;63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Google Shape;64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Google Shape;64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Google Shape;64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Google Shape;64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Google Shape;64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Google Shape;64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Google Shape;64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Google Shape;64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Google Shape;64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Google Shape;64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Google Shape;65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Google Shape;65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52" name="Google Shape;652;p24"/>
          <p:cNvSpPr/>
          <p:nvPr/>
        </p:nvSpPr>
        <p:spPr>
          <a:xfrm rot="-5400000">
            <a:off x="276275" y="42117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53" name="Google Shape;653;p24"/>
          <p:cNvGrpSpPr/>
          <p:nvPr/>
        </p:nvGrpSpPr>
        <p:grpSpPr>
          <a:xfrm rot="-5400000">
            <a:off x="8417438" y="4351300"/>
            <a:ext cx="1168925" cy="284175"/>
            <a:chOff x="6017825" y="3809000"/>
            <a:chExt cx="1168925" cy="284175"/>
          </a:xfrm>
        </p:grpSpPr>
        <p:sp>
          <p:nvSpPr>
            <p:cNvPr id="654" name="Google Shape;654;p2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Google Shape;655;p2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Google Shape;656;p2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Google Shape;657;p2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Google Shape;658;p2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Google Shape;659;p2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Google Shape;660;p2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Google Shape;661;p2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Google Shape;662;p2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Google Shape;663;p2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Google Shape;664;p2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Google Shape;665;p2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Google Shape;666;p2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Google Shape;667;p2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Google Shape;668;p2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Google Shape;669;p2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Google Shape;670;p2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Google Shape;671;p2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72" name="Google Shape;672;p24"/>
          <p:cNvSpPr/>
          <p:nvPr/>
        </p:nvSpPr>
        <p:spPr>
          <a:xfrm rot="10800000">
            <a:off x="8458252" y="473569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9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74" name="Google Shape;674;p24"/>
          <p:cNvSpPr txBox="1">
            <a:spLocks noGrp="1"/>
          </p:cNvSpPr>
          <p:nvPr>
            <p:ph type="subTitle" idx="1"/>
          </p:nvPr>
        </p:nvSpPr>
        <p:spPr>
          <a:xfrm>
            <a:off x="110915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5" name="Google Shape;675;p24"/>
          <p:cNvSpPr txBox="1">
            <a:spLocks noGrp="1"/>
          </p:cNvSpPr>
          <p:nvPr>
            <p:ph type="subTitle" idx="2"/>
          </p:nvPr>
        </p:nvSpPr>
        <p:spPr>
          <a:xfrm>
            <a:off x="3579000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6" name="Google Shape;676;p24"/>
          <p:cNvSpPr txBox="1">
            <a:spLocks noGrp="1"/>
          </p:cNvSpPr>
          <p:nvPr>
            <p:ph type="subTitle" idx="3"/>
          </p:nvPr>
        </p:nvSpPr>
        <p:spPr>
          <a:xfrm>
            <a:off x="110915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7" name="Google Shape;677;p24"/>
          <p:cNvSpPr txBox="1">
            <a:spLocks noGrp="1"/>
          </p:cNvSpPr>
          <p:nvPr>
            <p:ph type="subTitle" idx="4"/>
          </p:nvPr>
        </p:nvSpPr>
        <p:spPr>
          <a:xfrm>
            <a:off x="3579000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8" name="Google Shape;678;p24"/>
          <p:cNvSpPr txBox="1">
            <a:spLocks noGrp="1"/>
          </p:cNvSpPr>
          <p:nvPr>
            <p:ph type="subTitle" idx="5"/>
          </p:nvPr>
        </p:nvSpPr>
        <p:spPr>
          <a:xfrm>
            <a:off x="6048845" y="2310200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9" name="Google Shape;679;p24"/>
          <p:cNvSpPr txBox="1">
            <a:spLocks noGrp="1"/>
          </p:cNvSpPr>
          <p:nvPr>
            <p:ph type="subTitle" idx="6"/>
          </p:nvPr>
        </p:nvSpPr>
        <p:spPr>
          <a:xfrm>
            <a:off x="6048845" y="4143775"/>
            <a:ext cx="19860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0" name="Google Shape;680;p24"/>
          <p:cNvSpPr txBox="1">
            <a:spLocks noGrp="1"/>
          </p:cNvSpPr>
          <p:nvPr>
            <p:ph type="subTitle" idx="7"/>
          </p:nvPr>
        </p:nvSpPr>
        <p:spPr>
          <a:xfrm>
            <a:off x="111305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1" name="Google Shape;681;p24"/>
          <p:cNvSpPr txBox="1">
            <a:spLocks noGrp="1"/>
          </p:cNvSpPr>
          <p:nvPr>
            <p:ph type="subTitle" idx="8"/>
          </p:nvPr>
        </p:nvSpPr>
        <p:spPr>
          <a:xfrm>
            <a:off x="3582900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2" name="Google Shape;682;p24"/>
          <p:cNvSpPr txBox="1">
            <a:spLocks noGrp="1"/>
          </p:cNvSpPr>
          <p:nvPr>
            <p:ph type="subTitle" idx="9"/>
          </p:nvPr>
        </p:nvSpPr>
        <p:spPr>
          <a:xfrm>
            <a:off x="6052745" y="1824313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3" name="Google Shape;683;p24"/>
          <p:cNvSpPr txBox="1">
            <a:spLocks noGrp="1"/>
          </p:cNvSpPr>
          <p:nvPr>
            <p:ph type="subTitle" idx="13"/>
          </p:nvPr>
        </p:nvSpPr>
        <p:spPr>
          <a:xfrm>
            <a:off x="111305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4" name="Google Shape;684;p24"/>
          <p:cNvSpPr txBox="1">
            <a:spLocks noGrp="1"/>
          </p:cNvSpPr>
          <p:nvPr>
            <p:ph type="subTitle" idx="14"/>
          </p:nvPr>
        </p:nvSpPr>
        <p:spPr>
          <a:xfrm>
            <a:off x="3582900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5" name="Google Shape;685;p24"/>
          <p:cNvSpPr txBox="1">
            <a:spLocks noGrp="1"/>
          </p:cNvSpPr>
          <p:nvPr>
            <p:ph type="subTitle" idx="15"/>
          </p:nvPr>
        </p:nvSpPr>
        <p:spPr>
          <a:xfrm>
            <a:off x="6052745" y="3651975"/>
            <a:ext cx="1978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25"/>
          <p:cNvSpPr/>
          <p:nvPr/>
        </p:nvSpPr>
        <p:spPr>
          <a:xfrm flipH="1">
            <a:off x="-165474" y="4634296"/>
            <a:ext cx="9309124" cy="116894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25"/>
          <p:cNvSpPr/>
          <p:nvPr/>
        </p:nvSpPr>
        <p:spPr>
          <a:xfrm flipH="1">
            <a:off x="-71685" y="-273450"/>
            <a:ext cx="10034660" cy="91193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25"/>
          <p:cNvSpPr/>
          <p:nvPr/>
        </p:nvSpPr>
        <p:spPr>
          <a:xfrm rot="10800000">
            <a:off x="7842350" y="791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0" name="Google Shape;690;p25"/>
          <p:cNvGrpSpPr/>
          <p:nvPr/>
        </p:nvGrpSpPr>
        <p:grpSpPr>
          <a:xfrm rot="5400000">
            <a:off x="432625" y="2287863"/>
            <a:ext cx="1168925" cy="284175"/>
            <a:chOff x="6017825" y="3809000"/>
            <a:chExt cx="1168925" cy="284175"/>
          </a:xfrm>
        </p:grpSpPr>
        <p:sp>
          <p:nvSpPr>
            <p:cNvPr id="691" name="Google Shape;691;p2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Google Shape;692;p2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Google Shape;693;p2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Google Shape;694;p2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Google Shape;695;p2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Google Shape;696;p2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Google Shape;697;p2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Google Shape;698;p2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Google Shape;699;p2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Google Shape;700;p2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Google Shape;701;p2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Google Shape;702;p2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Google Shape;703;p2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Google Shape;704;p2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Google Shape;705;p2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Google Shape;706;p2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Google Shape;707;p2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Google Shape;708;p2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09" name="Google Shape;709;p25"/>
          <p:cNvSpPr/>
          <p:nvPr/>
        </p:nvSpPr>
        <p:spPr>
          <a:xfrm>
            <a:off x="438380" y="3420826"/>
            <a:ext cx="1157439" cy="1074657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25"/>
          <p:cNvSpPr/>
          <p:nvPr/>
        </p:nvSpPr>
        <p:spPr>
          <a:xfrm rot="10800000">
            <a:off x="7842338" y="35328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25"/>
          <p:cNvSpPr txBox="1">
            <a:spLocks noGrp="1"/>
          </p:cNvSpPr>
          <p:nvPr>
            <p:ph type="title" hasCustomPrompt="1"/>
          </p:nvPr>
        </p:nvSpPr>
        <p:spPr>
          <a:xfrm>
            <a:off x="2223600" y="670225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2" name="Google Shape;712;p25"/>
          <p:cNvSpPr txBox="1">
            <a:spLocks noGrp="1"/>
          </p:cNvSpPr>
          <p:nvPr>
            <p:ph type="subTitle" idx="1"/>
          </p:nvPr>
        </p:nvSpPr>
        <p:spPr>
          <a:xfrm>
            <a:off x="2223600" y="1275827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3" name="Google Shape;713;p25"/>
          <p:cNvSpPr txBox="1">
            <a:spLocks noGrp="1"/>
          </p:cNvSpPr>
          <p:nvPr>
            <p:ph type="title" idx="2" hasCustomPrompt="1"/>
          </p:nvPr>
        </p:nvSpPr>
        <p:spPr>
          <a:xfrm>
            <a:off x="2223600" y="1967931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4" name="Google Shape;714;p25"/>
          <p:cNvSpPr txBox="1">
            <a:spLocks noGrp="1"/>
          </p:cNvSpPr>
          <p:nvPr>
            <p:ph type="subTitle" idx="3"/>
          </p:nvPr>
        </p:nvSpPr>
        <p:spPr>
          <a:xfrm>
            <a:off x="2223600" y="2586246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15" name="Google Shape;715;p25"/>
          <p:cNvSpPr txBox="1">
            <a:spLocks noGrp="1"/>
          </p:cNvSpPr>
          <p:nvPr>
            <p:ph type="title" idx="4" hasCustomPrompt="1"/>
          </p:nvPr>
        </p:nvSpPr>
        <p:spPr>
          <a:xfrm>
            <a:off x="2223600" y="3265638"/>
            <a:ext cx="4696800" cy="768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16" name="Google Shape;716;p25"/>
          <p:cNvSpPr txBox="1">
            <a:spLocks noGrp="1"/>
          </p:cNvSpPr>
          <p:nvPr>
            <p:ph type="subTitle" idx="5"/>
          </p:nvPr>
        </p:nvSpPr>
        <p:spPr>
          <a:xfrm>
            <a:off x="2223600" y="3896665"/>
            <a:ext cx="4696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7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8_1">
    <p:spTree>
      <p:nvGrpSpPr>
        <p:cNvPr id="1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26"/>
          <p:cNvSpPr/>
          <p:nvPr/>
        </p:nvSpPr>
        <p:spPr>
          <a:xfrm>
            <a:off x="-65950" y="-273450"/>
            <a:ext cx="10028923" cy="759615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26"/>
          <p:cNvSpPr/>
          <p:nvPr/>
        </p:nvSpPr>
        <p:spPr>
          <a:xfrm>
            <a:off x="-165467" y="45277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20" name="Google Shape;720;p26"/>
          <p:cNvGrpSpPr/>
          <p:nvPr/>
        </p:nvGrpSpPr>
        <p:grpSpPr>
          <a:xfrm>
            <a:off x="7261838" y="4696625"/>
            <a:ext cx="1168925" cy="284175"/>
            <a:chOff x="6017825" y="3809000"/>
            <a:chExt cx="1168925" cy="284175"/>
          </a:xfrm>
        </p:grpSpPr>
        <p:sp>
          <p:nvSpPr>
            <p:cNvPr id="721" name="Google Shape;72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Google Shape;72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Google Shape;72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Google Shape;72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Google Shape;72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Google Shape;72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Google Shape;72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Google Shape;72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Google Shape;72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Google Shape;73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Google Shape;73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Google Shape;73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Google Shape;73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Google Shape;73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Google Shape;73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Google Shape;73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Google Shape;73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Google Shape;73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9" name="Google Shape;739;p26"/>
          <p:cNvSpPr/>
          <p:nvPr/>
        </p:nvSpPr>
        <p:spPr>
          <a:xfrm>
            <a:off x="44450" y="46361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0" name="Google Shape;740;p26"/>
          <p:cNvGrpSpPr/>
          <p:nvPr/>
        </p:nvGrpSpPr>
        <p:grpSpPr>
          <a:xfrm rot="-5400000">
            <a:off x="-96212" y="892500"/>
            <a:ext cx="1168925" cy="284175"/>
            <a:chOff x="6017825" y="3809000"/>
            <a:chExt cx="1168925" cy="284175"/>
          </a:xfrm>
        </p:grpSpPr>
        <p:sp>
          <p:nvSpPr>
            <p:cNvPr id="741" name="Google Shape;741;p2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Google Shape;742;p2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Google Shape;743;p2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Google Shape;744;p2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Google Shape;745;p2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Google Shape;746;p2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Google Shape;747;p2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Google Shape;748;p2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Google Shape;749;p2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Google Shape;750;p2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Google Shape;751;p2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Google Shape;752;p2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Google Shape;753;p2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Google Shape;754;p2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Google Shape;755;p2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Google Shape;756;p2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Google Shape;757;p2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2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59" name="Google Shape;759;p26"/>
          <p:cNvSpPr txBox="1">
            <a:spLocks noGrp="1"/>
          </p:cNvSpPr>
          <p:nvPr>
            <p:ph type="title" hasCustomPrompt="1"/>
          </p:nvPr>
        </p:nvSpPr>
        <p:spPr>
          <a:xfrm>
            <a:off x="1325650" y="1962150"/>
            <a:ext cx="13989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0" name="Google Shape;760;p26"/>
          <p:cNvSpPr txBox="1">
            <a:spLocks noGrp="1"/>
          </p:cNvSpPr>
          <p:nvPr>
            <p:ph type="subTitle" idx="1"/>
          </p:nvPr>
        </p:nvSpPr>
        <p:spPr>
          <a:xfrm>
            <a:off x="938500" y="344990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1" name="Google Shape;761;p26"/>
          <p:cNvSpPr txBox="1">
            <a:spLocks noGrp="1"/>
          </p:cNvSpPr>
          <p:nvPr>
            <p:ph type="subTitle" idx="2"/>
          </p:nvPr>
        </p:nvSpPr>
        <p:spPr>
          <a:xfrm>
            <a:off x="938500" y="296062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2" name="Google Shape;762;p26"/>
          <p:cNvSpPr txBox="1">
            <a:spLocks noGrp="1"/>
          </p:cNvSpPr>
          <p:nvPr>
            <p:ph type="title" idx="3" hasCustomPrompt="1"/>
          </p:nvPr>
        </p:nvSpPr>
        <p:spPr>
          <a:xfrm>
            <a:off x="3873100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3" name="Google Shape;763;p26"/>
          <p:cNvSpPr txBox="1">
            <a:spLocks noGrp="1"/>
          </p:cNvSpPr>
          <p:nvPr>
            <p:ph type="subTitle" idx="4"/>
          </p:nvPr>
        </p:nvSpPr>
        <p:spPr>
          <a:xfrm>
            <a:off x="34854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4" name="Google Shape;764;p26"/>
          <p:cNvSpPr txBox="1">
            <a:spLocks noGrp="1"/>
          </p:cNvSpPr>
          <p:nvPr>
            <p:ph type="subTitle" idx="5"/>
          </p:nvPr>
        </p:nvSpPr>
        <p:spPr>
          <a:xfrm>
            <a:off x="34854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5" name="Google Shape;765;p26"/>
          <p:cNvSpPr txBox="1">
            <a:spLocks noGrp="1"/>
          </p:cNvSpPr>
          <p:nvPr>
            <p:ph type="title" idx="6" hasCustomPrompt="1"/>
          </p:nvPr>
        </p:nvSpPr>
        <p:spPr>
          <a:xfrm>
            <a:off x="6417675" y="1962150"/>
            <a:ext cx="1397700" cy="406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3300" b="0">
                <a:latin typeface="Red Hat Text Light"/>
                <a:ea typeface="Red Hat Text Light"/>
                <a:cs typeface="Red Hat Text Light"/>
                <a:sym typeface="Red Hat Text Light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66" name="Google Shape;766;p26"/>
          <p:cNvSpPr txBox="1">
            <a:spLocks noGrp="1"/>
          </p:cNvSpPr>
          <p:nvPr>
            <p:ph type="subTitle" idx="7"/>
          </p:nvPr>
        </p:nvSpPr>
        <p:spPr>
          <a:xfrm>
            <a:off x="6032300" y="3448250"/>
            <a:ext cx="2173200" cy="75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1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767" name="Google Shape;767;p26"/>
          <p:cNvSpPr txBox="1">
            <a:spLocks noGrp="1"/>
          </p:cNvSpPr>
          <p:nvPr>
            <p:ph type="subTitle" idx="8"/>
          </p:nvPr>
        </p:nvSpPr>
        <p:spPr>
          <a:xfrm>
            <a:off x="6032300" y="2958975"/>
            <a:ext cx="2173200" cy="55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68" name="Google Shape;768;p26"/>
          <p:cNvSpPr txBox="1">
            <a:spLocks noGrp="1"/>
          </p:cNvSpPr>
          <p:nvPr>
            <p:ph type="title" idx="9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11">
    <p:spTree>
      <p:nvGrpSpPr>
        <p:cNvPr id="1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27"/>
          <p:cNvSpPr/>
          <p:nvPr/>
        </p:nvSpPr>
        <p:spPr>
          <a:xfrm>
            <a:off x="-65950" y="-197250"/>
            <a:ext cx="10028923" cy="674094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27"/>
          <p:cNvSpPr/>
          <p:nvPr/>
        </p:nvSpPr>
        <p:spPr>
          <a:xfrm>
            <a:off x="-165467" y="4756300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72" name="Google Shape;772;p27"/>
          <p:cNvGrpSpPr/>
          <p:nvPr/>
        </p:nvGrpSpPr>
        <p:grpSpPr>
          <a:xfrm>
            <a:off x="7512100" y="128563"/>
            <a:ext cx="1168925" cy="284175"/>
            <a:chOff x="6017825" y="3809000"/>
            <a:chExt cx="1168925" cy="284175"/>
          </a:xfrm>
        </p:grpSpPr>
        <p:sp>
          <p:nvSpPr>
            <p:cNvPr id="773" name="Google Shape;773;p2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Google Shape;774;p2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Google Shape;775;p2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Google Shape;776;p2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Google Shape;777;p2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Google Shape;778;p2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Google Shape;779;p2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Google Shape;780;p2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Google Shape;781;p2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Google Shape;782;p2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Google Shape;783;p2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Google Shape;784;p2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Google Shape;785;p2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Google Shape;786;p2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Google Shape;787;p2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Google Shape;788;p2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Google Shape;789;p2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Google Shape;790;p2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91" name="Google Shape;791;p27"/>
          <p:cNvSpPr/>
          <p:nvPr/>
        </p:nvSpPr>
        <p:spPr>
          <a:xfrm>
            <a:off x="130425" y="46039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27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11_1">
    <p:spTree>
      <p:nvGrpSpPr>
        <p:cNvPr id="1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28"/>
          <p:cNvSpPr/>
          <p:nvPr/>
        </p:nvSpPr>
        <p:spPr>
          <a:xfrm rot="10800000">
            <a:off x="-43750" y="4713825"/>
            <a:ext cx="9187741" cy="651811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95" name="Google Shape;795;p28"/>
          <p:cNvGrpSpPr/>
          <p:nvPr/>
        </p:nvGrpSpPr>
        <p:grpSpPr>
          <a:xfrm>
            <a:off x="-523620" y="0"/>
            <a:ext cx="9667629" cy="1025400"/>
            <a:chOff x="-207175" y="-92875"/>
            <a:chExt cx="9439200" cy="1025400"/>
          </a:xfrm>
        </p:grpSpPr>
        <p:sp>
          <p:nvSpPr>
            <p:cNvPr id="796" name="Google Shape;796;p28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Google Shape;797;p2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798" name="Google Shape;798;p28"/>
          <p:cNvGrpSpPr/>
          <p:nvPr/>
        </p:nvGrpSpPr>
        <p:grpSpPr>
          <a:xfrm rot="-5400000">
            <a:off x="7896400" y="1025388"/>
            <a:ext cx="1168925" cy="284175"/>
            <a:chOff x="6017825" y="3809000"/>
            <a:chExt cx="1168925" cy="284175"/>
          </a:xfrm>
        </p:grpSpPr>
        <p:sp>
          <p:nvSpPr>
            <p:cNvPr id="799" name="Google Shape;79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Google Shape;80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Google Shape;80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Google Shape;80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Google Shape;80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Google Shape;80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Google Shape;80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Google Shape;80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Google Shape;80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Google Shape;80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Google Shape;80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Google Shape;81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Google Shape;81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Google Shape;81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Google Shape;81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Google Shape;81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Google Shape;81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Google Shape;81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17" name="Google Shape;817;p28"/>
          <p:cNvSpPr/>
          <p:nvPr/>
        </p:nvSpPr>
        <p:spPr>
          <a:xfrm>
            <a:off x="421825" y="4450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8" name="Google Shape;818;p28"/>
          <p:cNvGrpSpPr/>
          <p:nvPr/>
        </p:nvGrpSpPr>
        <p:grpSpPr>
          <a:xfrm rot="-5400000">
            <a:off x="-216275" y="4416938"/>
            <a:ext cx="1168925" cy="284175"/>
            <a:chOff x="6017825" y="3809000"/>
            <a:chExt cx="1168925" cy="284175"/>
          </a:xfrm>
        </p:grpSpPr>
        <p:sp>
          <p:nvSpPr>
            <p:cNvPr id="819" name="Google Shape;819;p2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Google Shape;820;p2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Google Shape;821;p2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Google Shape;822;p2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Google Shape;823;p2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Google Shape;824;p2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Google Shape;825;p2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Google Shape;826;p2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Google Shape;827;p2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Google Shape;828;p2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Google Shape;829;p2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Google Shape;830;p2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Google Shape;831;p2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Google Shape;832;p2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Google Shape;833;p2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Google Shape;834;p2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Google Shape;835;p2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Google Shape;836;p2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37" name="Google Shape;837;p2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4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1_1_1"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9"/>
          <p:cNvSpPr/>
          <p:nvPr/>
        </p:nvSpPr>
        <p:spPr>
          <a:xfrm rot="10800000" flipH="1">
            <a:off x="-45650" y="-671952"/>
            <a:ext cx="9378324" cy="1056256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29"/>
          <p:cNvSpPr/>
          <p:nvPr/>
        </p:nvSpPr>
        <p:spPr>
          <a:xfrm rot="10800000" flipH="1">
            <a:off x="-45650" y="4311100"/>
            <a:ext cx="9189720" cy="2114809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9"/>
          <p:cNvSpPr/>
          <p:nvPr/>
        </p:nvSpPr>
        <p:spPr>
          <a:xfrm>
            <a:off x="84850" y="3504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2" name="Google Shape;842;p29"/>
          <p:cNvGrpSpPr/>
          <p:nvPr/>
        </p:nvGrpSpPr>
        <p:grpSpPr>
          <a:xfrm rot="-5400000">
            <a:off x="8202525" y="1052963"/>
            <a:ext cx="1168925" cy="284175"/>
            <a:chOff x="6017825" y="3809000"/>
            <a:chExt cx="1168925" cy="284175"/>
          </a:xfrm>
        </p:grpSpPr>
        <p:sp>
          <p:nvSpPr>
            <p:cNvPr id="843" name="Google Shape;843;p29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Google Shape;844;p29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29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29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Google Shape;847;p29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Google Shape;848;p29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29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Google Shape;850;p29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Google Shape;851;p29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Google Shape;852;p29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Google Shape;853;p29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Google Shape;854;p29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Google Shape;855;p29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Google Shape;856;p29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Google Shape;857;p29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29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Google Shape;859;p29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Google Shape;860;p29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61" name="Google Shape;861;p29"/>
          <p:cNvSpPr/>
          <p:nvPr/>
        </p:nvSpPr>
        <p:spPr>
          <a:xfrm>
            <a:off x="8495588" y="38549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29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0900" cy="72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11_1_1_1">
    <p:spTree>
      <p:nvGrpSpPr>
        <p:cNvPr id="1" name="Shape 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4" name="Google Shape;864;p30"/>
          <p:cNvSpPr/>
          <p:nvPr/>
        </p:nvSpPr>
        <p:spPr>
          <a:xfrm rot="10800000">
            <a:off x="8511850" y="5394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30"/>
          <p:cNvSpPr/>
          <p:nvPr/>
        </p:nvSpPr>
        <p:spPr>
          <a:xfrm>
            <a:off x="-137625" y="-236483"/>
            <a:ext cx="9281874" cy="648055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30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7" name="Google Shape;867;p30"/>
          <p:cNvGrpSpPr/>
          <p:nvPr/>
        </p:nvGrpSpPr>
        <p:grpSpPr>
          <a:xfrm>
            <a:off x="7763575" y="0"/>
            <a:ext cx="1168925" cy="284175"/>
            <a:chOff x="6017825" y="3809000"/>
            <a:chExt cx="1168925" cy="284175"/>
          </a:xfrm>
        </p:grpSpPr>
        <p:sp>
          <p:nvSpPr>
            <p:cNvPr id="868" name="Google Shape;868;p3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Google Shape;869;p3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Google Shape;870;p3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Google Shape;871;p3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Google Shape;872;p3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Google Shape;873;p3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Google Shape;874;p3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3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Google Shape;876;p3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Google Shape;877;p3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Google Shape;878;p3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Google Shape;879;p3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3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Google Shape;881;p3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Google Shape;882;p3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3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Google Shape;884;p3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Google Shape;885;p3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86" name="Google Shape;886;p30"/>
          <p:cNvSpPr/>
          <p:nvPr/>
        </p:nvSpPr>
        <p:spPr>
          <a:xfrm>
            <a:off x="76788" y="34771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30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0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CUSTOM_11_1_1_1_1">
    <p:spTree>
      <p:nvGrpSpPr>
        <p:cNvPr id="1" name="Shape 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Google Shape;889;p31"/>
          <p:cNvSpPr/>
          <p:nvPr/>
        </p:nvSpPr>
        <p:spPr>
          <a:xfrm>
            <a:off x="-137625" y="-1692800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31"/>
          <p:cNvSpPr/>
          <p:nvPr/>
        </p:nvSpPr>
        <p:spPr>
          <a:xfrm>
            <a:off x="-1981200" y="4604000"/>
            <a:ext cx="11244263" cy="1161132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91" name="Google Shape;891;p31"/>
          <p:cNvGrpSpPr/>
          <p:nvPr/>
        </p:nvGrpSpPr>
        <p:grpSpPr>
          <a:xfrm>
            <a:off x="7589825" y="4586050"/>
            <a:ext cx="1168925" cy="284175"/>
            <a:chOff x="6017825" y="3809000"/>
            <a:chExt cx="1168925" cy="284175"/>
          </a:xfrm>
        </p:grpSpPr>
        <p:sp>
          <p:nvSpPr>
            <p:cNvPr id="892" name="Google Shape;892;p3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Google Shape;893;p3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Google Shape;894;p3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Google Shape;895;p3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Google Shape;896;p3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Google Shape;897;p3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Google Shape;898;p3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Google Shape;899;p3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3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Google Shape;901;p3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Google Shape;902;p3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Google Shape;903;p3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3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Google Shape;905;p3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10" name="Google Shape;910;p31"/>
          <p:cNvSpPr/>
          <p:nvPr/>
        </p:nvSpPr>
        <p:spPr>
          <a:xfrm>
            <a:off x="8139363" y="-48412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31"/>
          <p:cNvSpPr/>
          <p:nvPr/>
        </p:nvSpPr>
        <p:spPr>
          <a:xfrm rot="5400000">
            <a:off x="103563" y="789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31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69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CUSTOM_11_1_1_1_1_1">
    <p:spTree>
      <p:nvGrpSpPr>
        <p:cNvPr id="1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32"/>
          <p:cNvSpPr/>
          <p:nvPr/>
        </p:nvSpPr>
        <p:spPr>
          <a:xfrm flipH="1">
            <a:off x="-65948" y="-273450"/>
            <a:ext cx="10028923" cy="78189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32"/>
          <p:cNvSpPr/>
          <p:nvPr/>
        </p:nvSpPr>
        <p:spPr>
          <a:xfrm flipH="1">
            <a:off x="-165467" y="4705075"/>
            <a:ext cx="9309124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16" name="Google Shape;916;p32"/>
          <p:cNvGrpSpPr/>
          <p:nvPr/>
        </p:nvGrpSpPr>
        <p:grpSpPr>
          <a:xfrm rot="-5400000">
            <a:off x="8220250" y="760950"/>
            <a:ext cx="1168925" cy="284175"/>
            <a:chOff x="6017825" y="3809000"/>
            <a:chExt cx="1168925" cy="284175"/>
          </a:xfrm>
        </p:grpSpPr>
        <p:sp>
          <p:nvSpPr>
            <p:cNvPr id="917" name="Google Shape;917;p32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2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2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2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2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2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2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2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Google Shape;925;p32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32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Google Shape;927;p32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Google Shape;928;p32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Google Shape;929;p32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Google Shape;930;p32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Google Shape;931;p32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32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Google Shape;933;p32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Google Shape;934;p32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35" name="Google Shape;935;p32"/>
          <p:cNvSpPr/>
          <p:nvPr/>
        </p:nvSpPr>
        <p:spPr>
          <a:xfrm>
            <a:off x="59050" y="44140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3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CUSTOM_11_1_1_1_1_1_1"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33"/>
          <p:cNvSpPr/>
          <p:nvPr/>
        </p:nvSpPr>
        <p:spPr>
          <a:xfrm rot="10800000" flipH="1">
            <a:off x="-45650" y="-53174"/>
            <a:ext cx="9378324" cy="529548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33"/>
          <p:cNvSpPr/>
          <p:nvPr/>
        </p:nvSpPr>
        <p:spPr>
          <a:xfrm rot="10800000" flipH="1">
            <a:off x="-45650" y="4778169"/>
            <a:ext cx="9189720" cy="418556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33"/>
          <p:cNvSpPr txBox="1">
            <a:spLocks noGrp="1"/>
          </p:cNvSpPr>
          <p:nvPr>
            <p:ph type="title"/>
          </p:nvPr>
        </p:nvSpPr>
        <p:spPr>
          <a:xfrm>
            <a:off x="719975" y="445025"/>
            <a:ext cx="7704000" cy="654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8">
  <p:cSld name="CUSTOM_11_1_1_1_1_1_1_1">
    <p:spTree>
      <p:nvGrpSpPr>
        <p:cNvPr id="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34"/>
          <p:cNvSpPr/>
          <p:nvPr/>
        </p:nvSpPr>
        <p:spPr>
          <a:xfrm rot="10800000" flipH="1">
            <a:off x="-45650" y="-35309"/>
            <a:ext cx="9378324" cy="614681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34"/>
          <p:cNvSpPr/>
          <p:nvPr/>
        </p:nvSpPr>
        <p:spPr>
          <a:xfrm rot="10800000" flipH="1">
            <a:off x="-22862" y="4629563"/>
            <a:ext cx="9189720" cy="616162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44" name="Google Shape;944;p34"/>
          <p:cNvGrpSpPr/>
          <p:nvPr/>
        </p:nvGrpSpPr>
        <p:grpSpPr>
          <a:xfrm rot="-5400000">
            <a:off x="-244525" y="3761388"/>
            <a:ext cx="1168925" cy="284175"/>
            <a:chOff x="6017825" y="3809000"/>
            <a:chExt cx="1168925" cy="284175"/>
          </a:xfrm>
        </p:grpSpPr>
        <p:sp>
          <p:nvSpPr>
            <p:cNvPr id="945" name="Google Shape;945;p34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Google Shape;946;p34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Google Shape;947;p34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Google Shape;948;p34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4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4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4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4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4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4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4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4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4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4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4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4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4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4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63" name="Google Shape;963;p34"/>
          <p:cNvSpPr/>
          <p:nvPr/>
        </p:nvSpPr>
        <p:spPr>
          <a:xfrm>
            <a:off x="8490400" y="70178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34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9">
  <p:cSld name="CUSTOM_11_1_1_1_1_1_1_1_1">
    <p:spTree>
      <p:nvGrpSpPr>
        <p:cNvPr id="1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p35"/>
          <p:cNvSpPr/>
          <p:nvPr/>
        </p:nvSpPr>
        <p:spPr>
          <a:xfrm>
            <a:off x="-65950" y="-197925"/>
            <a:ext cx="10028923" cy="64295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35"/>
          <p:cNvSpPr/>
          <p:nvPr/>
        </p:nvSpPr>
        <p:spPr>
          <a:xfrm>
            <a:off x="-165475" y="4527700"/>
            <a:ext cx="9391165" cy="127557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8" name="Google Shape;968;p35"/>
          <p:cNvGrpSpPr/>
          <p:nvPr/>
        </p:nvGrpSpPr>
        <p:grpSpPr>
          <a:xfrm>
            <a:off x="459075" y="160838"/>
            <a:ext cx="1168925" cy="284175"/>
            <a:chOff x="6017825" y="3809000"/>
            <a:chExt cx="1168925" cy="284175"/>
          </a:xfrm>
        </p:grpSpPr>
        <p:sp>
          <p:nvSpPr>
            <p:cNvPr id="969" name="Google Shape;969;p35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5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5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5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5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5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5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5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Google Shape;977;p35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Google Shape;978;p35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Google Shape;979;p35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Google Shape;980;p35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Google Shape;981;p35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Google Shape;982;p35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Google Shape;983;p35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Google Shape;984;p35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Google Shape;985;p35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Google Shape;986;p35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87" name="Google Shape;987;p35"/>
          <p:cNvSpPr/>
          <p:nvPr/>
        </p:nvSpPr>
        <p:spPr>
          <a:xfrm>
            <a:off x="8496300" y="4402738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35"/>
          <p:cNvSpPr txBox="1">
            <a:spLocks noGrp="1"/>
          </p:cNvSpPr>
          <p:nvPr>
            <p:ph type="title"/>
          </p:nvPr>
        </p:nvSpPr>
        <p:spPr>
          <a:xfrm>
            <a:off x="713175" y="445025"/>
            <a:ext cx="7717500" cy="72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0">
  <p:cSld name="CUSTOM_11_1_1_1_1_1_1_1_1_1">
    <p:spTree>
      <p:nvGrpSpPr>
        <p:cNvPr id="1" name="Shape 9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0" name="Google Shape;990;p36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1" name="Google Shape;991;p36"/>
          <p:cNvGrpSpPr/>
          <p:nvPr/>
        </p:nvGrpSpPr>
        <p:grpSpPr>
          <a:xfrm>
            <a:off x="-1416353" y="-29551"/>
            <a:ext cx="10674791" cy="1054932"/>
            <a:chOff x="-207175" y="-92875"/>
            <a:chExt cx="9439200" cy="1025400"/>
          </a:xfrm>
        </p:grpSpPr>
        <p:sp>
          <p:nvSpPr>
            <p:cNvPr id="992" name="Google Shape;992;p36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6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94" name="Google Shape;994;p36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995" name="Google Shape;995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Google Shape;996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Google Shape;997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Google Shape;998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Google Shape;999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Google Shape;1000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Google Shape;1008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Google Shape;1009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Google Shape;1010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Google Shape;1011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Google Shape;1012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13" name="Google Shape;1013;p36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36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7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grpSp>
        <p:nvGrpSpPr>
          <p:cNvPr id="1015" name="Google Shape;1015;p36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016" name="Google Shape;1016;p3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Google Shape;1030;p3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1">
  <p:cSld name="CUSTOM_11_1_1_1_1_1_1_1_1_1_1">
    <p:spTree>
      <p:nvGrpSpPr>
        <p:cNvPr id="1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37"/>
          <p:cNvSpPr/>
          <p:nvPr/>
        </p:nvSpPr>
        <p:spPr>
          <a:xfrm>
            <a:off x="-777425" y="-469450"/>
            <a:ext cx="9921954" cy="871471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37"/>
          <p:cNvSpPr/>
          <p:nvPr/>
        </p:nvSpPr>
        <p:spPr>
          <a:xfrm>
            <a:off x="-1981200" y="4826529"/>
            <a:ext cx="11244263" cy="484773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37"/>
          <p:cNvSpPr/>
          <p:nvPr/>
        </p:nvSpPr>
        <p:spPr>
          <a:xfrm>
            <a:off x="8077950" y="627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38" name="Google Shape;1038;p37"/>
          <p:cNvGrpSpPr/>
          <p:nvPr/>
        </p:nvGrpSpPr>
        <p:grpSpPr>
          <a:xfrm>
            <a:off x="128750" y="722588"/>
            <a:ext cx="1168925" cy="284175"/>
            <a:chOff x="6017825" y="3809000"/>
            <a:chExt cx="1168925" cy="284175"/>
          </a:xfrm>
        </p:grpSpPr>
        <p:sp>
          <p:nvSpPr>
            <p:cNvPr id="1039" name="Google Shape;1039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Google Shape;1042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Google Shape;1055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Google Shape;1056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57" name="Google Shape;1057;p37"/>
          <p:cNvGrpSpPr/>
          <p:nvPr/>
        </p:nvGrpSpPr>
        <p:grpSpPr>
          <a:xfrm rot="-5400000">
            <a:off x="8218375" y="3868975"/>
            <a:ext cx="1168925" cy="284175"/>
            <a:chOff x="6017825" y="3809000"/>
            <a:chExt cx="1168925" cy="284175"/>
          </a:xfrm>
        </p:grpSpPr>
        <p:sp>
          <p:nvSpPr>
            <p:cNvPr id="1058" name="Google Shape;1058;p37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7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7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7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7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7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7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7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7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Google Shape;1067;p37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7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7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7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7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7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7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7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7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76" name="Google Shape;1076;p37"/>
          <p:cNvSpPr txBox="1">
            <a:spLocks noGrp="1"/>
          </p:cNvSpPr>
          <p:nvPr>
            <p:ph type="title"/>
          </p:nvPr>
        </p:nvSpPr>
        <p:spPr>
          <a:xfrm>
            <a:off x="717125" y="445025"/>
            <a:ext cx="7709700" cy="65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2">
  <p:cSld name="CUSTOM_11_1_1_1_1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38"/>
          <p:cNvGrpSpPr/>
          <p:nvPr/>
        </p:nvGrpSpPr>
        <p:grpSpPr>
          <a:xfrm>
            <a:off x="-520259" y="0"/>
            <a:ext cx="10426612" cy="1025400"/>
            <a:chOff x="-269171" y="-92875"/>
            <a:chExt cx="9501196" cy="1025400"/>
          </a:xfrm>
        </p:grpSpPr>
        <p:sp>
          <p:nvSpPr>
            <p:cNvPr id="1079" name="Google Shape;1079;p38"/>
            <p:cNvSpPr/>
            <p:nvPr/>
          </p:nvSpPr>
          <p:spPr>
            <a:xfrm>
              <a:off x="-269171" y="-92875"/>
              <a:ext cx="2700300" cy="10254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8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81" name="Google Shape;1081;p38"/>
          <p:cNvSpPr/>
          <p:nvPr/>
        </p:nvSpPr>
        <p:spPr>
          <a:xfrm rot="10800000">
            <a:off x="-43741" y="4587799"/>
            <a:ext cx="9187741" cy="777828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38"/>
          <p:cNvSpPr/>
          <p:nvPr/>
        </p:nvSpPr>
        <p:spPr>
          <a:xfrm>
            <a:off x="8515425" y="458780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83" name="Google Shape;1083;p38"/>
          <p:cNvGrpSpPr/>
          <p:nvPr/>
        </p:nvGrpSpPr>
        <p:grpSpPr>
          <a:xfrm rot="5400000">
            <a:off x="-225975" y="1626463"/>
            <a:ext cx="1168925" cy="284175"/>
            <a:chOff x="6017825" y="3809000"/>
            <a:chExt cx="1168925" cy="284175"/>
          </a:xfrm>
        </p:grpSpPr>
        <p:sp>
          <p:nvSpPr>
            <p:cNvPr id="1084" name="Google Shape;1084;p38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8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8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8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8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8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8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8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8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Google Shape;1093;p38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Google Shape;1094;p38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Google Shape;1095;p38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Google Shape;1096;p38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Google Shape;1097;p38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Google Shape;1098;p38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Google Shape;1099;p38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Google Shape;1100;p38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Google Shape;1101;p38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2" name="Google Shape;1102;p38"/>
          <p:cNvSpPr/>
          <p:nvPr/>
        </p:nvSpPr>
        <p:spPr>
          <a:xfrm rot="10800000">
            <a:off x="8490475" y="4835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38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6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39"/>
          <p:cNvSpPr/>
          <p:nvPr/>
        </p:nvSpPr>
        <p:spPr>
          <a:xfrm flipH="1">
            <a:off x="-165475" y="4433274"/>
            <a:ext cx="9309124" cy="1768665"/>
          </a:xfrm>
          <a:custGeom>
            <a:avLst/>
            <a:gdLst/>
            <a:ahLst/>
            <a:cxnLst/>
            <a:rect l="l" t="t" r="r" b="b"/>
            <a:pathLst>
              <a:path w="285359" h="37879" extrusionOk="0">
                <a:moveTo>
                  <a:pt x="1" y="0"/>
                </a:moveTo>
                <a:lnTo>
                  <a:pt x="1" y="37879"/>
                </a:lnTo>
                <a:lnTo>
                  <a:pt x="285358" y="37879"/>
                </a:lnTo>
                <a:lnTo>
                  <a:pt x="285358" y="9448"/>
                </a:lnTo>
                <a:lnTo>
                  <a:pt x="218076" y="9448"/>
                </a:lnTo>
                <a:lnTo>
                  <a:pt x="218076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39"/>
          <p:cNvSpPr/>
          <p:nvPr/>
        </p:nvSpPr>
        <p:spPr>
          <a:xfrm flipH="1">
            <a:off x="-107160" y="-378275"/>
            <a:ext cx="10034660" cy="1058709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9"/>
          <p:cNvSpPr/>
          <p:nvPr/>
        </p:nvSpPr>
        <p:spPr>
          <a:xfrm>
            <a:off x="166422" y="3256188"/>
            <a:ext cx="1748622" cy="1623558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9"/>
          <p:cNvSpPr/>
          <p:nvPr/>
        </p:nvSpPr>
        <p:spPr>
          <a:xfrm>
            <a:off x="7995025" y="1334276"/>
            <a:ext cx="871489" cy="809159"/>
          </a:xfrm>
          <a:custGeom>
            <a:avLst/>
            <a:gdLst/>
            <a:ahLst/>
            <a:cxnLst/>
            <a:rect l="l" t="t" r="r" b="b"/>
            <a:pathLst>
              <a:path w="37625" h="34934" extrusionOk="0">
                <a:moveTo>
                  <a:pt x="18812" y="0"/>
                </a:moveTo>
                <a:cubicBezTo>
                  <a:pt x="8418" y="0"/>
                  <a:pt x="0" y="8430"/>
                  <a:pt x="0" y="18812"/>
                </a:cubicBezTo>
                <a:lnTo>
                  <a:pt x="0" y="34933"/>
                </a:lnTo>
                <a:lnTo>
                  <a:pt x="37624" y="34933"/>
                </a:lnTo>
                <a:lnTo>
                  <a:pt x="37624" y="18812"/>
                </a:lnTo>
                <a:cubicBezTo>
                  <a:pt x="37624" y="8430"/>
                  <a:pt x="29195" y="0"/>
                  <a:pt x="1881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9"/>
          <p:cNvSpPr txBox="1">
            <a:spLocks noGrp="1"/>
          </p:cNvSpPr>
          <p:nvPr>
            <p:ph type="title"/>
          </p:nvPr>
        </p:nvSpPr>
        <p:spPr>
          <a:xfrm>
            <a:off x="1999250" y="540000"/>
            <a:ext cx="51456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800"/>
              <a:buNone/>
              <a:defRPr sz="8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10" name="Google Shape;1110;p39"/>
          <p:cNvSpPr txBox="1">
            <a:spLocks noGrp="1"/>
          </p:cNvSpPr>
          <p:nvPr>
            <p:ph type="subTitle" idx="1"/>
          </p:nvPr>
        </p:nvSpPr>
        <p:spPr>
          <a:xfrm>
            <a:off x="2347900" y="18414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1" name="Google Shape;1111;p39"/>
          <p:cNvSpPr txBox="1"/>
          <p:nvPr/>
        </p:nvSpPr>
        <p:spPr>
          <a:xfrm>
            <a:off x="2099100" y="3611950"/>
            <a:ext cx="49458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CREDITS: 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This presentation template was created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 and includes icons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,</a:t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and infographics &amp; images by </a:t>
            </a:r>
            <a:r>
              <a:rPr lang="en" sz="1200" b="1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200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 </a:t>
            </a:r>
            <a:endParaRPr sz="1200"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40"/>
          <p:cNvSpPr/>
          <p:nvPr/>
        </p:nvSpPr>
        <p:spPr>
          <a:xfrm>
            <a:off x="-1981200" y="3689025"/>
            <a:ext cx="11244263" cy="1457094"/>
          </a:xfrm>
          <a:custGeom>
            <a:avLst/>
            <a:gdLst/>
            <a:ahLst/>
            <a:cxnLst/>
            <a:rect l="l" t="t" r="r" b="b"/>
            <a:pathLst>
              <a:path w="285750" h="25242" extrusionOk="0">
                <a:moveTo>
                  <a:pt x="0" y="0"/>
                </a:moveTo>
                <a:lnTo>
                  <a:pt x="0" y="25242"/>
                </a:lnTo>
                <a:lnTo>
                  <a:pt x="285750" y="25242"/>
                </a:lnTo>
                <a:lnTo>
                  <a:pt x="285750" y="8204"/>
                </a:lnTo>
                <a:lnTo>
                  <a:pt x="218373" y="8204"/>
                </a:lnTo>
                <a:lnTo>
                  <a:pt x="2183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40"/>
          <p:cNvSpPr/>
          <p:nvPr/>
        </p:nvSpPr>
        <p:spPr>
          <a:xfrm>
            <a:off x="-137625" y="-1568625"/>
            <a:ext cx="9281874" cy="2104288"/>
          </a:xfrm>
          <a:custGeom>
            <a:avLst/>
            <a:gdLst/>
            <a:ahLst/>
            <a:cxnLst/>
            <a:rect l="l" t="t" r="r" b="b"/>
            <a:pathLst>
              <a:path w="285750" h="65759" extrusionOk="0">
                <a:moveTo>
                  <a:pt x="0" y="0"/>
                </a:moveTo>
                <a:lnTo>
                  <a:pt x="0" y="51816"/>
                </a:lnTo>
                <a:lnTo>
                  <a:pt x="67377" y="51816"/>
                </a:lnTo>
                <a:lnTo>
                  <a:pt x="67377" y="65758"/>
                </a:lnTo>
                <a:lnTo>
                  <a:pt x="285750" y="65758"/>
                </a:lnTo>
                <a:lnTo>
                  <a:pt x="28575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40"/>
          <p:cNvSpPr/>
          <p:nvPr/>
        </p:nvSpPr>
        <p:spPr>
          <a:xfrm>
            <a:off x="7847975" y="118950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16" name="Google Shape;1116;p40"/>
          <p:cNvGrpSpPr/>
          <p:nvPr/>
        </p:nvGrpSpPr>
        <p:grpSpPr>
          <a:xfrm rot="-5400000">
            <a:off x="-249912" y="727925"/>
            <a:ext cx="1168925" cy="284175"/>
            <a:chOff x="6017825" y="3809000"/>
            <a:chExt cx="1168925" cy="284175"/>
          </a:xfrm>
        </p:grpSpPr>
        <p:sp>
          <p:nvSpPr>
            <p:cNvPr id="1117" name="Google Shape;1117;p40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Google Shape;1118;p40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Google Shape;1119;p40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Google Shape;1120;p40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Google Shape;1121;p40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Google Shape;1122;p40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Google Shape;1123;p40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Google Shape;1124;p40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Google Shape;1125;p40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Google Shape;1126;p40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Google Shape;1127;p40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Google Shape;1128;p40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Google Shape;1129;p40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Google Shape;1130;p40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Google Shape;1131;p40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Google Shape;1132;p40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Google Shape;1133;p40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Google Shape;1134;p40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35" name="Google Shape;1135;p40"/>
          <p:cNvSpPr/>
          <p:nvPr/>
        </p:nvSpPr>
        <p:spPr>
          <a:xfrm rot="5400000">
            <a:off x="567350" y="401367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41"/>
          <p:cNvSpPr/>
          <p:nvPr/>
        </p:nvSpPr>
        <p:spPr>
          <a:xfrm rot="10800000">
            <a:off x="-43703" y="4713815"/>
            <a:ext cx="9245828" cy="651810"/>
          </a:xfrm>
          <a:custGeom>
            <a:avLst/>
            <a:gdLst/>
            <a:ahLst/>
            <a:cxnLst/>
            <a:rect l="l" t="t" r="r" b="b"/>
            <a:pathLst>
              <a:path w="286848" h="20350" extrusionOk="0">
                <a:moveTo>
                  <a:pt x="0" y="1"/>
                </a:moveTo>
                <a:lnTo>
                  <a:pt x="0" y="8993"/>
                </a:lnTo>
                <a:lnTo>
                  <a:pt x="67640" y="8993"/>
                </a:lnTo>
                <a:lnTo>
                  <a:pt x="67640" y="20349"/>
                </a:lnTo>
                <a:lnTo>
                  <a:pt x="286847" y="20349"/>
                </a:lnTo>
                <a:lnTo>
                  <a:pt x="286847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38" name="Google Shape;1138;p41"/>
          <p:cNvGrpSpPr/>
          <p:nvPr/>
        </p:nvGrpSpPr>
        <p:grpSpPr>
          <a:xfrm>
            <a:off x="-523625" y="-29548"/>
            <a:ext cx="9719544" cy="1054932"/>
            <a:chOff x="-207175" y="-92875"/>
            <a:chExt cx="9439200" cy="1025400"/>
          </a:xfrm>
        </p:grpSpPr>
        <p:sp>
          <p:nvSpPr>
            <p:cNvPr id="1139" name="Google Shape;1139;p41"/>
            <p:cNvSpPr/>
            <p:nvPr/>
          </p:nvSpPr>
          <p:spPr>
            <a:xfrm>
              <a:off x="-207175" y="-92875"/>
              <a:ext cx="2700300" cy="1025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Google Shape;1140;p41"/>
            <p:cNvSpPr/>
            <p:nvPr/>
          </p:nvSpPr>
          <p:spPr>
            <a:xfrm>
              <a:off x="-207175" y="-92875"/>
              <a:ext cx="9439200" cy="3678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41" name="Google Shape;1141;p41"/>
          <p:cNvGrpSpPr/>
          <p:nvPr/>
        </p:nvGrpSpPr>
        <p:grpSpPr>
          <a:xfrm rot="-5400000">
            <a:off x="8168350" y="1025388"/>
            <a:ext cx="1168925" cy="284175"/>
            <a:chOff x="6017825" y="3809000"/>
            <a:chExt cx="1168925" cy="284175"/>
          </a:xfrm>
        </p:grpSpPr>
        <p:sp>
          <p:nvSpPr>
            <p:cNvPr id="1142" name="Google Shape;114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Google Shape;114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Google Shape;114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Google Shape;114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Google Shape;114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Google Shape;114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Google Shape;114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Google Shape;114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Google Shape;115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Google Shape;115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Google Shape;115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Google Shape;115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Google Shape;115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Google Shape;115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Google Shape;115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Google Shape;115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Google Shape;115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Google Shape;115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60" name="Google Shape;1160;p41"/>
          <p:cNvSpPr/>
          <p:nvPr/>
        </p:nvSpPr>
        <p:spPr>
          <a:xfrm>
            <a:off x="49350" y="1296363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61" name="Google Shape;1161;p41"/>
          <p:cNvGrpSpPr/>
          <p:nvPr/>
        </p:nvGrpSpPr>
        <p:grpSpPr>
          <a:xfrm>
            <a:off x="128763" y="610238"/>
            <a:ext cx="1168925" cy="284175"/>
            <a:chOff x="6017825" y="3809000"/>
            <a:chExt cx="1168925" cy="284175"/>
          </a:xfrm>
        </p:grpSpPr>
        <p:sp>
          <p:nvSpPr>
            <p:cNvPr id="1162" name="Google Shape;1162;p41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Google Shape;1163;p41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Google Shape;1164;p41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Google Shape;1165;p41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Google Shape;1166;p41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Google Shape;1167;p41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Google Shape;1168;p41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Google Shape;1169;p41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Google Shape;1170;p41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Google Shape;1171;p41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Google Shape;1172;p41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Google Shape;1173;p41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Google Shape;1174;p41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Google Shape;1175;p41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Google Shape;1176;p41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Google Shape;1177;p41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Google Shape;1178;p41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Google Shape;1179;p41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>
  <p:cSld name="BLANK">
    <p:spTree>
      <p:nvGrpSpPr>
        <p:cNvPr id="1" name="Shape 1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CUSTOM"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44"/>
          <p:cNvSpPr txBox="1">
            <a:spLocks noGrp="1"/>
          </p:cNvSpPr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114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Red Hat Text"/>
              <a:buNone/>
              <a:defRPr sz="3800" b="1">
                <a:solidFill>
                  <a:schemeClr val="dk1"/>
                </a:solidFill>
                <a:latin typeface="Red Hat Text"/>
                <a:ea typeface="Red Hat Text"/>
                <a:cs typeface="Red Hat Text"/>
                <a:sym typeface="Red Hat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●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 Condensed"/>
              <a:buChar char="○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 Condensed"/>
              <a:buChar char="■"/>
              <a:defRPr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0E2A47"/>
        </a:solidFill>
        <a:effectLst/>
      </p:bgPr>
    </p:bg>
    <p:spTree>
      <p:nvGrpSpPr>
        <p:cNvPr id="1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42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182" name="Google Shape;1182;p42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8" r:id="rId1"/>
    <p:sldLayoutId id="2147483689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3" Type="http://schemas.openxmlformats.org/officeDocument/2006/relationships/hyperlink" Target="https://bit.ly/3A1uf1Q" TargetMode="External"/><Relationship Id="rId4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5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6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7" Type="http://schemas.openxmlformats.org/officeDocument/2006/relationships/hyperlink" Target="http://bit.ly/33VAFh3" TargetMode="External"/><Relationship Id="rId8" Type="http://schemas.openxmlformats.org/officeDocument/2006/relationships/hyperlink" Target="https://www.videvo.net/?utm_source=slidesgo_template&amp;utm_medium=referral-link&amp;utm_campaign=sg_resources&amp;utm_content=videvo" TargetMode="External"/><Relationship Id="rId9" Type="http://schemas.openxmlformats.org/officeDocument/2006/relationships/hyperlink" Target="http://bit.ly/30B07Gq" TargetMode="External"/><Relationship Id="rId10" Type="http://schemas.openxmlformats.org/officeDocument/2006/relationships/hyperlink" Target="https://wepik.com/?utm_source=slidesgo_template&amp;utm_medium=referral-link&amp;utm_campaign=promo-slide&amp;utm_term=slidesgo&amp;utm_content=wepik" TargetMode="External"/></Relationships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Underfilled Final Check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Rows should split and final table shrink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10300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5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6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Underfilled Final Check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Rows should split and final table shrink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2103000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7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8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9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10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11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r>
                        <a:rPr sz="1000"/>
                        <a:t>Phase 12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17" name="Google Shape;1217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Underfilled Final Check</a:t>
            </a:r>
            <a:r>
              <a:rPr lang="en" b="0">
                <a:latin typeface="Red Hat Text Light"/>
                <a:ea typeface="Red Hat Text Light"/>
                <a:cs typeface="Red Hat Text Light"/>
                <a:sym typeface="Red Hat Text Light"/>
              </a:rPr>
              <a:t/>
            </a:r>
            <a:endParaRPr b="0">
              <a:latin typeface="Red Hat Text Light"/>
              <a:ea typeface="Red Hat Text Light"/>
              <a:cs typeface="Red Hat Text Light"/>
              <a:sym typeface="Red Hat Text Light"/>
            </a:endParaRPr>
          </a:p>
        </p:txBody>
      </p:sp>
      <p:sp>
        <p:nvSpPr>
          <p:cNvPr id="1218" name="Google Shape;1218;p46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7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Rows should split and final table shrink</a:t>
            </a:r>
            <a:endParaRPr/>
          </a:p>
        </p:txBody>
      </p:sp>
      <p:sp>
        <p:nvSpPr>
          <p:cNvPr id="1219" name="Google Shape;1219;p46"/>
          <p:cNvSpPr txBox="1"/>
          <p:nvPr/>
        </p:nvSpPr>
        <p:spPr>
          <a:xfrm>
            <a:off x="719925" y="4150200"/>
            <a:ext cx="32013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Final note only</a:t>
            </a:r>
            <a:endParaRPr b="1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3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hlink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9"/>
              </a:rPr>
              <a:t/>
            </a:r>
            <a:r>
              <a:rPr lang="en" sz="1200" dirty="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 dirty="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 dirty="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20" name="Google Shape;1220;p46"/>
          <p:cNvSpPr txBox="1"/>
          <p:nvPr/>
        </p:nvSpPr>
        <p:spPr>
          <a:xfrm>
            <a:off x="4870375" y="4150200"/>
            <a:ext cx="3560400" cy="45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>Appears on last slide</a:t>
            </a:r>
            <a:endParaRPr b="1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latin typeface="Roboto Condensed"/>
                <a:ea typeface="Roboto Condensed"/>
                <a:cs typeface="Roboto Condensed"/>
                <a:sym typeface="Roboto Condensed"/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Roboto Condensed"/>
                <a:ea typeface="Roboto Condensed"/>
                <a:cs typeface="Roboto Condensed"/>
                <a:sym typeface="Roboto Condensed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/>
            </a:r>
            <a:endParaRPr sz="1200">
              <a:solidFill>
                <a:schemeClr val="dk1"/>
              </a:solidFill>
              <a:latin typeface="Roboto Condensed"/>
              <a:ea typeface="Roboto Condensed"/>
              <a:cs typeface="Roboto Condensed"/>
              <a:sym typeface="Roboto Condensed"/>
            </a:endParaRPr>
          </a:p>
        </p:txBody>
      </p:sp>
      <p:sp>
        <p:nvSpPr>
          <p:cNvPr id="1221" name="Google Shape;1221;p46"/>
          <p:cNvSpPr/>
          <p:nvPr/>
        </p:nvSpPr>
        <p:spPr>
          <a:xfrm>
            <a:off x="7879250" y="1321325"/>
            <a:ext cx="582800" cy="291075"/>
          </a:xfrm>
          <a:custGeom>
            <a:avLst/>
            <a:gdLst/>
            <a:ahLst/>
            <a:cxnLst/>
            <a:rect l="l" t="t" r="r" b="b"/>
            <a:pathLst>
              <a:path w="23312" h="11643" extrusionOk="0">
                <a:moveTo>
                  <a:pt x="11670" y="0"/>
                </a:moveTo>
                <a:cubicBezTo>
                  <a:pt x="5247" y="0"/>
                  <a:pt x="10" y="5219"/>
                  <a:pt x="1" y="11642"/>
                </a:cubicBezTo>
                <a:lnTo>
                  <a:pt x="5273" y="11642"/>
                </a:lnTo>
                <a:cubicBezTo>
                  <a:pt x="5273" y="8118"/>
                  <a:pt x="8128" y="5264"/>
                  <a:pt x="11652" y="5264"/>
                </a:cubicBezTo>
                <a:cubicBezTo>
                  <a:pt x="15176" y="5264"/>
                  <a:pt x="18030" y="8127"/>
                  <a:pt x="18030" y="11642"/>
                </a:cubicBezTo>
                <a:lnTo>
                  <a:pt x="23312" y="11642"/>
                </a:lnTo>
                <a:cubicBezTo>
                  <a:pt x="23312" y="5228"/>
                  <a:pt x="18084" y="0"/>
                  <a:pt x="1167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22" name="Google Shape;1222;p46"/>
          <p:cNvGrpSpPr/>
          <p:nvPr/>
        </p:nvGrpSpPr>
        <p:grpSpPr>
          <a:xfrm>
            <a:off x="7846313" y="3950650"/>
            <a:ext cx="1168925" cy="284175"/>
            <a:chOff x="6017825" y="3809000"/>
            <a:chExt cx="1168925" cy="284175"/>
          </a:xfrm>
        </p:grpSpPr>
        <p:sp>
          <p:nvSpPr>
            <p:cNvPr id="1223" name="Google Shape;1223;p46"/>
            <p:cNvSpPr/>
            <p:nvPr/>
          </p:nvSpPr>
          <p:spPr>
            <a:xfrm>
              <a:off x="6017825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32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6"/>
            <p:cNvSpPr/>
            <p:nvPr/>
          </p:nvSpPr>
          <p:spPr>
            <a:xfrm>
              <a:off x="6247100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32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Google Shape;1225;p46"/>
            <p:cNvSpPr/>
            <p:nvPr/>
          </p:nvSpPr>
          <p:spPr>
            <a:xfrm>
              <a:off x="64761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Google Shape;1226;p46"/>
            <p:cNvSpPr/>
            <p:nvPr/>
          </p:nvSpPr>
          <p:spPr>
            <a:xfrm>
              <a:off x="6705425" y="380900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32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6"/>
            <p:cNvSpPr/>
            <p:nvPr/>
          </p:nvSpPr>
          <p:spPr>
            <a:xfrm>
              <a:off x="693425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32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Google Shape;1228;p46"/>
            <p:cNvSpPr/>
            <p:nvPr/>
          </p:nvSpPr>
          <p:spPr>
            <a:xfrm>
              <a:off x="7163300" y="380900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32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Google Shape;1229;p46"/>
            <p:cNvSpPr/>
            <p:nvPr/>
          </p:nvSpPr>
          <p:spPr>
            <a:xfrm>
              <a:off x="6017825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4" y="938"/>
                  </a:cubicBezTo>
                  <a:cubicBezTo>
                    <a:pt x="723" y="938"/>
                    <a:pt x="938" y="723"/>
                    <a:pt x="938" y="474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6"/>
            <p:cNvSpPr/>
            <p:nvPr/>
          </p:nvSpPr>
          <p:spPr>
            <a:xfrm>
              <a:off x="6247100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4"/>
                  </a:cubicBezTo>
                  <a:cubicBezTo>
                    <a:pt x="1" y="732"/>
                    <a:pt x="206" y="938"/>
                    <a:pt x="465" y="938"/>
                  </a:cubicBezTo>
                  <a:cubicBezTo>
                    <a:pt x="723" y="938"/>
                    <a:pt x="929" y="723"/>
                    <a:pt x="929" y="474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6"/>
            <p:cNvSpPr/>
            <p:nvPr/>
          </p:nvSpPr>
          <p:spPr>
            <a:xfrm>
              <a:off x="64761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4"/>
                  </a:cubicBezTo>
                  <a:cubicBezTo>
                    <a:pt x="1" y="732"/>
                    <a:pt x="215" y="938"/>
                    <a:pt x="473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Google Shape;1232;p46"/>
            <p:cNvSpPr/>
            <p:nvPr/>
          </p:nvSpPr>
          <p:spPr>
            <a:xfrm>
              <a:off x="6705425" y="3939250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197" y="938"/>
                    <a:pt x="464" y="938"/>
                  </a:cubicBezTo>
                  <a:cubicBezTo>
                    <a:pt x="723" y="938"/>
                    <a:pt x="928" y="723"/>
                    <a:pt x="928" y="474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Google Shape;1233;p46"/>
            <p:cNvSpPr/>
            <p:nvPr/>
          </p:nvSpPr>
          <p:spPr>
            <a:xfrm>
              <a:off x="693425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4"/>
                  </a:cubicBezTo>
                  <a:cubicBezTo>
                    <a:pt x="0" y="732"/>
                    <a:pt x="215" y="938"/>
                    <a:pt x="464" y="938"/>
                  </a:cubicBezTo>
                  <a:cubicBezTo>
                    <a:pt x="723" y="938"/>
                    <a:pt x="937" y="723"/>
                    <a:pt x="937" y="474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Google Shape;1234;p46"/>
            <p:cNvSpPr/>
            <p:nvPr/>
          </p:nvSpPr>
          <p:spPr>
            <a:xfrm>
              <a:off x="7163300" y="3939250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4"/>
                  </a:cubicBezTo>
                  <a:cubicBezTo>
                    <a:pt x="0" y="732"/>
                    <a:pt x="214" y="938"/>
                    <a:pt x="473" y="938"/>
                  </a:cubicBezTo>
                  <a:cubicBezTo>
                    <a:pt x="732" y="938"/>
                    <a:pt x="937" y="723"/>
                    <a:pt x="937" y="474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Google Shape;1235;p46"/>
            <p:cNvSpPr/>
            <p:nvPr/>
          </p:nvSpPr>
          <p:spPr>
            <a:xfrm>
              <a:off x="6017825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4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4" y="937"/>
                  </a:cubicBezTo>
                  <a:cubicBezTo>
                    <a:pt x="723" y="937"/>
                    <a:pt x="938" y="723"/>
                    <a:pt x="938" y="473"/>
                  </a:cubicBezTo>
                  <a:cubicBezTo>
                    <a:pt x="938" y="215"/>
                    <a:pt x="723" y="1"/>
                    <a:pt x="4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Google Shape;1236;p46"/>
            <p:cNvSpPr/>
            <p:nvPr/>
          </p:nvSpPr>
          <p:spPr>
            <a:xfrm>
              <a:off x="6247100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5" y="1"/>
                  </a:moveTo>
                  <a:cubicBezTo>
                    <a:pt x="206" y="1"/>
                    <a:pt x="1" y="215"/>
                    <a:pt x="1" y="473"/>
                  </a:cubicBezTo>
                  <a:cubicBezTo>
                    <a:pt x="1" y="723"/>
                    <a:pt x="206" y="937"/>
                    <a:pt x="465" y="937"/>
                  </a:cubicBezTo>
                  <a:cubicBezTo>
                    <a:pt x="723" y="937"/>
                    <a:pt x="929" y="723"/>
                    <a:pt x="929" y="473"/>
                  </a:cubicBezTo>
                  <a:cubicBezTo>
                    <a:pt x="929" y="215"/>
                    <a:pt x="723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Google Shape;1237;p46"/>
            <p:cNvSpPr/>
            <p:nvPr/>
          </p:nvSpPr>
          <p:spPr>
            <a:xfrm>
              <a:off x="64761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5" y="1"/>
                    <a:pt x="1" y="215"/>
                    <a:pt x="1" y="473"/>
                  </a:cubicBezTo>
                  <a:cubicBezTo>
                    <a:pt x="1" y="723"/>
                    <a:pt x="215" y="937"/>
                    <a:pt x="473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Google Shape;1238;p46"/>
            <p:cNvSpPr/>
            <p:nvPr/>
          </p:nvSpPr>
          <p:spPr>
            <a:xfrm>
              <a:off x="6705425" y="4069725"/>
              <a:ext cx="23225" cy="23450"/>
            </a:xfrm>
            <a:custGeom>
              <a:avLst/>
              <a:gdLst/>
              <a:ahLst/>
              <a:cxnLst/>
              <a:rect l="l" t="t" r="r" b="b"/>
              <a:pathLst>
                <a:path w="929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197" y="937"/>
                    <a:pt x="464" y="937"/>
                  </a:cubicBezTo>
                  <a:cubicBezTo>
                    <a:pt x="723" y="937"/>
                    <a:pt x="928" y="723"/>
                    <a:pt x="928" y="473"/>
                  </a:cubicBezTo>
                  <a:cubicBezTo>
                    <a:pt x="928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Google Shape;1239;p46"/>
            <p:cNvSpPr/>
            <p:nvPr/>
          </p:nvSpPr>
          <p:spPr>
            <a:xfrm>
              <a:off x="693425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64" y="1"/>
                  </a:moveTo>
                  <a:cubicBezTo>
                    <a:pt x="206" y="1"/>
                    <a:pt x="0" y="215"/>
                    <a:pt x="0" y="473"/>
                  </a:cubicBezTo>
                  <a:cubicBezTo>
                    <a:pt x="0" y="723"/>
                    <a:pt x="215" y="937"/>
                    <a:pt x="464" y="937"/>
                  </a:cubicBezTo>
                  <a:cubicBezTo>
                    <a:pt x="723" y="937"/>
                    <a:pt x="937" y="723"/>
                    <a:pt x="937" y="473"/>
                  </a:cubicBezTo>
                  <a:cubicBezTo>
                    <a:pt x="937" y="215"/>
                    <a:pt x="723" y="1"/>
                    <a:pt x="46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Google Shape;1240;p46"/>
            <p:cNvSpPr/>
            <p:nvPr/>
          </p:nvSpPr>
          <p:spPr>
            <a:xfrm>
              <a:off x="7163300" y="4069725"/>
              <a:ext cx="23450" cy="23450"/>
            </a:xfrm>
            <a:custGeom>
              <a:avLst/>
              <a:gdLst/>
              <a:ahLst/>
              <a:cxnLst/>
              <a:rect l="l" t="t" r="r" b="b"/>
              <a:pathLst>
                <a:path w="938" h="938" extrusionOk="0">
                  <a:moveTo>
                    <a:pt x="473" y="1"/>
                  </a:moveTo>
                  <a:cubicBezTo>
                    <a:pt x="214" y="1"/>
                    <a:pt x="0" y="215"/>
                    <a:pt x="0" y="473"/>
                  </a:cubicBezTo>
                  <a:cubicBezTo>
                    <a:pt x="0" y="723"/>
                    <a:pt x="214" y="937"/>
                    <a:pt x="473" y="937"/>
                  </a:cubicBezTo>
                  <a:cubicBezTo>
                    <a:pt x="732" y="937"/>
                    <a:pt x="937" y="723"/>
                    <a:pt x="937" y="473"/>
                  </a:cubicBezTo>
                  <a:cubicBezTo>
                    <a:pt x="937" y="215"/>
                    <a:pt x="732" y="1"/>
                    <a:pt x="4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aphicFrame>
        <p:nvGraphicFramePr>
          <p:cNvPr id="1241" name="Google Shape;1241;p46"/>
          <p:cNvGraphicFramePr/>
          <p:nvPr/>
        </p:nvGraphicFramePr>
        <p:xfrm>
          <a:off x="872400" y="1752169"/>
          <a:ext cx="7709700" cy="451104"/>
        </p:xfrm>
        <a:graphic>
          <a:graphicData uri="http://schemas.openxmlformats.org/drawingml/2006/table">
            <a:tbl>
              <a:tblPr>
                <a:noFill/>
                <a:tableStyleId>{2C76F040-00AF-454E-9F18-E26525FB8E53}</a:tableStyleId>
              </a:tblPr>
              <a:tblGrid>
                <a:gridCol w="2522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86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5552">
                <a:tc>
                  <a:txBody>
                    <a:bodyPr/>
                    <a:lstStyle/>
                    <a:p>
                      <a:r>
                        <a:rPr sz="1000"/>
                        <a:t>Phase 13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5552">
                <a:tc>
                  <a:txBody>
                    <a:bodyPr/>
                    <a:lstStyle/>
                    <a:p>
                      <a:r>
                        <a:rPr sz="1000"/>
                        <a:t>Phase 14</a:t>
                      </a: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/>
                        <a:t>Checkpoint status and owner notes for this phase.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/>
                  </a:txBody>
                  <a:tcPr marL="91425" marR="91425" marT="91425" marB="91425" anchor="ctr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 marL="91425" marR="91425" marT="91425" marB="91425">
                    <a:lnL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accen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Humman Thermoregulation by Slidesgo">
  <a:themeElements>
    <a:clrScheme name="Simple Light">
      <a:dk1>
        <a:srgbClr val="434343"/>
      </a:dk1>
      <a:lt1>
        <a:srgbClr val="F3EDE3"/>
      </a:lt1>
      <a:dk2>
        <a:srgbClr val="91A1B0"/>
      </a:dk2>
      <a:lt2>
        <a:srgbClr val="CED4D7"/>
      </a:lt2>
      <a:accent1>
        <a:srgbClr val="ADB9C4"/>
      </a:accent1>
      <a:accent2>
        <a:srgbClr val="5D7F9B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2333</Words>
  <Application>Microsoft Office PowerPoint</Application>
  <PresentationFormat>On-screen Show (16:9)</PresentationFormat>
  <Paragraphs>357</Paragraphs>
  <Slides>55</Slides>
  <Notes>55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55</vt:i4>
      </vt:variant>
    </vt:vector>
  </HeadingPairs>
  <TitlesOfParts>
    <vt:vector size="70" baseType="lpstr">
      <vt:lpstr>PT Sans</vt:lpstr>
      <vt:lpstr>Proxima Nova</vt:lpstr>
      <vt:lpstr>Arial</vt:lpstr>
      <vt:lpstr>Lato</vt:lpstr>
      <vt:lpstr>Roboto Medium</vt:lpstr>
      <vt:lpstr>Calibri</vt:lpstr>
      <vt:lpstr>Amatic SC</vt:lpstr>
      <vt:lpstr>Roboto Condensed</vt:lpstr>
      <vt:lpstr>Bebas Neue</vt:lpstr>
      <vt:lpstr>Nunito Light</vt:lpstr>
      <vt:lpstr>Red Hat Text Light</vt:lpstr>
      <vt:lpstr>Anaheim</vt:lpstr>
      <vt:lpstr>Red Hat Text</vt:lpstr>
      <vt:lpstr>Humman Thermoregulation by Slidesgo</vt:lpstr>
      <vt:lpstr>Slidesgo Final Pages</vt:lpstr>
      <vt:lpstr>HUMAN THERMOREGULATION</vt:lpstr>
      <vt:lpstr>CONTENTS OF THIS TEMPLATE</vt:lpstr>
      <vt:lpstr>04</vt:lpstr>
      <vt:lpstr>WHOA!</vt:lpstr>
      <vt:lpstr>01</vt:lpstr>
      <vt:lpstr>DO YOU NEED LONGER TEXT?</vt:lpstr>
      <vt:lpstr>THE SLIDE TITLE GOES HERE!</vt:lpstr>
      <vt:lpstr>DIVIDE THE CONTENT</vt:lpstr>
      <vt:lpstr>HERE ARE THREE IDEAS</vt:lpstr>
      <vt:lpstr>DIVIDE THE CONTENT </vt:lpstr>
      <vt:lpstr>MORE CONCEPTS </vt:lpstr>
      <vt:lpstr>AWESOME WORDS</vt:lpstr>
      <vt:lpstr>—SOMEONE FAMOUS</vt:lpstr>
      <vt:lpstr>A PICTURE IS WORTH A THOUSAND WORDS</vt:lpstr>
      <vt:lpstr>A PICTURE ALWAYS REINFORCES  THE CONCEPT</vt:lpstr>
      <vt:lpstr>150,000</vt:lpstr>
      <vt:lpstr>386,000 km</vt:lpstr>
      <vt:lpstr>LET’S USE PERCENTAGES</vt:lpstr>
      <vt:lpstr>COMPUTER MOCKUP</vt:lpstr>
      <vt:lpstr>TABLET MOCKUP</vt:lpstr>
      <vt:lpstr>PHONE MOCKUP</vt:lpstr>
      <vt:lpstr>THIS IS A MAP</vt:lpstr>
      <vt:lpstr>A TIMELINE </vt:lpstr>
      <vt:lpstr>AN INFOGRAPHIC</vt:lpstr>
      <vt:lpstr>TABLES REPRESENT YOUR DATA</vt:lpstr>
      <vt:lpstr>YOU CAN USE THIS GRAPH</vt:lpstr>
      <vt:lpstr>OUR TEAM</vt:lpstr>
      <vt:lpstr>SOME PUBLICATIONS</vt:lpstr>
      <vt:lpstr>PHYSICAL EXAMINATION</vt:lpstr>
      <vt:lpstr> CASE TIMELINE</vt:lpstr>
      <vt:lpstr>REASONS TO STOP OR START</vt:lpstr>
      <vt:lpstr>CLEAR SCHEME</vt:lpstr>
      <vt:lpstr>THERMOREGULATION</vt:lpstr>
      <vt:lpstr>CONCLUSIONS</vt:lpstr>
      <vt:lpstr>THANKS!</vt:lpstr>
      <vt:lpstr>ALTERNATIVE RESOURCES</vt:lpstr>
      <vt:lpstr>SOME RESOURCES</vt:lpstr>
      <vt:lpstr>Instructions for use</vt:lpstr>
      <vt:lpstr>Instructions for use (premium users)</vt:lpstr>
      <vt:lpstr>Fonts &amp; colors used</vt:lpstr>
      <vt:lpstr>Storyset</vt:lpstr>
      <vt:lpstr>Use our editable graphic resources...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...and our sets of editable icons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Rania Asran</cp:lastModifiedBy>
  <cp:revision>1</cp:revision>
  <dcterms:modified xsi:type="dcterms:W3CDTF">2026-04-22T06:23:23Z</dcterms:modified>
</cp:coreProperties>
</file>