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1" r:id="rId2"/>
  </p:sldMasterIdLst>
  <p:notesMasterIdLst>
    <p:notesMasterId r:id="rId58"/>
  </p:notesMasterIdLst>
  <p:sldIdLst>
    <p:sldId id="311" r:id="rId97"/>
    <p:sldId id="312" r:id="rId98"/>
  </p:sldIdLst>
  <p:sldSz cx="9144000" cy="5143500" type="screen16x9"/>
  <p:notesSz cx="6858000" cy="9144000"/>
  <p:embeddedFontLst>
    <p:embeddedFont>
      <p:font typeface="Amatic SC" panose="00000500000000000000" pitchFamily="2" charset="-79"/>
      <p:regular r:id="rId59"/>
      <p:bold r:id="rId60"/>
    </p:embeddedFont>
    <p:embeddedFont>
      <p:font typeface="Anaheim" panose="020B0604020202020204" charset="0"/>
      <p:regular r:id="rId61"/>
      <p:bold r:id="rId62"/>
    </p:embeddedFont>
    <p:embeddedFont>
      <p:font typeface="Bebas Neue" panose="020B0606020202050201" pitchFamily="34" charset="0"/>
      <p:regular r:id="rId63"/>
    </p:embeddedFont>
    <p:embeddedFont>
      <p:font typeface="Lato" panose="020F0502020204030203" pitchFamily="34" charset="0"/>
      <p:regular r:id="rId64"/>
      <p:bold r:id="rId65"/>
      <p:italic r:id="rId66"/>
      <p:boldItalic r:id="rId67"/>
    </p:embeddedFont>
    <p:embeddedFont>
      <p:font typeface="Nunito Light" pitchFamily="2" charset="0"/>
      <p:regular r:id="rId68"/>
    </p:embeddedFont>
    <p:embeddedFont>
      <p:font typeface="Proxima Nova" panose="020B0604020202020204" charset="0"/>
      <p:regular r:id="rId69"/>
      <p:bold r:id="rId70"/>
      <p:italic r:id="rId71"/>
      <p:boldItalic r:id="rId72"/>
    </p:embeddedFont>
    <p:embeddedFont>
      <p:font typeface="PT Sans" panose="020B0503020203020204" pitchFamily="34" charset="0"/>
      <p:regular r:id="rId73"/>
      <p:bold r:id="rId74"/>
      <p:italic r:id="rId75"/>
      <p:boldItalic r:id="rId76"/>
    </p:embeddedFont>
    <p:embeddedFont>
      <p:font typeface="Red Hat Text" panose="020B0604020202020204" charset="0"/>
      <p:regular r:id="rId77"/>
      <p:bold r:id="rId78"/>
      <p:italic r:id="rId79"/>
      <p:boldItalic r:id="rId80"/>
    </p:embeddedFont>
    <p:embeddedFont>
      <p:font typeface="Red Hat Text Light" panose="020B0604020202020204" charset="0"/>
      <p:regular r:id="rId81"/>
      <p:bold r:id="rId82"/>
      <p:italic r:id="rId83"/>
      <p:boldItalic r:id="rId84"/>
    </p:embeddedFont>
    <p:embeddedFont>
      <p:font typeface="Roboto Condensed" panose="02000000000000000000" pitchFamily="2" charset="0"/>
      <p:regular r:id="rId85"/>
      <p:bold r:id="rId86"/>
      <p:italic r:id="rId87"/>
      <p:boldItalic r:id="rId88"/>
    </p:embeddedFont>
    <p:embeddedFont>
      <p:font typeface="Roboto Medium" panose="02000000000000000000" pitchFamily="2" charset="0"/>
      <p:regular r:id="rId89"/>
      <p:bold r:id="rId90"/>
      <p:italic r:id="rId91"/>
      <p:boldItalic r:id="rId9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76F040-00AF-454E-9F18-E26525FB8E53}">
  <a:tblStyle styleId="{2C76F040-00AF-454E-9F18-E26525FB8E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116716-413E-481D-97E3-14045B25411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138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8" Type="http://schemas.openxmlformats.org/officeDocument/2006/relationships/notesMaster" Target="notesMasters/notesMaster1.xml"/><Relationship Id="rId59" Type="http://schemas.openxmlformats.org/officeDocument/2006/relationships/font" Target="fonts/font1.fntdata"/><Relationship Id="rId60" Type="http://schemas.openxmlformats.org/officeDocument/2006/relationships/font" Target="fonts/font2.fntdata"/><Relationship Id="rId61" Type="http://schemas.openxmlformats.org/officeDocument/2006/relationships/font" Target="fonts/font3.fntdata"/><Relationship Id="rId62" Type="http://schemas.openxmlformats.org/officeDocument/2006/relationships/font" Target="fonts/font4.fntdata"/><Relationship Id="rId63" Type="http://schemas.openxmlformats.org/officeDocument/2006/relationships/font" Target="fonts/font5.fntdata"/><Relationship Id="rId64" Type="http://schemas.openxmlformats.org/officeDocument/2006/relationships/font" Target="fonts/font6.fntdata"/><Relationship Id="rId65" Type="http://schemas.openxmlformats.org/officeDocument/2006/relationships/font" Target="fonts/font7.fntdata"/><Relationship Id="rId66" Type="http://schemas.openxmlformats.org/officeDocument/2006/relationships/font" Target="fonts/font8.fntdata"/><Relationship Id="rId67" Type="http://schemas.openxmlformats.org/officeDocument/2006/relationships/font" Target="fonts/font9.fntdata"/><Relationship Id="rId68" Type="http://schemas.openxmlformats.org/officeDocument/2006/relationships/font" Target="fonts/font10.fntdata"/><Relationship Id="rId69" Type="http://schemas.openxmlformats.org/officeDocument/2006/relationships/font" Target="fonts/font11.fntdata"/><Relationship Id="rId70" Type="http://schemas.openxmlformats.org/officeDocument/2006/relationships/font" Target="fonts/font12.fntdata"/><Relationship Id="rId71" Type="http://schemas.openxmlformats.org/officeDocument/2006/relationships/font" Target="fonts/font13.fntdata"/><Relationship Id="rId72" Type="http://schemas.openxmlformats.org/officeDocument/2006/relationships/font" Target="fonts/font14.fntdata"/><Relationship Id="rId73" Type="http://schemas.openxmlformats.org/officeDocument/2006/relationships/font" Target="fonts/font15.fntdata"/><Relationship Id="rId74" Type="http://schemas.openxmlformats.org/officeDocument/2006/relationships/font" Target="fonts/font16.fntdata"/><Relationship Id="rId75" Type="http://schemas.openxmlformats.org/officeDocument/2006/relationships/font" Target="fonts/font17.fntdata"/><Relationship Id="rId76" Type="http://schemas.openxmlformats.org/officeDocument/2006/relationships/font" Target="fonts/font18.fntdata"/><Relationship Id="rId77" Type="http://schemas.openxmlformats.org/officeDocument/2006/relationships/font" Target="fonts/font19.fntdata"/><Relationship Id="rId78" Type="http://schemas.openxmlformats.org/officeDocument/2006/relationships/font" Target="fonts/font20.fntdata"/><Relationship Id="rId79" Type="http://schemas.openxmlformats.org/officeDocument/2006/relationships/font" Target="fonts/font21.fntdata"/><Relationship Id="rId80" Type="http://schemas.openxmlformats.org/officeDocument/2006/relationships/font" Target="fonts/font22.fntdata"/><Relationship Id="rId81" Type="http://schemas.openxmlformats.org/officeDocument/2006/relationships/font" Target="fonts/font23.fntdata"/><Relationship Id="rId82" Type="http://schemas.openxmlformats.org/officeDocument/2006/relationships/font" Target="fonts/font24.fntdata"/><Relationship Id="rId83" Type="http://schemas.openxmlformats.org/officeDocument/2006/relationships/font" Target="fonts/font25.fntdata"/><Relationship Id="rId84" Type="http://schemas.openxmlformats.org/officeDocument/2006/relationships/font" Target="fonts/font26.fntdata"/><Relationship Id="rId85" Type="http://schemas.openxmlformats.org/officeDocument/2006/relationships/font" Target="fonts/font27.fntdata"/><Relationship Id="rId86" Type="http://schemas.openxmlformats.org/officeDocument/2006/relationships/font" Target="fonts/font28.fntdata"/><Relationship Id="rId87" Type="http://schemas.openxmlformats.org/officeDocument/2006/relationships/font" Target="fonts/font29.fntdata"/><Relationship Id="rId88" Type="http://schemas.openxmlformats.org/officeDocument/2006/relationships/font" Target="fonts/font30.fntdata"/><Relationship Id="rId89" Type="http://schemas.openxmlformats.org/officeDocument/2006/relationships/font" Target="fonts/font31.fntdata"/><Relationship Id="rId90" Type="http://schemas.openxmlformats.org/officeDocument/2006/relationships/font" Target="fonts/font32.fntdata"/><Relationship Id="rId91" Type="http://schemas.openxmlformats.org/officeDocument/2006/relationships/font" Target="fonts/font33.fntdata"/><Relationship Id="rId92" Type="http://schemas.openxmlformats.org/officeDocument/2006/relationships/font" Target="fonts/font34.fntdata"/><Relationship Id="rId93" Type="http://schemas.openxmlformats.org/officeDocument/2006/relationships/presProps" Target="presProps.xml"/><Relationship Id="rId94" Type="http://schemas.openxmlformats.org/officeDocument/2006/relationships/viewProps" Target="viewProps.xml"/><Relationship Id="rId95" Type="http://schemas.openxmlformats.org/officeDocument/2006/relationships/theme" Target="theme/theme1.xml"/><Relationship Id="rId96" Type="http://schemas.openxmlformats.org/officeDocument/2006/relationships/tableStyles" Target="tableStyles.xml"/><Relationship Id="rId97" Type="http://schemas.openxmlformats.org/officeDocument/2006/relationships/slide" Target="slides/slide56.xml"/><Relationship Id="rId98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448617" y="3867900"/>
            <a:ext cx="960946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rgbClr val="ADB9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26800" y="-980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rgbClr val="91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250" y="1617600"/>
            <a:ext cx="77175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13300" y="40335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455000" y="386790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 rot="5400000">
            <a:off x="-238592" y="3871351"/>
            <a:ext cx="1168925" cy="284175"/>
            <a:chOff x="6017825" y="3809000"/>
            <a:chExt cx="1168925" cy="284175"/>
          </a:xfrm>
        </p:grpSpPr>
        <p:sp>
          <p:nvSpPr>
            <p:cNvPr id="15" name="Google Shape;15;p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716613" y="2469075"/>
            <a:ext cx="4556400" cy="12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title" idx="2" hasCustomPrompt="1"/>
          </p:nvPr>
        </p:nvSpPr>
        <p:spPr>
          <a:xfrm>
            <a:off x="4238613" y="1414425"/>
            <a:ext cx="10344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" name="Google Shape;36;p3"/>
          <p:cNvSpPr txBox="1">
            <a:spLocks noGrp="1"/>
          </p:cNvSpPr>
          <p:nvPr>
            <p:ph type="subTitle" idx="1"/>
          </p:nvPr>
        </p:nvSpPr>
        <p:spPr>
          <a:xfrm>
            <a:off x="5910688" y="3138975"/>
            <a:ext cx="2516700" cy="5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"/>
          <p:cNvSpPr/>
          <p:nvPr/>
        </p:nvSpPr>
        <p:spPr>
          <a:xfrm rot="-5400000">
            <a:off x="4597294" y="987343"/>
            <a:ext cx="5143500" cy="315051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 rot="-5400000">
            <a:off x="-2324207" y="2245847"/>
            <a:ext cx="5252904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7911300" y="1722050"/>
            <a:ext cx="1168925" cy="284175"/>
            <a:chOff x="6017825" y="3809000"/>
            <a:chExt cx="1168925" cy="284175"/>
          </a:xfrm>
        </p:grpSpPr>
        <p:sp>
          <p:nvSpPr>
            <p:cNvPr id="40" name="Google Shape;40;p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-137625" y="-888550"/>
            <a:ext cx="9281874" cy="137929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-238812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-137625" y="-307432"/>
            <a:ext cx="9281874" cy="789930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414375" y="251500"/>
            <a:ext cx="1168925" cy="284175"/>
            <a:chOff x="6017825" y="3809000"/>
            <a:chExt cx="1168925" cy="284175"/>
          </a:xfrm>
        </p:grpSpPr>
        <p:sp>
          <p:nvSpPr>
            <p:cNvPr id="67" name="Google Shape;67;p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" name="Google Shape;85;p5"/>
          <p:cNvSpPr/>
          <p:nvPr/>
        </p:nvSpPr>
        <p:spPr>
          <a:xfrm>
            <a:off x="8430775" y="449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"/>
          <p:cNvSpPr txBox="1">
            <a:spLocks noGrp="1"/>
          </p:cNvSpPr>
          <p:nvPr>
            <p:ph type="subTitle" idx="1"/>
          </p:nvPr>
        </p:nvSpPr>
        <p:spPr>
          <a:xfrm>
            <a:off x="5055284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subTitle" idx="2"/>
          </p:nvPr>
        </p:nvSpPr>
        <p:spPr>
          <a:xfrm>
            <a:off x="1583300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9" name="Google Shape;89;p5"/>
          <p:cNvSpPr txBox="1">
            <a:spLocks noGrp="1"/>
          </p:cNvSpPr>
          <p:nvPr>
            <p:ph type="subTitle" idx="3"/>
          </p:nvPr>
        </p:nvSpPr>
        <p:spPr>
          <a:xfrm>
            <a:off x="5055275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subTitle" idx="4"/>
          </p:nvPr>
        </p:nvSpPr>
        <p:spPr>
          <a:xfrm>
            <a:off x="1583300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6"/>
          <p:cNvGrpSpPr/>
          <p:nvPr/>
        </p:nvGrpSpPr>
        <p:grpSpPr>
          <a:xfrm>
            <a:off x="-2984059" y="-35475"/>
            <a:ext cx="12842767" cy="1025400"/>
            <a:chOff x="-269171" y="-92875"/>
            <a:chExt cx="9501196" cy="1025400"/>
          </a:xfrm>
        </p:grpSpPr>
        <p:sp>
          <p:nvSpPr>
            <p:cNvPr id="93" name="Google Shape;93;p6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6"/>
          <p:cNvSpPr/>
          <p:nvPr/>
        </p:nvSpPr>
        <p:spPr>
          <a:xfrm rot="10800000">
            <a:off x="-43741" y="4306961"/>
            <a:ext cx="9187741" cy="10586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6"/>
          <p:cNvGrpSpPr/>
          <p:nvPr/>
        </p:nvGrpSpPr>
        <p:grpSpPr>
          <a:xfrm rot="-5400000">
            <a:off x="-216275" y="3403650"/>
            <a:ext cx="1168925" cy="284175"/>
            <a:chOff x="6017825" y="3809000"/>
            <a:chExt cx="1168925" cy="284175"/>
          </a:xfrm>
        </p:grpSpPr>
        <p:sp>
          <p:nvSpPr>
            <p:cNvPr id="97" name="Google Shape;97;p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6"/>
          <p:cNvSpPr/>
          <p:nvPr/>
        </p:nvSpPr>
        <p:spPr>
          <a:xfrm>
            <a:off x="8139363" y="43974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 rot="10800000">
            <a:off x="-19289" y="259372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7"/>
          <p:cNvGrpSpPr/>
          <p:nvPr/>
        </p:nvGrpSpPr>
        <p:grpSpPr>
          <a:xfrm>
            <a:off x="7501175" y="4529750"/>
            <a:ext cx="1168925" cy="284175"/>
            <a:chOff x="6017825" y="3809000"/>
            <a:chExt cx="1168925" cy="284175"/>
          </a:xfrm>
        </p:grpSpPr>
        <p:sp>
          <p:nvSpPr>
            <p:cNvPr id="120" name="Google Shape;120;p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" name="Google Shape;138;p7"/>
          <p:cNvSpPr/>
          <p:nvPr/>
        </p:nvSpPr>
        <p:spPr>
          <a:xfrm>
            <a:off x="421825" y="248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720000" y="732775"/>
            <a:ext cx="4151400" cy="11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7"/>
          <p:cNvSpPr txBox="1">
            <a:spLocks noGrp="1"/>
          </p:cNvSpPr>
          <p:nvPr>
            <p:ph type="subTitle" idx="1"/>
          </p:nvPr>
        </p:nvSpPr>
        <p:spPr>
          <a:xfrm>
            <a:off x="720000" y="1971575"/>
            <a:ext cx="41514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41" name="Google Shape;141;p7"/>
          <p:cNvSpPr>
            <a:spLocks noGrp="1"/>
          </p:cNvSpPr>
          <p:nvPr>
            <p:ph type="pic" idx="2"/>
          </p:nvPr>
        </p:nvSpPr>
        <p:spPr>
          <a:xfrm>
            <a:off x="5235125" y="782650"/>
            <a:ext cx="3195600" cy="32442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109779" y="3571477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"/>
          <p:cNvSpPr/>
          <p:nvPr/>
        </p:nvSpPr>
        <p:spPr>
          <a:xfrm rot="-5400000">
            <a:off x="-1292212" y="-735303"/>
            <a:ext cx="9187741" cy="263766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/>
          <p:cNvSpPr/>
          <p:nvPr/>
        </p:nvSpPr>
        <p:spPr>
          <a:xfrm rot="5400000">
            <a:off x="4705271" y="741680"/>
            <a:ext cx="5247084" cy="371127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713225" y="1307100"/>
            <a:ext cx="77175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47" name="Google Shape;147;p8"/>
          <p:cNvGrpSpPr/>
          <p:nvPr/>
        </p:nvGrpSpPr>
        <p:grpSpPr>
          <a:xfrm rot="10800000">
            <a:off x="5604675" y="4461913"/>
            <a:ext cx="1168925" cy="284175"/>
            <a:chOff x="6017825" y="3809000"/>
            <a:chExt cx="1168925" cy="284175"/>
          </a:xfrm>
        </p:grpSpPr>
        <p:sp>
          <p:nvSpPr>
            <p:cNvPr id="148" name="Google Shape;148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" name="Google Shape;166;p8"/>
          <p:cNvGrpSpPr/>
          <p:nvPr/>
        </p:nvGrpSpPr>
        <p:grpSpPr>
          <a:xfrm rot="-5400000">
            <a:off x="-71950" y="850563"/>
            <a:ext cx="1168925" cy="284175"/>
            <a:chOff x="6017825" y="3809000"/>
            <a:chExt cx="1168925" cy="284175"/>
          </a:xfrm>
        </p:grpSpPr>
        <p:sp>
          <p:nvSpPr>
            <p:cNvPr id="167" name="Google Shape;167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 rot="-5400000">
            <a:off x="-905628" y="713476"/>
            <a:ext cx="5334953" cy="3523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/>
          <p:cNvSpPr/>
          <p:nvPr/>
        </p:nvSpPr>
        <p:spPr>
          <a:xfrm rot="5400000">
            <a:off x="5741161" y="2421326"/>
            <a:ext cx="6218865" cy="573412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6425650" y="3666115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9994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" name="Google Shape;190;p9"/>
          <p:cNvGrpSpPr/>
          <p:nvPr/>
        </p:nvGrpSpPr>
        <p:grpSpPr>
          <a:xfrm rot="-5400000">
            <a:off x="128750" y="981875"/>
            <a:ext cx="1168925" cy="284175"/>
            <a:chOff x="6017825" y="3809000"/>
            <a:chExt cx="1168925" cy="284175"/>
          </a:xfrm>
        </p:grpSpPr>
        <p:sp>
          <p:nvSpPr>
            <p:cNvPr id="191" name="Google Shape;191;p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" name="Google Shape;209;p9"/>
          <p:cNvSpPr txBox="1">
            <a:spLocks noGrp="1"/>
          </p:cNvSpPr>
          <p:nvPr>
            <p:ph type="title"/>
          </p:nvPr>
        </p:nvSpPr>
        <p:spPr>
          <a:xfrm>
            <a:off x="753800" y="1189100"/>
            <a:ext cx="76365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1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130875" y="349545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 flipH="1">
            <a:off x="-667905" y="3345852"/>
            <a:ext cx="10029655" cy="1825862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" name="Google Shape;214;p10"/>
          <p:cNvGrpSpPr/>
          <p:nvPr/>
        </p:nvGrpSpPr>
        <p:grpSpPr>
          <a:xfrm rot="5400000">
            <a:off x="7846300" y="4116700"/>
            <a:ext cx="1168925" cy="284175"/>
            <a:chOff x="6017825" y="3809000"/>
            <a:chExt cx="1168925" cy="284175"/>
          </a:xfrm>
        </p:grpSpPr>
        <p:sp>
          <p:nvSpPr>
            <p:cNvPr id="215" name="Google Shape;215;p1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" name="Google Shape;233;p10"/>
          <p:cNvSpPr txBox="1">
            <a:spLocks noGrp="1"/>
          </p:cNvSpPr>
          <p:nvPr>
            <p:ph type="title"/>
          </p:nvPr>
        </p:nvSpPr>
        <p:spPr>
          <a:xfrm>
            <a:off x="720000" y="3406100"/>
            <a:ext cx="7704000" cy="1197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2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 rot="-5400000" flipH="1">
            <a:off x="-889023" y="716523"/>
            <a:ext cx="5247084" cy="365833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"/>
          <p:cNvSpPr/>
          <p:nvPr/>
        </p:nvSpPr>
        <p:spPr>
          <a:xfrm rot="5400000" flipH="1">
            <a:off x="6236854" y="2245853"/>
            <a:ext cx="5252904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713230" y="100351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" name="Google Shape;238;p11"/>
          <p:cNvGrpSpPr/>
          <p:nvPr/>
        </p:nvGrpSpPr>
        <p:grpSpPr>
          <a:xfrm>
            <a:off x="6334000" y="836350"/>
            <a:ext cx="1168925" cy="284175"/>
            <a:chOff x="6017825" y="3809000"/>
            <a:chExt cx="1168925" cy="284175"/>
          </a:xfrm>
        </p:grpSpPr>
        <p:sp>
          <p:nvSpPr>
            <p:cNvPr id="239" name="Google Shape;239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" name="Google Shape;257;p11"/>
          <p:cNvSpPr/>
          <p:nvPr/>
        </p:nvSpPr>
        <p:spPr>
          <a:xfrm>
            <a:off x="7431813" y="40225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"/>
          <p:cNvSpPr/>
          <p:nvPr/>
        </p:nvSpPr>
        <p:spPr>
          <a:xfrm rot="-5400000">
            <a:off x="567363" y="3954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9" name="Google Shape;259;p11"/>
          <p:cNvGrpSpPr/>
          <p:nvPr/>
        </p:nvGrpSpPr>
        <p:grpSpPr>
          <a:xfrm>
            <a:off x="1641075" y="3930350"/>
            <a:ext cx="1168925" cy="284175"/>
            <a:chOff x="6017825" y="3809000"/>
            <a:chExt cx="1168925" cy="284175"/>
          </a:xfrm>
        </p:grpSpPr>
        <p:sp>
          <p:nvSpPr>
            <p:cNvPr id="260" name="Google Shape;260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11"/>
          <p:cNvSpPr/>
          <p:nvPr/>
        </p:nvSpPr>
        <p:spPr>
          <a:xfrm>
            <a:off x="7144505" y="257507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66388"/>
            <a:ext cx="6576000" cy="15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0" name="Google Shape;280;p11"/>
          <p:cNvSpPr txBox="1">
            <a:spLocks noGrp="1"/>
          </p:cNvSpPr>
          <p:nvPr>
            <p:ph type="subTitle" idx="1"/>
          </p:nvPr>
        </p:nvSpPr>
        <p:spPr>
          <a:xfrm>
            <a:off x="1284000" y="3080013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13"/>
          <p:cNvSpPr txBox="1">
            <a:spLocks noGrp="1"/>
          </p:cNvSpPr>
          <p:nvPr>
            <p:ph type="subTitle" idx="1"/>
          </p:nvPr>
        </p:nvSpPr>
        <p:spPr>
          <a:xfrm>
            <a:off x="209661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3"/>
          <p:cNvSpPr txBox="1">
            <a:spLocks noGrp="1"/>
          </p:cNvSpPr>
          <p:nvPr>
            <p:ph type="subTitle" idx="2"/>
          </p:nvPr>
        </p:nvSpPr>
        <p:spPr>
          <a:xfrm>
            <a:off x="548168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3"/>
          <p:cNvSpPr txBox="1">
            <a:spLocks noGrp="1"/>
          </p:cNvSpPr>
          <p:nvPr>
            <p:ph type="subTitle" idx="3"/>
          </p:nvPr>
        </p:nvSpPr>
        <p:spPr>
          <a:xfrm>
            <a:off x="209661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13"/>
          <p:cNvSpPr txBox="1">
            <a:spLocks noGrp="1"/>
          </p:cNvSpPr>
          <p:nvPr>
            <p:ph type="subTitle" idx="4"/>
          </p:nvPr>
        </p:nvSpPr>
        <p:spPr>
          <a:xfrm>
            <a:off x="548168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13"/>
          <p:cNvSpPr txBox="1">
            <a:spLocks noGrp="1"/>
          </p:cNvSpPr>
          <p:nvPr>
            <p:ph type="title" idx="5" hasCustomPrompt="1"/>
          </p:nvPr>
        </p:nvSpPr>
        <p:spPr>
          <a:xfrm>
            <a:off x="1356814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9" name="Google Shape;289;p13"/>
          <p:cNvSpPr txBox="1">
            <a:spLocks noGrp="1"/>
          </p:cNvSpPr>
          <p:nvPr>
            <p:ph type="title" idx="6" hasCustomPrompt="1"/>
          </p:nvPr>
        </p:nvSpPr>
        <p:spPr>
          <a:xfrm>
            <a:off x="1356814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0" name="Google Shape;290;p13"/>
          <p:cNvSpPr txBox="1">
            <a:spLocks noGrp="1"/>
          </p:cNvSpPr>
          <p:nvPr>
            <p:ph type="title" idx="7" hasCustomPrompt="1"/>
          </p:nvPr>
        </p:nvSpPr>
        <p:spPr>
          <a:xfrm>
            <a:off x="4741889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1" name="Google Shape;291;p13"/>
          <p:cNvSpPr txBox="1">
            <a:spLocks noGrp="1"/>
          </p:cNvSpPr>
          <p:nvPr>
            <p:ph type="title" idx="8" hasCustomPrompt="1"/>
          </p:nvPr>
        </p:nvSpPr>
        <p:spPr>
          <a:xfrm>
            <a:off x="4741889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2" name="Google Shape;292;p13"/>
          <p:cNvSpPr txBox="1">
            <a:spLocks noGrp="1"/>
          </p:cNvSpPr>
          <p:nvPr>
            <p:ph type="subTitle" idx="9"/>
          </p:nvPr>
        </p:nvSpPr>
        <p:spPr>
          <a:xfrm>
            <a:off x="2096611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3" name="Google Shape;293;p13"/>
          <p:cNvSpPr txBox="1">
            <a:spLocks noGrp="1"/>
          </p:cNvSpPr>
          <p:nvPr>
            <p:ph type="subTitle" idx="13"/>
          </p:nvPr>
        </p:nvSpPr>
        <p:spPr>
          <a:xfrm>
            <a:off x="5481686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4" name="Google Shape;294;p13"/>
          <p:cNvSpPr txBox="1">
            <a:spLocks noGrp="1"/>
          </p:cNvSpPr>
          <p:nvPr>
            <p:ph type="subTitle" idx="14"/>
          </p:nvPr>
        </p:nvSpPr>
        <p:spPr>
          <a:xfrm>
            <a:off x="2096611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5" name="Google Shape;295;p13"/>
          <p:cNvSpPr txBox="1">
            <a:spLocks noGrp="1"/>
          </p:cNvSpPr>
          <p:nvPr>
            <p:ph type="subTitle" idx="15"/>
          </p:nvPr>
        </p:nvSpPr>
        <p:spPr>
          <a:xfrm>
            <a:off x="5481686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6" name="Google Shape;296;p13"/>
          <p:cNvSpPr/>
          <p:nvPr/>
        </p:nvSpPr>
        <p:spPr>
          <a:xfrm rot="10800000" flipH="1">
            <a:off x="-473245" y="-667900"/>
            <a:ext cx="10218706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3"/>
          <p:cNvSpPr/>
          <p:nvPr/>
        </p:nvSpPr>
        <p:spPr>
          <a:xfrm rot="10800000">
            <a:off x="-81312" y="4603990"/>
            <a:ext cx="9321843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8" name="Google Shape;298;p13"/>
          <p:cNvGrpSpPr/>
          <p:nvPr/>
        </p:nvGrpSpPr>
        <p:grpSpPr>
          <a:xfrm>
            <a:off x="7578975" y="4530713"/>
            <a:ext cx="1168925" cy="284175"/>
            <a:chOff x="6017825" y="3809000"/>
            <a:chExt cx="1168925" cy="284175"/>
          </a:xfrm>
        </p:grpSpPr>
        <p:sp>
          <p:nvSpPr>
            <p:cNvPr id="299" name="Google Shape;299;p1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7" name="Google Shape;317;p13"/>
          <p:cNvSpPr/>
          <p:nvPr/>
        </p:nvSpPr>
        <p:spPr>
          <a:xfrm>
            <a:off x="8463275" y="101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3"/>
          <p:cNvSpPr/>
          <p:nvPr/>
        </p:nvSpPr>
        <p:spPr>
          <a:xfrm rot="10800000">
            <a:off x="54650" y="24602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"/>
          <p:cNvSpPr txBox="1">
            <a:spLocks noGrp="1"/>
          </p:cNvSpPr>
          <p:nvPr>
            <p:ph type="title"/>
          </p:nvPr>
        </p:nvSpPr>
        <p:spPr>
          <a:xfrm>
            <a:off x="1225350" y="3100300"/>
            <a:ext cx="66933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1" name="Google Shape;321;p14"/>
          <p:cNvSpPr txBox="1">
            <a:spLocks noGrp="1"/>
          </p:cNvSpPr>
          <p:nvPr>
            <p:ph type="subTitle" idx="1"/>
          </p:nvPr>
        </p:nvSpPr>
        <p:spPr>
          <a:xfrm>
            <a:off x="1225350" y="151131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-137625" y="-88855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4" name="Google Shape;324;p14"/>
          <p:cNvGrpSpPr/>
          <p:nvPr/>
        </p:nvGrpSpPr>
        <p:grpSpPr>
          <a:xfrm rot="-5400000">
            <a:off x="8060538" y="3389300"/>
            <a:ext cx="1168925" cy="284175"/>
            <a:chOff x="6017825" y="3809000"/>
            <a:chExt cx="1168925" cy="284175"/>
          </a:xfrm>
        </p:grpSpPr>
        <p:sp>
          <p:nvSpPr>
            <p:cNvPr id="325" name="Google Shape;325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14"/>
          <p:cNvGrpSpPr/>
          <p:nvPr/>
        </p:nvGrpSpPr>
        <p:grpSpPr>
          <a:xfrm>
            <a:off x="244513" y="904000"/>
            <a:ext cx="1168925" cy="284175"/>
            <a:chOff x="6017825" y="3809000"/>
            <a:chExt cx="1168925" cy="284175"/>
          </a:xfrm>
        </p:grpSpPr>
        <p:sp>
          <p:nvSpPr>
            <p:cNvPr id="344" name="Google Shape;344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"/>
          <p:cNvSpPr/>
          <p:nvPr/>
        </p:nvSpPr>
        <p:spPr>
          <a:xfrm rot="10800000" flipH="1">
            <a:off x="-19289" y="321507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3193048" y="197000"/>
            <a:ext cx="1543095" cy="1432731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5" name="Google Shape;365;p15"/>
          <p:cNvGrpSpPr/>
          <p:nvPr/>
        </p:nvGrpSpPr>
        <p:grpSpPr>
          <a:xfrm rot="5400000">
            <a:off x="7988400" y="981875"/>
            <a:ext cx="1168925" cy="284175"/>
            <a:chOff x="6017825" y="3809000"/>
            <a:chExt cx="1168925" cy="284175"/>
          </a:xfrm>
        </p:grpSpPr>
        <p:sp>
          <p:nvSpPr>
            <p:cNvPr id="366" name="Google Shape;366;p1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4" name="Google Shape;384;p15"/>
          <p:cNvSpPr/>
          <p:nvPr/>
        </p:nvSpPr>
        <p:spPr>
          <a:xfrm>
            <a:off x="421813" y="393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5"/>
          <p:cNvSpPr txBox="1">
            <a:spLocks noGrp="1"/>
          </p:cNvSpPr>
          <p:nvPr>
            <p:ph type="title"/>
          </p:nvPr>
        </p:nvSpPr>
        <p:spPr>
          <a:xfrm>
            <a:off x="4836775" y="988475"/>
            <a:ext cx="3690000" cy="22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5"/>
          <p:cNvSpPr txBox="1">
            <a:spLocks noGrp="1"/>
          </p:cNvSpPr>
          <p:nvPr>
            <p:ph type="subTitle" idx="1"/>
          </p:nvPr>
        </p:nvSpPr>
        <p:spPr>
          <a:xfrm>
            <a:off x="4836775" y="3284525"/>
            <a:ext cx="3438000" cy="8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5"/>
          <p:cNvSpPr>
            <a:spLocks noGrp="1"/>
          </p:cNvSpPr>
          <p:nvPr>
            <p:ph type="pic" idx="2"/>
          </p:nvPr>
        </p:nvSpPr>
        <p:spPr>
          <a:xfrm>
            <a:off x="708472" y="734793"/>
            <a:ext cx="3690000" cy="36741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"/>
          <p:cNvSpPr/>
          <p:nvPr/>
        </p:nvSpPr>
        <p:spPr>
          <a:xfrm rot="10800000" flipH="1">
            <a:off x="-45654" y="-879314"/>
            <a:ext cx="9378324" cy="1603513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6"/>
          <p:cNvSpPr/>
          <p:nvPr/>
        </p:nvSpPr>
        <p:spPr>
          <a:xfrm rot="10800000" flipH="1">
            <a:off x="-45650" y="38623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1" name="Google Shape;391;p16"/>
          <p:cNvGrpSpPr/>
          <p:nvPr/>
        </p:nvGrpSpPr>
        <p:grpSpPr>
          <a:xfrm>
            <a:off x="713225" y="3903263"/>
            <a:ext cx="1168925" cy="284175"/>
            <a:chOff x="6017825" y="3809000"/>
            <a:chExt cx="1168925" cy="284175"/>
          </a:xfrm>
        </p:grpSpPr>
        <p:sp>
          <p:nvSpPr>
            <p:cNvPr id="392" name="Google Shape;392;p1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0" name="Google Shape;410;p16"/>
          <p:cNvSpPr/>
          <p:nvPr/>
        </p:nvSpPr>
        <p:spPr>
          <a:xfrm rot="5400000">
            <a:off x="574125" y="1992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6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16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7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7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7" name="Google Shape;417;p17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418" name="Google Shape;418;p1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17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title"/>
          </p:nvPr>
        </p:nvSpPr>
        <p:spPr>
          <a:xfrm>
            <a:off x="5800250" y="1559350"/>
            <a:ext cx="2630400" cy="11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1"/>
          </p:nvPr>
        </p:nvSpPr>
        <p:spPr>
          <a:xfrm>
            <a:off x="5800375" y="2713600"/>
            <a:ext cx="2630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8"/>
          <p:cNvSpPr/>
          <p:nvPr/>
        </p:nvSpPr>
        <p:spPr>
          <a:xfrm rot="10800000" flipH="1">
            <a:off x="-21875" y="4040915"/>
            <a:ext cx="9187741" cy="115323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1" name="Google Shape;441;p18"/>
          <p:cNvGrpSpPr/>
          <p:nvPr/>
        </p:nvGrpSpPr>
        <p:grpSpPr>
          <a:xfrm>
            <a:off x="-378620" y="0"/>
            <a:ext cx="9667629" cy="1025400"/>
            <a:chOff x="-207175" y="-92875"/>
            <a:chExt cx="9439200" cy="1025400"/>
          </a:xfrm>
        </p:grpSpPr>
        <p:sp>
          <p:nvSpPr>
            <p:cNvPr id="442" name="Google Shape;442;p1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" name="Google Shape;444;p18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18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_1_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"/>
          <p:cNvSpPr/>
          <p:nvPr/>
        </p:nvSpPr>
        <p:spPr>
          <a:xfrm>
            <a:off x="-238800" y="4522726"/>
            <a:ext cx="11244263" cy="62341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-137875" y="-47300"/>
            <a:ext cx="9281874" cy="502563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9" name="Google Shape;449;p19"/>
          <p:cNvGrpSpPr/>
          <p:nvPr/>
        </p:nvGrpSpPr>
        <p:grpSpPr>
          <a:xfrm rot="5400000">
            <a:off x="8206950" y="1285600"/>
            <a:ext cx="1168925" cy="284175"/>
            <a:chOff x="6017825" y="3809000"/>
            <a:chExt cx="1168925" cy="284175"/>
          </a:xfrm>
        </p:grpSpPr>
        <p:sp>
          <p:nvSpPr>
            <p:cNvPr id="450" name="Google Shape;450;p1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8" name="Google Shape;468;p19"/>
          <p:cNvSpPr/>
          <p:nvPr/>
        </p:nvSpPr>
        <p:spPr>
          <a:xfrm rot="10800000">
            <a:off x="45800" y="689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9"/>
          <p:cNvSpPr txBox="1">
            <a:spLocks noGrp="1"/>
          </p:cNvSpPr>
          <p:nvPr>
            <p:ph type="title"/>
          </p:nvPr>
        </p:nvSpPr>
        <p:spPr>
          <a:xfrm>
            <a:off x="720000" y="443075"/>
            <a:ext cx="7710900" cy="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9"/>
          <p:cNvSpPr txBox="1">
            <a:spLocks noGrp="1"/>
          </p:cNvSpPr>
          <p:nvPr>
            <p:ph type="subTitle" idx="1"/>
          </p:nvPr>
        </p:nvSpPr>
        <p:spPr>
          <a:xfrm>
            <a:off x="720000" y="1176450"/>
            <a:ext cx="77109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0"/>
          <p:cNvSpPr/>
          <p:nvPr/>
        </p:nvSpPr>
        <p:spPr>
          <a:xfrm>
            <a:off x="-65950" y="-200875"/>
            <a:ext cx="10028923" cy="6459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0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4" name="Google Shape;474;p20"/>
          <p:cNvGrpSpPr/>
          <p:nvPr/>
        </p:nvGrpSpPr>
        <p:grpSpPr>
          <a:xfrm rot="5400000">
            <a:off x="-13337" y="2429650"/>
            <a:ext cx="1168925" cy="284175"/>
            <a:chOff x="6017825" y="3809000"/>
            <a:chExt cx="1168925" cy="284175"/>
          </a:xfrm>
        </p:grpSpPr>
        <p:sp>
          <p:nvSpPr>
            <p:cNvPr id="475" name="Google Shape;475;p2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20"/>
          <p:cNvSpPr/>
          <p:nvPr/>
        </p:nvSpPr>
        <p:spPr>
          <a:xfrm>
            <a:off x="8284900" y="44067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0"/>
          <p:cNvSpPr/>
          <p:nvPr/>
        </p:nvSpPr>
        <p:spPr>
          <a:xfrm>
            <a:off x="8284900" y="38136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0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6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20"/>
          <p:cNvSpPr txBox="1">
            <a:spLocks noGrp="1"/>
          </p:cNvSpPr>
          <p:nvPr>
            <p:ph type="subTitle" idx="1"/>
          </p:nvPr>
        </p:nvSpPr>
        <p:spPr>
          <a:xfrm>
            <a:off x="4968997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20"/>
          <p:cNvSpPr txBox="1">
            <a:spLocks noGrp="1"/>
          </p:cNvSpPr>
          <p:nvPr>
            <p:ph type="subTitle" idx="2"/>
          </p:nvPr>
        </p:nvSpPr>
        <p:spPr>
          <a:xfrm>
            <a:off x="1761125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20"/>
          <p:cNvSpPr txBox="1">
            <a:spLocks noGrp="1"/>
          </p:cNvSpPr>
          <p:nvPr>
            <p:ph type="subTitle" idx="3"/>
          </p:nvPr>
        </p:nvSpPr>
        <p:spPr>
          <a:xfrm>
            <a:off x="1761125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9" name="Google Shape;499;p20"/>
          <p:cNvSpPr txBox="1">
            <a:spLocks noGrp="1"/>
          </p:cNvSpPr>
          <p:nvPr>
            <p:ph type="subTitle" idx="4"/>
          </p:nvPr>
        </p:nvSpPr>
        <p:spPr>
          <a:xfrm>
            <a:off x="4969000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 rot="10800000">
            <a:off x="-16574" y="-39796"/>
            <a:ext cx="9378324" cy="57187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1"/>
          <p:cNvSpPr/>
          <p:nvPr/>
        </p:nvSpPr>
        <p:spPr>
          <a:xfrm rot="10800000">
            <a:off x="-45650" y="460535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3" name="Google Shape;503;p21"/>
          <p:cNvGrpSpPr/>
          <p:nvPr/>
        </p:nvGrpSpPr>
        <p:grpSpPr>
          <a:xfrm>
            <a:off x="181150" y="1254450"/>
            <a:ext cx="1168925" cy="284175"/>
            <a:chOff x="6017825" y="3809000"/>
            <a:chExt cx="1168925" cy="284175"/>
          </a:xfrm>
        </p:grpSpPr>
        <p:sp>
          <p:nvSpPr>
            <p:cNvPr id="504" name="Google Shape;504;p2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2" name="Google Shape;522;p21"/>
          <p:cNvSpPr/>
          <p:nvPr/>
        </p:nvSpPr>
        <p:spPr>
          <a:xfrm>
            <a:off x="71775" y="4714275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21"/>
          <p:cNvSpPr txBox="1">
            <a:spLocks noGrp="1"/>
          </p:cNvSpPr>
          <p:nvPr>
            <p:ph type="subTitle" idx="1"/>
          </p:nvPr>
        </p:nvSpPr>
        <p:spPr>
          <a:xfrm>
            <a:off x="4989519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21"/>
          <p:cNvSpPr txBox="1">
            <a:spLocks noGrp="1"/>
          </p:cNvSpPr>
          <p:nvPr>
            <p:ph type="subTitle" idx="2"/>
          </p:nvPr>
        </p:nvSpPr>
        <p:spPr>
          <a:xfrm>
            <a:off x="1175775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21"/>
          <p:cNvSpPr/>
          <p:nvPr/>
        </p:nvSpPr>
        <p:spPr>
          <a:xfrm>
            <a:off x="7867424" y="3980301"/>
            <a:ext cx="1155453" cy="107233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2"/>
          <p:cNvSpPr/>
          <p:nvPr/>
        </p:nvSpPr>
        <p:spPr>
          <a:xfrm rot="10800000" flipH="1">
            <a:off x="-16575" y="-39776"/>
            <a:ext cx="9378324" cy="51865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2"/>
          <p:cNvSpPr/>
          <p:nvPr/>
        </p:nvSpPr>
        <p:spPr>
          <a:xfrm rot="10800000" flipH="1">
            <a:off x="-97400" y="4073446"/>
            <a:ext cx="9274513" cy="107005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0" name="Google Shape;530;p22"/>
          <p:cNvGrpSpPr/>
          <p:nvPr/>
        </p:nvGrpSpPr>
        <p:grpSpPr>
          <a:xfrm rot="10800000">
            <a:off x="7846313" y="1427563"/>
            <a:ext cx="1168925" cy="284175"/>
            <a:chOff x="6017825" y="3809000"/>
            <a:chExt cx="1168925" cy="284175"/>
          </a:xfrm>
        </p:grpSpPr>
        <p:sp>
          <p:nvSpPr>
            <p:cNvPr id="531" name="Google Shape;53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22"/>
          <p:cNvSpPr/>
          <p:nvPr/>
        </p:nvSpPr>
        <p:spPr>
          <a:xfrm rot="10800000">
            <a:off x="8139375" y="43129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0" name="Google Shape;550;p22"/>
          <p:cNvGrpSpPr/>
          <p:nvPr/>
        </p:nvGrpSpPr>
        <p:grpSpPr>
          <a:xfrm rot="5400000">
            <a:off x="-13337" y="1204763"/>
            <a:ext cx="1168925" cy="284175"/>
            <a:chOff x="6017825" y="3809000"/>
            <a:chExt cx="1168925" cy="284175"/>
          </a:xfrm>
        </p:grpSpPr>
        <p:sp>
          <p:nvSpPr>
            <p:cNvPr id="551" name="Google Shape;55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9" name="Google Shape;569;p2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22"/>
          <p:cNvSpPr txBox="1">
            <a:spLocks noGrp="1"/>
          </p:cNvSpPr>
          <p:nvPr>
            <p:ph type="subTitle" idx="1"/>
          </p:nvPr>
        </p:nvSpPr>
        <p:spPr>
          <a:xfrm>
            <a:off x="93762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22"/>
          <p:cNvSpPr txBox="1">
            <a:spLocks noGrp="1"/>
          </p:cNvSpPr>
          <p:nvPr>
            <p:ph type="subTitle" idx="2"/>
          </p:nvPr>
        </p:nvSpPr>
        <p:spPr>
          <a:xfrm>
            <a:off x="3484347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22"/>
          <p:cNvSpPr txBox="1">
            <a:spLocks noGrp="1"/>
          </p:cNvSpPr>
          <p:nvPr>
            <p:ph type="subTitle" idx="3"/>
          </p:nvPr>
        </p:nvSpPr>
        <p:spPr>
          <a:xfrm>
            <a:off x="603107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22"/>
          <p:cNvSpPr txBox="1">
            <a:spLocks noGrp="1"/>
          </p:cNvSpPr>
          <p:nvPr>
            <p:ph type="subTitle" idx="4"/>
          </p:nvPr>
        </p:nvSpPr>
        <p:spPr>
          <a:xfrm>
            <a:off x="93762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4" name="Google Shape;574;p22"/>
          <p:cNvSpPr txBox="1">
            <a:spLocks noGrp="1"/>
          </p:cNvSpPr>
          <p:nvPr>
            <p:ph type="subTitle" idx="5"/>
          </p:nvPr>
        </p:nvSpPr>
        <p:spPr>
          <a:xfrm>
            <a:off x="3484350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5" name="Google Shape;575;p22"/>
          <p:cNvSpPr txBox="1">
            <a:spLocks noGrp="1"/>
          </p:cNvSpPr>
          <p:nvPr>
            <p:ph type="subTitle" idx="6"/>
          </p:nvPr>
        </p:nvSpPr>
        <p:spPr>
          <a:xfrm>
            <a:off x="603107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3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3"/>
          <p:cNvSpPr/>
          <p:nvPr/>
        </p:nvSpPr>
        <p:spPr>
          <a:xfrm>
            <a:off x="-1981200" y="4667825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9" name="Google Shape;579;p23"/>
          <p:cNvGrpSpPr/>
          <p:nvPr/>
        </p:nvGrpSpPr>
        <p:grpSpPr>
          <a:xfrm rot="10800000">
            <a:off x="7574838" y="82250"/>
            <a:ext cx="1168925" cy="284175"/>
            <a:chOff x="6017825" y="3809000"/>
            <a:chExt cx="1168925" cy="284175"/>
          </a:xfrm>
        </p:grpSpPr>
        <p:sp>
          <p:nvSpPr>
            <p:cNvPr id="580" name="Google Shape;58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8" name="Google Shape;598;p23"/>
          <p:cNvSpPr/>
          <p:nvPr/>
        </p:nvSpPr>
        <p:spPr>
          <a:xfrm rot="10800000">
            <a:off x="713225" y="4774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9" name="Google Shape;599;p23"/>
          <p:cNvGrpSpPr/>
          <p:nvPr/>
        </p:nvGrpSpPr>
        <p:grpSpPr>
          <a:xfrm rot="-5400000">
            <a:off x="128750" y="999638"/>
            <a:ext cx="1168925" cy="284175"/>
            <a:chOff x="6017825" y="3809000"/>
            <a:chExt cx="1168925" cy="284175"/>
          </a:xfrm>
        </p:grpSpPr>
        <p:sp>
          <p:nvSpPr>
            <p:cNvPr id="600" name="Google Shape;60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8" name="Google Shape;618;p23"/>
          <p:cNvSpPr/>
          <p:nvPr/>
        </p:nvSpPr>
        <p:spPr>
          <a:xfrm rot="-5400000">
            <a:off x="8199050" y="2891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0" name="Google Shape;620;p23"/>
          <p:cNvSpPr txBox="1">
            <a:spLocks noGrp="1"/>
          </p:cNvSpPr>
          <p:nvPr>
            <p:ph type="subTitle" idx="1"/>
          </p:nvPr>
        </p:nvSpPr>
        <p:spPr>
          <a:xfrm>
            <a:off x="2424850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1" name="Google Shape;621;p23"/>
          <p:cNvSpPr txBox="1">
            <a:spLocks noGrp="1"/>
          </p:cNvSpPr>
          <p:nvPr>
            <p:ph type="subTitle" idx="2"/>
          </p:nvPr>
        </p:nvSpPr>
        <p:spPr>
          <a:xfrm>
            <a:off x="4693457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23"/>
          <p:cNvSpPr txBox="1">
            <a:spLocks noGrp="1"/>
          </p:cNvSpPr>
          <p:nvPr>
            <p:ph type="subTitle" idx="3"/>
          </p:nvPr>
        </p:nvSpPr>
        <p:spPr>
          <a:xfrm>
            <a:off x="2424850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23"/>
          <p:cNvSpPr txBox="1">
            <a:spLocks noGrp="1"/>
          </p:cNvSpPr>
          <p:nvPr>
            <p:ph type="subTitle" idx="4"/>
          </p:nvPr>
        </p:nvSpPr>
        <p:spPr>
          <a:xfrm>
            <a:off x="4693457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23"/>
          <p:cNvSpPr txBox="1">
            <a:spLocks noGrp="1"/>
          </p:cNvSpPr>
          <p:nvPr>
            <p:ph type="subTitle" idx="5"/>
          </p:nvPr>
        </p:nvSpPr>
        <p:spPr>
          <a:xfrm>
            <a:off x="2424850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5" name="Google Shape;625;p23"/>
          <p:cNvSpPr txBox="1">
            <a:spLocks noGrp="1"/>
          </p:cNvSpPr>
          <p:nvPr>
            <p:ph type="subTitle" idx="6"/>
          </p:nvPr>
        </p:nvSpPr>
        <p:spPr>
          <a:xfrm>
            <a:off x="2424850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6" name="Google Shape;626;p23"/>
          <p:cNvSpPr txBox="1">
            <a:spLocks noGrp="1"/>
          </p:cNvSpPr>
          <p:nvPr>
            <p:ph type="subTitle" idx="7"/>
          </p:nvPr>
        </p:nvSpPr>
        <p:spPr>
          <a:xfrm>
            <a:off x="4693454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7" name="Google Shape;627;p23"/>
          <p:cNvSpPr txBox="1">
            <a:spLocks noGrp="1"/>
          </p:cNvSpPr>
          <p:nvPr>
            <p:ph type="subTitle" idx="8"/>
          </p:nvPr>
        </p:nvSpPr>
        <p:spPr>
          <a:xfrm>
            <a:off x="4693454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4"/>
          <p:cNvSpPr/>
          <p:nvPr/>
        </p:nvSpPr>
        <p:spPr>
          <a:xfrm rot="10800000">
            <a:off x="-43750" y="483205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0" name="Google Shape;630;p24"/>
          <p:cNvGrpSpPr/>
          <p:nvPr/>
        </p:nvGrpSpPr>
        <p:grpSpPr>
          <a:xfrm>
            <a:off x="-2010334" y="-41400"/>
            <a:ext cx="10931538" cy="651900"/>
            <a:chOff x="-1315460" y="-92875"/>
            <a:chExt cx="9439200" cy="651900"/>
          </a:xfrm>
        </p:grpSpPr>
        <p:sp>
          <p:nvSpPr>
            <p:cNvPr id="631" name="Google Shape;631;p24"/>
            <p:cNvSpPr/>
            <p:nvPr/>
          </p:nvSpPr>
          <p:spPr>
            <a:xfrm>
              <a:off x="-1315460" y="-92875"/>
              <a:ext cx="2700300" cy="651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>
              <a:off x="-1315460" y="-92875"/>
              <a:ext cx="9439200" cy="233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3" name="Google Shape;633;p24"/>
          <p:cNvGrpSpPr/>
          <p:nvPr/>
        </p:nvGrpSpPr>
        <p:grpSpPr>
          <a:xfrm rot="-5400000">
            <a:off x="78663" y="1955775"/>
            <a:ext cx="1168925" cy="284175"/>
            <a:chOff x="6017825" y="3809000"/>
            <a:chExt cx="1168925" cy="284175"/>
          </a:xfrm>
        </p:grpSpPr>
        <p:sp>
          <p:nvSpPr>
            <p:cNvPr id="634" name="Google Shape;63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2" name="Google Shape;652;p24"/>
          <p:cNvSpPr/>
          <p:nvPr/>
        </p:nvSpPr>
        <p:spPr>
          <a:xfrm rot="-5400000">
            <a:off x="276275" y="4211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3" name="Google Shape;653;p24"/>
          <p:cNvGrpSpPr/>
          <p:nvPr/>
        </p:nvGrpSpPr>
        <p:grpSpPr>
          <a:xfrm rot="-5400000">
            <a:off x="8417438" y="4351300"/>
            <a:ext cx="1168925" cy="284175"/>
            <a:chOff x="6017825" y="3809000"/>
            <a:chExt cx="1168925" cy="284175"/>
          </a:xfrm>
        </p:grpSpPr>
        <p:sp>
          <p:nvSpPr>
            <p:cNvPr id="654" name="Google Shape;65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2" name="Google Shape;672;p24"/>
          <p:cNvSpPr/>
          <p:nvPr/>
        </p:nvSpPr>
        <p:spPr>
          <a:xfrm rot="10800000">
            <a:off x="8458252" y="473569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4" name="Google Shape;674;p24"/>
          <p:cNvSpPr txBox="1">
            <a:spLocks noGrp="1"/>
          </p:cNvSpPr>
          <p:nvPr>
            <p:ph type="subTitle" idx="1"/>
          </p:nvPr>
        </p:nvSpPr>
        <p:spPr>
          <a:xfrm>
            <a:off x="110915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24"/>
          <p:cNvSpPr txBox="1">
            <a:spLocks noGrp="1"/>
          </p:cNvSpPr>
          <p:nvPr>
            <p:ph type="subTitle" idx="2"/>
          </p:nvPr>
        </p:nvSpPr>
        <p:spPr>
          <a:xfrm>
            <a:off x="3579000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6" name="Google Shape;676;p24"/>
          <p:cNvSpPr txBox="1">
            <a:spLocks noGrp="1"/>
          </p:cNvSpPr>
          <p:nvPr>
            <p:ph type="subTitle" idx="3"/>
          </p:nvPr>
        </p:nvSpPr>
        <p:spPr>
          <a:xfrm>
            <a:off x="110915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24"/>
          <p:cNvSpPr txBox="1">
            <a:spLocks noGrp="1"/>
          </p:cNvSpPr>
          <p:nvPr>
            <p:ph type="subTitle" idx="4"/>
          </p:nvPr>
        </p:nvSpPr>
        <p:spPr>
          <a:xfrm>
            <a:off x="3579000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8" name="Google Shape;678;p24"/>
          <p:cNvSpPr txBox="1">
            <a:spLocks noGrp="1"/>
          </p:cNvSpPr>
          <p:nvPr>
            <p:ph type="subTitle" idx="5"/>
          </p:nvPr>
        </p:nvSpPr>
        <p:spPr>
          <a:xfrm>
            <a:off x="604884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24"/>
          <p:cNvSpPr txBox="1">
            <a:spLocks noGrp="1"/>
          </p:cNvSpPr>
          <p:nvPr>
            <p:ph type="subTitle" idx="6"/>
          </p:nvPr>
        </p:nvSpPr>
        <p:spPr>
          <a:xfrm>
            <a:off x="604884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24"/>
          <p:cNvSpPr txBox="1">
            <a:spLocks noGrp="1"/>
          </p:cNvSpPr>
          <p:nvPr>
            <p:ph type="subTitle" idx="7"/>
          </p:nvPr>
        </p:nvSpPr>
        <p:spPr>
          <a:xfrm>
            <a:off x="111305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1" name="Google Shape;681;p24"/>
          <p:cNvSpPr txBox="1">
            <a:spLocks noGrp="1"/>
          </p:cNvSpPr>
          <p:nvPr>
            <p:ph type="subTitle" idx="8"/>
          </p:nvPr>
        </p:nvSpPr>
        <p:spPr>
          <a:xfrm>
            <a:off x="3582900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2" name="Google Shape;682;p24"/>
          <p:cNvSpPr txBox="1">
            <a:spLocks noGrp="1"/>
          </p:cNvSpPr>
          <p:nvPr>
            <p:ph type="subTitle" idx="9"/>
          </p:nvPr>
        </p:nvSpPr>
        <p:spPr>
          <a:xfrm>
            <a:off x="605274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3" name="Google Shape;683;p24"/>
          <p:cNvSpPr txBox="1">
            <a:spLocks noGrp="1"/>
          </p:cNvSpPr>
          <p:nvPr>
            <p:ph type="subTitle" idx="13"/>
          </p:nvPr>
        </p:nvSpPr>
        <p:spPr>
          <a:xfrm>
            <a:off x="111305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4" name="Google Shape;684;p24"/>
          <p:cNvSpPr txBox="1">
            <a:spLocks noGrp="1"/>
          </p:cNvSpPr>
          <p:nvPr>
            <p:ph type="subTitle" idx="14"/>
          </p:nvPr>
        </p:nvSpPr>
        <p:spPr>
          <a:xfrm>
            <a:off x="3582900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5" name="Google Shape;685;p24"/>
          <p:cNvSpPr txBox="1">
            <a:spLocks noGrp="1"/>
          </p:cNvSpPr>
          <p:nvPr>
            <p:ph type="subTitle" idx="15"/>
          </p:nvPr>
        </p:nvSpPr>
        <p:spPr>
          <a:xfrm>
            <a:off x="605274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5"/>
          <p:cNvSpPr/>
          <p:nvPr/>
        </p:nvSpPr>
        <p:spPr>
          <a:xfrm flipH="1">
            <a:off x="-165474" y="4634296"/>
            <a:ext cx="9309124" cy="116894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5"/>
          <p:cNvSpPr/>
          <p:nvPr/>
        </p:nvSpPr>
        <p:spPr>
          <a:xfrm flipH="1">
            <a:off x="-71685" y="-273450"/>
            <a:ext cx="10034660" cy="91193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5"/>
          <p:cNvSpPr/>
          <p:nvPr/>
        </p:nvSpPr>
        <p:spPr>
          <a:xfrm rot="10800000">
            <a:off x="7842350" y="791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0" name="Google Shape;690;p25"/>
          <p:cNvGrpSpPr/>
          <p:nvPr/>
        </p:nvGrpSpPr>
        <p:grpSpPr>
          <a:xfrm rot="5400000">
            <a:off x="432625" y="2287863"/>
            <a:ext cx="1168925" cy="284175"/>
            <a:chOff x="6017825" y="3809000"/>
            <a:chExt cx="1168925" cy="284175"/>
          </a:xfrm>
        </p:grpSpPr>
        <p:sp>
          <p:nvSpPr>
            <p:cNvPr id="691" name="Google Shape;691;p2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9" name="Google Shape;709;p25"/>
          <p:cNvSpPr/>
          <p:nvPr/>
        </p:nvSpPr>
        <p:spPr>
          <a:xfrm>
            <a:off x="438380" y="342082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5"/>
          <p:cNvSpPr/>
          <p:nvPr/>
        </p:nvSpPr>
        <p:spPr>
          <a:xfrm rot="10800000">
            <a:off x="7842338" y="3532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25"/>
          <p:cNvSpPr txBox="1">
            <a:spLocks noGrp="1"/>
          </p:cNvSpPr>
          <p:nvPr>
            <p:ph type="title" hasCustomPrompt="1"/>
          </p:nvPr>
        </p:nvSpPr>
        <p:spPr>
          <a:xfrm>
            <a:off x="2223600" y="67022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2" name="Google Shape;712;p25"/>
          <p:cNvSpPr txBox="1">
            <a:spLocks noGrp="1"/>
          </p:cNvSpPr>
          <p:nvPr>
            <p:ph type="subTitle" idx="1"/>
          </p:nvPr>
        </p:nvSpPr>
        <p:spPr>
          <a:xfrm>
            <a:off x="2223600" y="1275827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3" name="Google Shape;713;p25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67931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4" name="Google Shape;714;p25"/>
          <p:cNvSpPr txBox="1">
            <a:spLocks noGrp="1"/>
          </p:cNvSpPr>
          <p:nvPr>
            <p:ph type="subTitle" idx="3"/>
          </p:nvPr>
        </p:nvSpPr>
        <p:spPr>
          <a:xfrm>
            <a:off x="2223600" y="2586246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5" name="Google Shape;715;p25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26563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6" name="Google Shape;716;p25"/>
          <p:cNvSpPr txBox="1">
            <a:spLocks noGrp="1"/>
          </p:cNvSpPr>
          <p:nvPr>
            <p:ph type="subTitle" idx="5"/>
          </p:nvPr>
        </p:nvSpPr>
        <p:spPr>
          <a:xfrm>
            <a:off x="2223600" y="3896665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6"/>
          <p:cNvSpPr/>
          <p:nvPr/>
        </p:nvSpPr>
        <p:spPr>
          <a:xfrm>
            <a:off x="-65950" y="-273450"/>
            <a:ext cx="10028923" cy="75961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26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0" name="Google Shape;720;p26"/>
          <p:cNvGrpSpPr/>
          <p:nvPr/>
        </p:nvGrpSpPr>
        <p:grpSpPr>
          <a:xfrm>
            <a:off x="7261838" y="4696625"/>
            <a:ext cx="1168925" cy="284175"/>
            <a:chOff x="6017825" y="3809000"/>
            <a:chExt cx="1168925" cy="284175"/>
          </a:xfrm>
        </p:grpSpPr>
        <p:sp>
          <p:nvSpPr>
            <p:cNvPr id="721" name="Google Shape;72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9" name="Google Shape;739;p26"/>
          <p:cNvSpPr/>
          <p:nvPr/>
        </p:nvSpPr>
        <p:spPr>
          <a:xfrm>
            <a:off x="44450" y="46361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0" name="Google Shape;740;p26"/>
          <p:cNvGrpSpPr/>
          <p:nvPr/>
        </p:nvGrpSpPr>
        <p:grpSpPr>
          <a:xfrm rot="-5400000">
            <a:off x="-96212" y="892500"/>
            <a:ext cx="1168925" cy="284175"/>
            <a:chOff x="6017825" y="3809000"/>
            <a:chExt cx="1168925" cy="284175"/>
          </a:xfrm>
        </p:grpSpPr>
        <p:sp>
          <p:nvSpPr>
            <p:cNvPr id="741" name="Google Shape;74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9" name="Google Shape;759;p26"/>
          <p:cNvSpPr txBox="1">
            <a:spLocks noGrp="1"/>
          </p:cNvSpPr>
          <p:nvPr>
            <p:ph type="title" hasCustomPrompt="1"/>
          </p:nvPr>
        </p:nvSpPr>
        <p:spPr>
          <a:xfrm>
            <a:off x="1325650" y="1962150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0" name="Google Shape;760;p26"/>
          <p:cNvSpPr txBox="1">
            <a:spLocks noGrp="1"/>
          </p:cNvSpPr>
          <p:nvPr>
            <p:ph type="subTitle" idx="1"/>
          </p:nvPr>
        </p:nvSpPr>
        <p:spPr>
          <a:xfrm>
            <a:off x="938500" y="344990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1" name="Google Shape;761;p26"/>
          <p:cNvSpPr txBox="1">
            <a:spLocks noGrp="1"/>
          </p:cNvSpPr>
          <p:nvPr>
            <p:ph type="subTitle" idx="2"/>
          </p:nvPr>
        </p:nvSpPr>
        <p:spPr>
          <a:xfrm>
            <a:off x="938500" y="296062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2" name="Google Shape;762;p26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3" name="Google Shape;763;p26"/>
          <p:cNvSpPr txBox="1">
            <a:spLocks noGrp="1"/>
          </p:cNvSpPr>
          <p:nvPr>
            <p:ph type="subTitle" idx="4"/>
          </p:nvPr>
        </p:nvSpPr>
        <p:spPr>
          <a:xfrm>
            <a:off x="34854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4" name="Google Shape;764;p26"/>
          <p:cNvSpPr txBox="1">
            <a:spLocks noGrp="1"/>
          </p:cNvSpPr>
          <p:nvPr>
            <p:ph type="subTitle" idx="5"/>
          </p:nvPr>
        </p:nvSpPr>
        <p:spPr>
          <a:xfrm>
            <a:off x="34854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5" name="Google Shape;765;p26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6" name="Google Shape;766;p26"/>
          <p:cNvSpPr txBox="1">
            <a:spLocks noGrp="1"/>
          </p:cNvSpPr>
          <p:nvPr>
            <p:ph type="subTitle" idx="7"/>
          </p:nvPr>
        </p:nvSpPr>
        <p:spPr>
          <a:xfrm>
            <a:off x="60323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7" name="Google Shape;767;p26"/>
          <p:cNvSpPr txBox="1">
            <a:spLocks noGrp="1"/>
          </p:cNvSpPr>
          <p:nvPr>
            <p:ph type="subTitle" idx="8"/>
          </p:nvPr>
        </p:nvSpPr>
        <p:spPr>
          <a:xfrm>
            <a:off x="60323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8" name="Google Shape;768;p26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7"/>
          <p:cNvSpPr/>
          <p:nvPr/>
        </p:nvSpPr>
        <p:spPr>
          <a:xfrm>
            <a:off x="-65950" y="-197250"/>
            <a:ext cx="10028923" cy="67409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27"/>
          <p:cNvSpPr/>
          <p:nvPr/>
        </p:nvSpPr>
        <p:spPr>
          <a:xfrm>
            <a:off x="-165467" y="47563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2" name="Google Shape;772;p27"/>
          <p:cNvGrpSpPr/>
          <p:nvPr/>
        </p:nvGrpSpPr>
        <p:grpSpPr>
          <a:xfrm>
            <a:off x="7512100" y="128563"/>
            <a:ext cx="1168925" cy="284175"/>
            <a:chOff x="6017825" y="3809000"/>
            <a:chExt cx="1168925" cy="284175"/>
          </a:xfrm>
        </p:grpSpPr>
        <p:sp>
          <p:nvSpPr>
            <p:cNvPr id="773" name="Google Shape;773;p2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1" name="Google Shape;791;p27"/>
          <p:cNvSpPr/>
          <p:nvPr/>
        </p:nvSpPr>
        <p:spPr>
          <a:xfrm>
            <a:off x="130425" y="4603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2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8"/>
          <p:cNvSpPr/>
          <p:nvPr/>
        </p:nvSpPr>
        <p:spPr>
          <a:xfrm rot="10800000">
            <a:off x="-43750" y="4713825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5" name="Google Shape;795;p28"/>
          <p:cNvGrpSpPr/>
          <p:nvPr/>
        </p:nvGrpSpPr>
        <p:grpSpPr>
          <a:xfrm>
            <a:off x="-523620" y="0"/>
            <a:ext cx="9667629" cy="1025400"/>
            <a:chOff x="-207175" y="-92875"/>
            <a:chExt cx="9439200" cy="1025400"/>
          </a:xfrm>
        </p:grpSpPr>
        <p:sp>
          <p:nvSpPr>
            <p:cNvPr id="796" name="Google Shape;796;p2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8" name="Google Shape;798;p28"/>
          <p:cNvGrpSpPr/>
          <p:nvPr/>
        </p:nvGrpSpPr>
        <p:grpSpPr>
          <a:xfrm rot="-5400000">
            <a:off x="7896400" y="1025388"/>
            <a:ext cx="1168925" cy="284175"/>
            <a:chOff x="6017825" y="3809000"/>
            <a:chExt cx="1168925" cy="284175"/>
          </a:xfrm>
        </p:grpSpPr>
        <p:sp>
          <p:nvSpPr>
            <p:cNvPr id="799" name="Google Shape;79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7" name="Google Shape;817;p28"/>
          <p:cNvSpPr/>
          <p:nvPr/>
        </p:nvSpPr>
        <p:spPr>
          <a:xfrm>
            <a:off x="421825" y="4450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8" name="Google Shape;818;p28"/>
          <p:cNvGrpSpPr/>
          <p:nvPr/>
        </p:nvGrpSpPr>
        <p:grpSpPr>
          <a:xfrm rot="-5400000">
            <a:off x="-216275" y="4416938"/>
            <a:ext cx="1168925" cy="284175"/>
            <a:chOff x="6017825" y="3809000"/>
            <a:chExt cx="1168925" cy="284175"/>
          </a:xfrm>
        </p:grpSpPr>
        <p:sp>
          <p:nvSpPr>
            <p:cNvPr id="819" name="Google Shape;81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7" name="Google Shape;837;p2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1_1_1"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9"/>
          <p:cNvSpPr/>
          <p:nvPr/>
        </p:nvSpPr>
        <p:spPr>
          <a:xfrm rot="10800000" flipH="1">
            <a:off x="-45650" y="-671952"/>
            <a:ext cx="9378324" cy="105625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29"/>
          <p:cNvSpPr/>
          <p:nvPr/>
        </p:nvSpPr>
        <p:spPr>
          <a:xfrm rot="10800000" flipH="1">
            <a:off x="-45650" y="43111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29"/>
          <p:cNvSpPr/>
          <p:nvPr/>
        </p:nvSpPr>
        <p:spPr>
          <a:xfrm>
            <a:off x="84850" y="350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2" name="Google Shape;842;p29"/>
          <p:cNvGrpSpPr/>
          <p:nvPr/>
        </p:nvGrpSpPr>
        <p:grpSpPr>
          <a:xfrm rot="-5400000">
            <a:off x="8202525" y="1052963"/>
            <a:ext cx="1168925" cy="284175"/>
            <a:chOff x="6017825" y="3809000"/>
            <a:chExt cx="1168925" cy="284175"/>
          </a:xfrm>
        </p:grpSpPr>
        <p:sp>
          <p:nvSpPr>
            <p:cNvPr id="843" name="Google Shape;843;p2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1" name="Google Shape;861;p29"/>
          <p:cNvSpPr/>
          <p:nvPr/>
        </p:nvSpPr>
        <p:spPr>
          <a:xfrm>
            <a:off x="8495588" y="3854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2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900" cy="7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1_1_1_1"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30"/>
          <p:cNvSpPr/>
          <p:nvPr/>
        </p:nvSpPr>
        <p:spPr>
          <a:xfrm rot="10800000">
            <a:off x="85118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30"/>
          <p:cNvSpPr/>
          <p:nvPr/>
        </p:nvSpPr>
        <p:spPr>
          <a:xfrm>
            <a:off x="-137625" y="-236483"/>
            <a:ext cx="9281874" cy="64805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30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7" name="Google Shape;867;p30"/>
          <p:cNvGrpSpPr/>
          <p:nvPr/>
        </p:nvGrpSpPr>
        <p:grpSpPr>
          <a:xfrm>
            <a:off x="7763575" y="0"/>
            <a:ext cx="1168925" cy="284175"/>
            <a:chOff x="6017825" y="3809000"/>
            <a:chExt cx="1168925" cy="284175"/>
          </a:xfrm>
        </p:grpSpPr>
        <p:sp>
          <p:nvSpPr>
            <p:cNvPr id="868" name="Google Shape;868;p3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6" name="Google Shape;886;p30"/>
          <p:cNvSpPr/>
          <p:nvPr/>
        </p:nvSpPr>
        <p:spPr>
          <a:xfrm>
            <a:off x="76788" y="34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3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1_1_1_1_1"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1"/>
          <p:cNvSpPr/>
          <p:nvPr/>
        </p:nvSpPr>
        <p:spPr>
          <a:xfrm>
            <a:off x="-137625" y="-169280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31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1" name="Google Shape;891;p31"/>
          <p:cNvGrpSpPr/>
          <p:nvPr/>
        </p:nvGrpSpPr>
        <p:grpSpPr>
          <a:xfrm>
            <a:off x="7589825" y="4586050"/>
            <a:ext cx="1168925" cy="284175"/>
            <a:chOff x="6017825" y="3809000"/>
            <a:chExt cx="1168925" cy="284175"/>
          </a:xfrm>
        </p:grpSpPr>
        <p:sp>
          <p:nvSpPr>
            <p:cNvPr id="892" name="Google Shape;892;p3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0" name="Google Shape;910;p31"/>
          <p:cNvSpPr/>
          <p:nvPr/>
        </p:nvSpPr>
        <p:spPr>
          <a:xfrm>
            <a:off x="8139363" y="-48412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31"/>
          <p:cNvSpPr/>
          <p:nvPr/>
        </p:nvSpPr>
        <p:spPr>
          <a:xfrm rot="5400000">
            <a:off x="103563" y="789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31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11_1_1_1_1_1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2"/>
          <p:cNvSpPr/>
          <p:nvPr/>
        </p:nvSpPr>
        <p:spPr>
          <a:xfrm flipH="1">
            <a:off x="-65948" y="-273450"/>
            <a:ext cx="10028923" cy="78189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32"/>
          <p:cNvSpPr/>
          <p:nvPr/>
        </p:nvSpPr>
        <p:spPr>
          <a:xfrm flipH="1">
            <a:off x="-165467" y="4705075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6" name="Google Shape;916;p32"/>
          <p:cNvGrpSpPr/>
          <p:nvPr/>
        </p:nvGrpSpPr>
        <p:grpSpPr>
          <a:xfrm rot="-5400000">
            <a:off x="8220250" y="760950"/>
            <a:ext cx="1168925" cy="284175"/>
            <a:chOff x="6017825" y="3809000"/>
            <a:chExt cx="1168925" cy="284175"/>
          </a:xfrm>
        </p:grpSpPr>
        <p:sp>
          <p:nvSpPr>
            <p:cNvPr id="917" name="Google Shape;917;p3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5" name="Google Shape;935;p32"/>
          <p:cNvSpPr/>
          <p:nvPr/>
        </p:nvSpPr>
        <p:spPr>
          <a:xfrm>
            <a:off x="59050" y="44140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3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11_1_1_1_1_1_1"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3"/>
          <p:cNvSpPr/>
          <p:nvPr/>
        </p:nvSpPr>
        <p:spPr>
          <a:xfrm rot="10800000" flipH="1">
            <a:off x="-45650" y="-53174"/>
            <a:ext cx="9378324" cy="52954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3"/>
          <p:cNvSpPr/>
          <p:nvPr/>
        </p:nvSpPr>
        <p:spPr>
          <a:xfrm rot="10800000" flipH="1">
            <a:off x="-45650" y="4778169"/>
            <a:ext cx="9189720" cy="41855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33"/>
          <p:cNvSpPr txBox="1">
            <a:spLocks noGrp="1"/>
          </p:cNvSpPr>
          <p:nvPr>
            <p:ph type="title"/>
          </p:nvPr>
        </p:nvSpPr>
        <p:spPr>
          <a:xfrm>
            <a:off x="719975" y="445025"/>
            <a:ext cx="77040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CUSTOM_11_1_1_1_1_1_1_1"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4"/>
          <p:cNvSpPr/>
          <p:nvPr/>
        </p:nvSpPr>
        <p:spPr>
          <a:xfrm rot="10800000" flipH="1">
            <a:off x="-45650" y="-35309"/>
            <a:ext cx="9378324" cy="614681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34"/>
          <p:cNvSpPr/>
          <p:nvPr/>
        </p:nvSpPr>
        <p:spPr>
          <a:xfrm rot="10800000" flipH="1">
            <a:off x="-22862" y="4629563"/>
            <a:ext cx="9189720" cy="616162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4" name="Google Shape;944;p34"/>
          <p:cNvGrpSpPr/>
          <p:nvPr/>
        </p:nvGrpSpPr>
        <p:grpSpPr>
          <a:xfrm rot="-5400000">
            <a:off x="-244525" y="3761388"/>
            <a:ext cx="1168925" cy="284175"/>
            <a:chOff x="6017825" y="3809000"/>
            <a:chExt cx="1168925" cy="284175"/>
          </a:xfrm>
        </p:grpSpPr>
        <p:sp>
          <p:nvSpPr>
            <p:cNvPr id="945" name="Google Shape;945;p3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3" name="Google Shape;963;p34"/>
          <p:cNvSpPr/>
          <p:nvPr/>
        </p:nvSpPr>
        <p:spPr>
          <a:xfrm>
            <a:off x="8490400" y="701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3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CUSTOM_11_1_1_1_1_1_1_1_1"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5"/>
          <p:cNvSpPr/>
          <p:nvPr/>
        </p:nvSpPr>
        <p:spPr>
          <a:xfrm>
            <a:off x="-65950" y="-197925"/>
            <a:ext cx="10028923" cy="6429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5"/>
          <p:cNvSpPr/>
          <p:nvPr/>
        </p:nvSpPr>
        <p:spPr>
          <a:xfrm>
            <a:off x="-165475" y="4527700"/>
            <a:ext cx="9391165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8" name="Google Shape;968;p35"/>
          <p:cNvGrpSpPr/>
          <p:nvPr/>
        </p:nvGrpSpPr>
        <p:grpSpPr>
          <a:xfrm>
            <a:off x="459075" y="160838"/>
            <a:ext cx="1168925" cy="284175"/>
            <a:chOff x="6017825" y="3809000"/>
            <a:chExt cx="1168925" cy="284175"/>
          </a:xfrm>
        </p:grpSpPr>
        <p:sp>
          <p:nvSpPr>
            <p:cNvPr id="969" name="Google Shape;969;p3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7" name="Google Shape;987;p35"/>
          <p:cNvSpPr/>
          <p:nvPr/>
        </p:nvSpPr>
        <p:spPr>
          <a:xfrm>
            <a:off x="8496300" y="44027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35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7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CUSTOM_11_1_1_1_1_1_1_1_1_1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6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1" name="Google Shape;991;p36"/>
          <p:cNvGrpSpPr/>
          <p:nvPr/>
        </p:nvGrpSpPr>
        <p:grpSpPr>
          <a:xfrm>
            <a:off x="-1416353" y="-29551"/>
            <a:ext cx="10674791" cy="1054932"/>
            <a:chOff x="-207175" y="-92875"/>
            <a:chExt cx="9439200" cy="1025400"/>
          </a:xfrm>
        </p:grpSpPr>
        <p:sp>
          <p:nvSpPr>
            <p:cNvPr id="992" name="Google Shape;992;p36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4" name="Google Shape;994;p36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995" name="Google Shape;995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3" name="Google Shape;1013;p36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3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15" name="Google Shape;1015;p36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016" name="Google Shape;1016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CUSTOM_11_1_1_1_1_1_1_1_1_1_1"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37"/>
          <p:cNvSpPr/>
          <p:nvPr/>
        </p:nvSpPr>
        <p:spPr>
          <a:xfrm>
            <a:off x="-777425" y="-469450"/>
            <a:ext cx="9921954" cy="871471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37"/>
          <p:cNvSpPr/>
          <p:nvPr/>
        </p:nvSpPr>
        <p:spPr>
          <a:xfrm>
            <a:off x="-1981200" y="4826529"/>
            <a:ext cx="11244263" cy="484773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37"/>
          <p:cNvSpPr/>
          <p:nvPr/>
        </p:nvSpPr>
        <p:spPr>
          <a:xfrm>
            <a:off x="8077950" y="627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8" name="Google Shape;1038;p37"/>
          <p:cNvGrpSpPr/>
          <p:nvPr/>
        </p:nvGrpSpPr>
        <p:grpSpPr>
          <a:xfrm>
            <a:off x="128750" y="722588"/>
            <a:ext cx="1168925" cy="284175"/>
            <a:chOff x="6017825" y="3809000"/>
            <a:chExt cx="1168925" cy="284175"/>
          </a:xfrm>
        </p:grpSpPr>
        <p:sp>
          <p:nvSpPr>
            <p:cNvPr id="1039" name="Google Shape;1039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37"/>
          <p:cNvGrpSpPr/>
          <p:nvPr/>
        </p:nvGrpSpPr>
        <p:grpSpPr>
          <a:xfrm rot="-5400000">
            <a:off x="8218375" y="3868975"/>
            <a:ext cx="1168925" cy="284175"/>
            <a:chOff x="6017825" y="3809000"/>
            <a:chExt cx="1168925" cy="284175"/>
          </a:xfrm>
        </p:grpSpPr>
        <p:sp>
          <p:nvSpPr>
            <p:cNvPr id="1058" name="Google Shape;1058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6" name="Google Shape;1076;p37"/>
          <p:cNvSpPr txBox="1">
            <a:spLocks noGrp="1"/>
          </p:cNvSpPr>
          <p:nvPr>
            <p:ph type="title"/>
          </p:nvPr>
        </p:nvSpPr>
        <p:spPr>
          <a:xfrm>
            <a:off x="717125" y="445025"/>
            <a:ext cx="7709700" cy="6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CUSTOM_11_1_1_1_1_1_1_1_1_1_1_1"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8" name="Google Shape;1078;p38"/>
          <p:cNvGrpSpPr/>
          <p:nvPr/>
        </p:nvGrpSpPr>
        <p:grpSpPr>
          <a:xfrm>
            <a:off x="-520259" y="0"/>
            <a:ext cx="10426612" cy="1025400"/>
            <a:chOff x="-269171" y="-92875"/>
            <a:chExt cx="9501196" cy="1025400"/>
          </a:xfrm>
        </p:grpSpPr>
        <p:sp>
          <p:nvSpPr>
            <p:cNvPr id="1079" name="Google Shape;1079;p38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1" name="Google Shape;1081;p38"/>
          <p:cNvSpPr/>
          <p:nvPr/>
        </p:nvSpPr>
        <p:spPr>
          <a:xfrm rot="10800000">
            <a:off x="-43741" y="4587799"/>
            <a:ext cx="9187741" cy="77782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38"/>
          <p:cNvSpPr/>
          <p:nvPr/>
        </p:nvSpPr>
        <p:spPr>
          <a:xfrm>
            <a:off x="8515425" y="45878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3" name="Google Shape;1083;p38"/>
          <p:cNvGrpSpPr/>
          <p:nvPr/>
        </p:nvGrpSpPr>
        <p:grpSpPr>
          <a:xfrm rot="5400000">
            <a:off x="-225975" y="1626463"/>
            <a:ext cx="1168925" cy="284175"/>
            <a:chOff x="6017825" y="3809000"/>
            <a:chExt cx="1168925" cy="284175"/>
          </a:xfrm>
        </p:grpSpPr>
        <p:sp>
          <p:nvSpPr>
            <p:cNvPr id="1084" name="Google Shape;1084;p3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2" name="Google Shape;1102;p38"/>
          <p:cNvSpPr/>
          <p:nvPr/>
        </p:nvSpPr>
        <p:spPr>
          <a:xfrm rot="10800000">
            <a:off x="8490475" y="483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3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39"/>
          <p:cNvSpPr/>
          <p:nvPr/>
        </p:nvSpPr>
        <p:spPr>
          <a:xfrm flipH="1">
            <a:off x="-165475" y="4433274"/>
            <a:ext cx="9309124" cy="176866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39"/>
          <p:cNvSpPr/>
          <p:nvPr/>
        </p:nvSpPr>
        <p:spPr>
          <a:xfrm flipH="1">
            <a:off x="-107160" y="-378275"/>
            <a:ext cx="10034660" cy="10587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39"/>
          <p:cNvSpPr/>
          <p:nvPr/>
        </p:nvSpPr>
        <p:spPr>
          <a:xfrm>
            <a:off x="166422" y="3256188"/>
            <a:ext cx="1748622" cy="1623558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39"/>
          <p:cNvSpPr/>
          <p:nvPr/>
        </p:nvSpPr>
        <p:spPr>
          <a:xfrm>
            <a:off x="7995025" y="1334276"/>
            <a:ext cx="871489" cy="809159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39"/>
          <p:cNvSpPr txBox="1">
            <a:spLocks noGrp="1"/>
          </p:cNvSpPr>
          <p:nvPr>
            <p:ph type="title"/>
          </p:nvPr>
        </p:nvSpPr>
        <p:spPr>
          <a:xfrm>
            <a:off x="1999250" y="540000"/>
            <a:ext cx="5145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10" name="Google Shape;1110;p39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1" name="Google Shape;1111;p39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endParaRPr sz="12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40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40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40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6" name="Google Shape;1116;p40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1117" name="Google Shape;1117;p4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5" name="Google Shape;1135;p40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41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8" name="Google Shape;1138;p41"/>
          <p:cNvGrpSpPr/>
          <p:nvPr/>
        </p:nvGrpSpPr>
        <p:grpSpPr>
          <a:xfrm>
            <a:off x="-523625" y="-29548"/>
            <a:ext cx="9719544" cy="1054932"/>
            <a:chOff x="-207175" y="-92875"/>
            <a:chExt cx="9439200" cy="1025400"/>
          </a:xfrm>
        </p:grpSpPr>
        <p:sp>
          <p:nvSpPr>
            <p:cNvPr id="1139" name="Google Shape;1139;p41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1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41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1142" name="Google Shape;114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0" name="Google Shape;1160;p41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1" name="Google Shape;1161;p41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162" name="Google Shape;116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44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ed Hat Text"/>
              <a:buNone/>
              <a:defRPr sz="38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42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182" name="Google Shape;1182;p42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Header Reserve Underfill Check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start_row one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2103000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Fonts</a:t>
                      </a:r>
                      <a:endParaRPr sz="1100" b="1" dirty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To view this template correctly in PowerPoint, download and install the fonts we used</a:t>
                      </a:r>
                      <a:endParaRPr sz="1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r>
                        <a:rPr sz="1000"/>
                        <a:t>R1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A short row for body height verification.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r>
                        <a:rPr sz="1000"/>
                        <a:t>R2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A short row for body height verification.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r>
                        <a:rPr sz="1000"/>
                        <a:t>R3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A short row for body height verification.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r>
                        <a:rPr sz="1000"/>
                        <a:t>R4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A short row for body height verification.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r>
                        <a:rPr sz="1000"/>
                        <a:t>R5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A short row for body height verification.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Header Reserve Underfill Check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start_row one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last</a:t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only</a:t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801604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Fonts</a:t>
                      </a:r>
                      <a:endParaRPr sz="1100" b="1" dirty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To view this template correctly in PowerPoint, download and install the fonts we used</a:t>
                      </a:r>
                      <a:endParaRPr sz="10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R6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A short row for body height verification.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R7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A short row for body height verification.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Humman Thermoregulation by Slidesgo">
  <a:themeElements>
    <a:clrScheme name="Simple Light">
      <a:dk1>
        <a:srgbClr val="434343"/>
      </a:dk1>
      <a:lt1>
        <a:srgbClr val="F3EDE3"/>
      </a:lt1>
      <a:dk2>
        <a:srgbClr val="91A1B0"/>
      </a:dk2>
      <a:lt2>
        <a:srgbClr val="CED4D7"/>
      </a:lt2>
      <a:accent1>
        <a:srgbClr val="ADB9C4"/>
      </a:accent1>
      <a:accent2>
        <a:srgbClr val="5D7F9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2333</Words>
  <Application>Microsoft Office PowerPoint</Application>
  <PresentationFormat>On-screen Show (16:9)</PresentationFormat>
  <Paragraphs>357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70" baseType="lpstr">
      <vt:lpstr>PT Sans</vt:lpstr>
      <vt:lpstr>Proxima Nova</vt:lpstr>
      <vt:lpstr>Arial</vt:lpstr>
      <vt:lpstr>Lato</vt:lpstr>
      <vt:lpstr>Roboto Medium</vt:lpstr>
      <vt:lpstr>Calibri</vt:lpstr>
      <vt:lpstr>Amatic SC</vt:lpstr>
      <vt:lpstr>Roboto Condensed</vt:lpstr>
      <vt:lpstr>Bebas Neue</vt:lpstr>
      <vt:lpstr>Nunito Light</vt:lpstr>
      <vt:lpstr>Red Hat Text Light</vt:lpstr>
      <vt:lpstr>Anaheim</vt:lpstr>
      <vt:lpstr>Red Hat Text</vt:lpstr>
      <vt:lpstr>Humman Thermoregulation by Slidesgo</vt:lpstr>
      <vt:lpstr>Slidesgo Final Pages</vt:lpstr>
      <vt:lpstr>HUMAN THERMOREGULATION</vt:lpstr>
      <vt:lpstr>CONTENTS OF THIS TEMPLATE</vt:lpstr>
      <vt:lpstr>04</vt:lpstr>
      <vt:lpstr>WHOA!</vt:lpstr>
      <vt:lpstr>01</vt:lpstr>
      <vt:lpstr>DO YOU NEED LONGER TEXT?</vt:lpstr>
      <vt:lpstr>THE SLIDE TITLE GOES HERE!</vt:lpstr>
      <vt:lpstr>DIVIDE THE CONTENT</vt:lpstr>
      <vt:lpstr>HERE ARE THREE IDEAS</vt:lpstr>
      <vt:lpstr>DIVIDE THE CONTENT </vt:lpstr>
      <vt:lpstr>MORE CONCEPTS </vt:lpstr>
      <vt:lpstr>AWESOME WORDS</vt:lpstr>
      <vt:lpstr>—SOMEONE FAMOUS</vt:lpstr>
      <vt:lpstr>A PICTURE IS WORTH A THOUSAND WORDS</vt:lpstr>
      <vt:lpstr>A PICTURE ALWAYS REINFORCES  THE CONCEPT</vt:lpstr>
      <vt:lpstr>150,000</vt:lpstr>
      <vt:lpstr>386,000 km</vt:lpstr>
      <vt:lpstr>LET’S USE PERCENTAGES</vt:lpstr>
      <vt:lpstr>COMPUTER MOCKUP</vt:lpstr>
      <vt:lpstr>TABLET MOCKUP</vt:lpstr>
      <vt:lpstr>PHONE MOCKUP</vt:lpstr>
      <vt:lpstr>THIS IS A MAP</vt:lpstr>
      <vt:lpstr>A TIMELINE </vt:lpstr>
      <vt:lpstr>AN INFOGRAPHIC</vt:lpstr>
      <vt:lpstr>TABLES REPRESENT YOUR DATA</vt:lpstr>
      <vt:lpstr>YOU CAN USE THIS GRAPH</vt:lpstr>
      <vt:lpstr>OUR TEAM</vt:lpstr>
      <vt:lpstr>SOME PUBLICATIONS</vt:lpstr>
      <vt:lpstr>PHYSICAL EXAMINATION</vt:lpstr>
      <vt:lpstr> CASE TIMELINE</vt:lpstr>
      <vt:lpstr>REASONS TO STOP OR START</vt:lpstr>
      <vt:lpstr>CLEAR SCHEME</vt:lpstr>
      <vt:lpstr>THERMOREGULATION</vt:lpstr>
      <vt:lpstr>CONCLUSIONS</vt:lpstr>
      <vt:lpstr>THANKS!</vt:lpstr>
      <vt:lpstr>ALTERNATIVE RESOURCES</vt:lpstr>
      <vt:lpstr>SOME RESOURCES</vt:lpstr>
      <vt:lpstr>Instructions for use</vt:lpstr>
      <vt:lpstr>Instructions for use (premium users)</vt:lpstr>
      <vt:lpstr>Fonts &amp; colors used</vt:lpstr>
      <vt:lpstr>Storyset</vt:lpstr>
      <vt:lpstr>Use our editable graphic resources...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...and our sets of editable icons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Rania Asran</cp:lastModifiedBy>
  <cp:revision>1</cp:revision>
  <dcterms:modified xsi:type="dcterms:W3CDTF">2026-04-22T06:23:23Z</dcterms:modified>
</cp:coreProperties>
</file>