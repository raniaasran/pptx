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9"/>
  </p:notesMasterIdLst>
  <p:sldIdLst>
    <p:sldId id="312" r:id="rId99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60"/>
      <p:bold r:id="rId61"/>
    </p:embeddedFont>
    <p:embeddedFont>
      <p:font typeface="Anaheim" panose="020B0604020202020204" charset="0"/>
      <p:regular r:id="rId62"/>
      <p:bold r:id="rId63"/>
    </p:embeddedFont>
    <p:embeddedFont>
      <p:font typeface="Bebas Neue" panose="020B0606020202050201" pitchFamily="34" charset="0"/>
      <p:regular r:id="rId64"/>
    </p:embeddedFont>
    <p:embeddedFont>
      <p:font typeface="Lato" panose="020F0502020204030203" pitchFamily="34" charset="0"/>
      <p:regular r:id="rId65"/>
      <p:bold r:id="rId66"/>
      <p:italic r:id="rId67"/>
      <p:boldItalic r:id="rId68"/>
    </p:embeddedFont>
    <p:embeddedFont>
      <p:font typeface="Nunito Light" pitchFamily="2" charset="0"/>
      <p:regular r:id="rId69"/>
      <p:italic r:id="rId70"/>
    </p:embeddedFont>
    <p:embeddedFont>
      <p:font typeface="Proxima Nova" panose="020B0604020202020204" charset="0"/>
      <p:regular r:id="rId71"/>
      <p:bold r:id="rId72"/>
      <p:italic r:id="rId73"/>
      <p:boldItalic r:id="rId74"/>
    </p:embeddedFont>
    <p:embeddedFont>
      <p:font typeface="PT Sans" panose="020B0503020203020204" pitchFamily="34" charset="0"/>
      <p:regular r:id="rId75"/>
      <p:bold r:id="rId76"/>
      <p:italic r:id="rId77"/>
      <p:boldItalic r:id="rId78"/>
    </p:embeddedFont>
    <p:embeddedFont>
      <p:font typeface="Red Hat Text" panose="020B0604020202020204" charset="0"/>
      <p:regular r:id="rId79"/>
      <p:bold r:id="rId80"/>
      <p:italic r:id="rId81"/>
      <p:boldItalic r:id="rId82"/>
    </p:embeddedFont>
    <p:embeddedFont>
      <p:font typeface="Red Hat Text Light" panose="020B0604020202020204" charset="0"/>
      <p:regular r:id="rId83"/>
      <p:bold r:id="rId84"/>
      <p:italic r:id="rId85"/>
      <p:boldItalic r:id="rId86"/>
    </p:embeddedFont>
    <p:embeddedFont>
      <p:font typeface="Roboto Condensed" panose="02000000000000000000" pitchFamily="2" charset="0"/>
      <p:regular r:id="rId87"/>
      <p:bold r:id="rId88"/>
      <p:italic r:id="rId89"/>
      <p:boldItalic r:id="rId90"/>
    </p:embeddedFont>
    <p:embeddedFont>
      <p:font typeface="Roboto Medium" panose="02000000000000000000" pitchFamily="2" charset="0"/>
      <p:regular r:id="rId91"/>
      <p:bold r:id="rId92"/>
      <p:italic r:id="rId93"/>
      <p:boldItalic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9" Type="http://schemas.openxmlformats.org/officeDocument/2006/relationships/notesMaster" Target="notesMasters/notes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font" Target="fonts/font5.fntdata"/><Relationship Id="rId65" Type="http://schemas.openxmlformats.org/officeDocument/2006/relationships/font" Target="fonts/font6.fntdata"/><Relationship Id="rId66" Type="http://schemas.openxmlformats.org/officeDocument/2006/relationships/font" Target="fonts/font7.fntdata"/><Relationship Id="rId67" Type="http://schemas.openxmlformats.org/officeDocument/2006/relationships/font" Target="fonts/font8.fntdata"/><Relationship Id="rId68" Type="http://schemas.openxmlformats.org/officeDocument/2006/relationships/font" Target="fonts/font9.fntdata"/><Relationship Id="rId69" Type="http://schemas.openxmlformats.org/officeDocument/2006/relationships/font" Target="fonts/font10.fntdata"/><Relationship Id="rId70" Type="http://schemas.openxmlformats.org/officeDocument/2006/relationships/font" Target="fonts/font11.fntdata"/><Relationship Id="rId71" Type="http://schemas.openxmlformats.org/officeDocument/2006/relationships/font" Target="fonts/font12.fntdata"/><Relationship Id="rId72" Type="http://schemas.openxmlformats.org/officeDocument/2006/relationships/font" Target="fonts/font13.fntdata"/><Relationship Id="rId73" Type="http://schemas.openxmlformats.org/officeDocument/2006/relationships/font" Target="fonts/font14.fntdata"/><Relationship Id="rId74" Type="http://schemas.openxmlformats.org/officeDocument/2006/relationships/font" Target="fonts/font15.fntdata"/><Relationship Id="rId75" Type="http://schemas.openxmlformats.org/officeDocument/2006/relationships/font" Target="fonts/font16.fntdata"/><Relationship Id="rId76" Type="http://schemas.openxmlformats.org/officeDocument/2006/relationships/font" Target="fonts/font17.fntdata"/><Relationship Id="rId77" Type="http://schemas.openxmlformats.org/officeDocument/2006/relationships/font" Target="fonts/font18.fntdata"/><Relationship Id="rId78" Type="http://schemas.openxmlformats.org/officeDocument/2006/relationships/font" Target="fonts/font19.fntdata"/><Relationship Id="rId79" Type="http://schemas.openxmlformats.org/officeDocument/2006/relationships/font" Target="fonts/font20.fntdata"/><Relationship Id="rId80" Type="http://schemas.openxmlformats.org/officeDocument/2006/relationships/font" Target="fonts/font21.fntdata"/><Relationship Id="rId81" Type="http://schemas.openxmlformats.org/officeDocument/2006/relationships/font" Target="fonts/font22.fntdata"/><Relationship Id="rId82" Type="http://schemas.openxmlformats.org/officeDocument/2006/relationships/font" Target="fonts/font23.fntdata"/><Relationship Id="rId83" Type="http://schemas.openxmlformats.org/officeDocument/2006/relationships/font" Target="fonts/font24.fntdata"/><Relationship Id="rId84" Type="http://schemas.openxmlformats.org/officeDocument/2006/relationships/font" Target="fonts/font25.fntdata"/><Relationship Id="rId85" Type="http://schemas.openxmlformats.org/officeDocument/2006/relationships/font" Target="fonts/font26.fntdata"/><Relationship Id="rId86" Type="http://schemas.openxmlformats.org/officeDocument/2006/relationships/font" Target="fonts/font27.fntdata"/><Relationship Id="rId87" Type="http://schemas.openxmlformats.org/officeDocument/2006/relationships/font" Target="fonts/font28.fntdata"/><Relationship Id="rId88" Type="http://schemas.openxmlformats.org/officeDocument/2006/relationships/font" Target="fonts/font29.fntdata"/><Relationship Id="rId89" Type="http://schemas.openxmlformats.org/officeDocument/2006/relationships/font" Target="fonts/font30.fntdata"/><Relationship Id="rId90" Type="http://schemas.openxmlformats.org/officeDocument/2006/relationships/font" Target="fonts/font31.fntdata"/><Relationship Id="rId91" Type="http://schemas.openxmlformats.org/officeDocument/2006/relationships/font" Target="fonts/font32.fntdata"/><Relationship Id="rId92" Type="http://schemas.openxmlformats.org/officeDocument/2006/relationships/font" Target="fonts/font33.fntdata"/><Relationship Id="rId93" Type="http://schemas.openxmlformats.org/officeDocument/2006/relationships/font" Target="fonts/font34.fntdata"/><Relationship Id="rId94" Type="http://schemas.openxmlformats.org/officeDocument/2006/relationships/font" Target="fonts/font35.fntdata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Relationship Id="rId99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23" name="Google Shape;1323;p51"/>
          <p:cNvSpPr/>
          <p:nvPr/>
        </p:nvSpPr>
        <p:spPr>
          <a:xfrm>
            <a:off x="4638698" y="353365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51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sz="1550">
                <a:latin typeface="Red Hat Text Light"/>
                <a:ea typeface="Red Hat Text Light"/>
                <a:cs typeface="Red Hat Text Light"/>
                <a:sym typeface="Red Hat Text Light"/>
              </a:rPr>
              <a:t>Release Readiness and Cross-Functional Launch Planning Alignment for Product, Engineering, Operations, and Customer Success</a:t>
            </a:r>
            <a:r>
              <a:rPr lang="en" b="1" sz="1550"/>
              <a:t/>
            </a:r>
            <a:r>
              <a:rPr lang="en" b="1" sz="15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325" name="Google Shape;1325;p51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The latest checkpoint confirms alignment on launch scope and responsibilities.</a:t>
            </a:r>
            <a:endParaRPr/>
          </a:p>
          <a:p>
            <a:pPr>
              <a:buChar char="•"/>
            </a:pPr>
            <a:r>
              <a:t>Critical issues are now below the release threshold</a:t>
            </a:r>
          </a:p>
          <a:p>
            <a:pPr>
              <a:buChar char="•"/>
            </a:pPr>
            <a:r>
              <a:t>Rollback and monitoring plans were validated in staging</a:t>
            </a:r>
          </a:p>
          <a:p>
            <a:pPr>
              <a:buChar char="•"/>
            </a:pPr>
            <a:r>
              <a:t>Customer communication draft is reviewed and approved</a:t>
            </a:r>
          </a:p>
          <a:p>
            <a:pPr>
              <a:buNone/>
            </a:pPr>
            <a:r>
              <a:t>Final sign-off depends on a short compliance review.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BCFE4A-4832-3393-3A0E-E5461B006E73}"/>
              </a:ext>
            </a:extLst>
          </p:cNvPr>
          <p:cNvSpPr/>
          <p:nvPr/>
        </p:nvSpPr>
        <p:spPr>
          <a:xfrm>
            <a:off x="4972050" y="481693"/>
            <a:ext cx="3739243" cy="378818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26" name="Picture 1325" descr="wide__contain_2092x9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125" y="782650"/>
            <a:ext cx="3195600" cy="3244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2333</Words>
  <Application>Microsoft Office PowerPoint</Application>
  <PresentationFormat>On-screen Show (16:9)</PresentationFormat>
  <Paragraphs>357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1" baseType="lpstr">
      <vt:lpstr>Bebas Neue</vt:lpstr>
      <vt:lpstr>Roboto Condensed</vt:lpstr>
      <vt:lpstr>Anaheim</vt:lpstr>
      <vt:lpstr>Roboto Medium</vt:lpstr>
      <vt:lpstr>Red Hat Text</vt:lpstr>
      <vt:lpstr>Amatic SC</vt:lpstr>
      <vt:lpstr>Red Hat Text Light</vt:lpstr>
      <vt:lpstr>Nunito Light</vt:lpstr>
      <vt:lpstr>Proxima Nova</vt:lpstr>
      <vt:lpstr>Arial</vt:lpstr>
      <vt:lpstr>PT Sans</vt:lpstr>
      <vt:lpstr>Calibri</vt:lpstr>
      <vt:lpstr>Lato</vt:lpstr>
      <vt:lpstr>Humman Thermoregulation by Slidesgo</vt:lpstr>
      <vt:lpstr>Slidesgo Final Pages</vt:lpstr>
      <vt:lpstr>HUMAN THERMOREGULATION</vt:lpstr>
      <vt:lpstr>CONTENTS OF THIS TEMPLATE</vt:lpstr>
      <vt:lpstr>TABLE OF CONTENTS</vt:lpstr>
      <vt:lpstr>WHOA!</vt:lpstr>
      <vt:lpstr>NAME OF THE SECTION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9h 55m 23s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PowerPoint Presentation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4</cp:revision>
  <dcterms:modified xsi:type="dcterms:W3CDTF">2026-04-25T13:30:34Z</dcterms:modified>
</cp:coreProperties>
</file>