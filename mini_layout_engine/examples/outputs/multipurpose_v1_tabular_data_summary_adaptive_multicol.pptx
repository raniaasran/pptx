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9"/>
  </p:notesMasterIdLst>
  <p:sldIdLst>
    <p:sldId id="312" r:id="rId99"/>
    <p:sldId id="313" r:id="rId100"/>
    <p:sldId id="314" r:id="rId101"/>
    <p:sldId id="315" r:id="rId102"/>
    <p:sldId id="316" r:id="rId103"/>
    <p:sldId id="317" r:id="rId104"/>
    <p:sldId id="318" r:id="rId105"/>
    <p:sldId id="319" r:id="rId106"/>
    <p:sldId id="320" r:id="rId107"/>
    <p:sldId id="321" r:id="rId108"/>
    <p:sldId id="322" r:id="rId109"/>
    <p:sldId id="323" r:id="rId110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60"/>
      <p:bold r:id="rId61"/>
    </p:embeddedFont>
    <p:embeddedFont>
      <p:font typeface="Anaheim" panose="020B0604020202020204" charset="0"/>
      <p:regular r:id="rId62"/>
      <p:bold r:id="rId63"/>
    </p:embeddedFont>
    <p:embeddedFont>
      <p:font typeface="Bebas Neue" panose="020B0606020202050201" pitchFamily="34" charset="0"/>
      <p:regular r:id="rId64"/>
    </p:embeddedFon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Nunito Light" pitchFamily="2" charset="0"/>
      <p:regular r:id="rId69"/>
      <p:italic r:id="rId70"/>
    </p:embeddedFon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PT Sans" panose="020B0503020203020204" pitchFamily="34" charset="0"/>
      <p:regular r:id="rId75"/>
      <p:bold r:id="rId76"/>
      <p:italic r:id="rId77"/>
      <p:boldItalic r:id="rId78"/>
    </p:embeddedFont>
    <p:embeddedFont>
      <p:font typeface="Red Hat Text" panose="020B0604020202020204" charset="0"/>
      <p:regular r:id="rId79"/>
      <p:bold r:id="rId80"/>
      <p:italic r:id="rId81"/>
      <p:boldItalic r:id="rId82"/>
    </p:embeddedFont>
    <p:embeddedFont>
      <p:font typeface="Red Hat Text Light" panose="020B0604020202020204" charset="0"/>
      <p:regular r:id="rId83"/>
      <p:bold r:id="rId84"/>
      <p:italic r:id="rId85"/>
      <p:boldItalic r:id="rId86"/>
    </p:embeddedFont>
    <p:embeddedFont>
      <p:font typeface="Roboto Condensed" panose="02000000000000000000" pitchFamily="2" charset="0"/>
      <p:regular r:id="rId87"/>
      <p:bold r:id="rId88"/>
      <p:italic r:id="rId89"/>
      <p:boldItalic r:id="rId90"/>
    </p:embeddedFont>
    <p:embeddedFont>
      <p:font typeface="Roboto Medium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font" Target="fonts/font18.fntdata"/><Relationship Id="rId78" Type="http://schemas.openxmlformats.org/officeDocument/2006/relationships/font" Target="fonts/font19.fntdata"/><Relationship Id="rId79" Type="http://schemas.openxmlformats.org/officeDocument/2006/relationships/font" Target="fonts/font20.fntdata"/><Relationship Id="rId80" Type="http://schemas.openxmlformats.org/officeDocument/2006/relationships/font" Target="fonts/font21.fntdata"/><Relationship Id="rId81" Type="http://schemas.openxmlformats.org/officeDocument/2006/relationships/font" Target="fonts/font22.fntdata"/><Relationship Id="rId82" Type="http://schemas.openxmlformats.org/officeDocument/2006/relationships/font" Target="fonts/font23.fntdata"/><Relationship Id="rId83" Type="http://schemas.openxmlformats.org/officeDocument/2006/relationships/font" Target="fonts/font24.fntdata"/><Relationship Id="rId84" Type="http://schemas.openxmlformats.org/officeDocument/2006/relationships/font" Target="fonts/font25.fntdata"/><Relationship Id="rId85" Type="http://schemas.openxmlformats.org/officeDocument/2006/relationships/font" Target="fonts/font26.fntdata"/><Relationship Id="rId86" Type="http://schemas.openxmlformats.org/officeDocument/2006/relationships/font" Target="fonts/font27.fntdata"/><Relationship Id="rId87" Type="http://schemas.openxmlformats.org/officeDocument/2006/relationships/font" Target="fonts/font28.fntdata"/><Relationship Id="rId88" Type="http://schemas.openxmlformats.org/officeDocument/2006/relationships/font" Target="fonts/font29.fntdata"/><Relationship Id="rId89" Type="http://schemas.openxmlformats.org/officeDocument/2006/relationships/font" Target="fonts/font30.fntdata"/><Relationship Id="rId90" Type="http://schemas.openxmlformats.org/officeDocument/2006/relationships/font" Target="fonts/font31.fntdata"/><Relationship Id="rId91" Type="http://schemas.openxmlformats.org/officeDocument/2006/relationships/font" Target="fonts/font32.fntdata"/><Relationship Id="rId92" Type="http://schemas.openxmlformats.org/officeDocument/2006/relationships/font" Target="fonts/font33.fntdata"/><Relationship Id="rId93" Type="http://schemas.openxmlformats.org/officeDocument/2006/relationships/font" Target="fonts/font34.fntdata"/><Relationship Id="rId94" Type="http://schemas.openxmlformats.org/officeDocument/2006/relationships/font" Target="fonts/font35.fntdata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57.xml"/><Relationship Id="rId100" Type="http://schemas.openxmlformats.org/officeDocument/2006/relationships/slide" Target="slides/slide58.xml"/><Relationship Id="rId101" Type="http://schemas.openxmlformats.org/officeDocument/2006/relationships/slide" Target="slides/slide59.xml"/><Relationship Id="rId102" Type="http://schemas.openxmlformats.org/officeDocument/2006/relationships/slide" Target="slides/slide60.xml"/><Relationship Id="rId103" Type="http://schemas.openxmlformats.org/officeDocument/2006/relationships/slide" Target="slides/slide61.xml"/><Relationship Id="rId104" Type="http://schemas.openxmlformats.org/officeDocument/2006/relationships/slide" Target="slides/slide62.xml"/><Relationship Id="rId105" Type="http://schemas.openxmlformats.org/officeDocument/2006/relationships/slide" Target="slides/slide63.xml"/><Relationship Id="rId106" Type="http://schemas.openxmlformats.org/officeDocument/2006/relationships/slide" Target="slides/slide64.xml"/><Relationship Id="rId107" Type="http://schemas.openxmlformats.org/officeDocument/2006/relationships/slide" Target="slides/slide65.xml"/><Relationship Id="rId108" Type="http://schemas.openxmlformats.org/officeDocument/2006/relationships/slide" Target="slides/slide66.xml"/><Relationship Id="rId109" Type="http://schemas.openxmlformats.org/officeDocument/2006/relationships/slide" Target="slides/slide67.xml"/><Relationship Id="rId110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- 2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A-001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A-002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A-003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- 2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A-004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A-005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A-006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A-007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- 2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A-008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A-009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A-010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A-011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- 2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301752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A-012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- 3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B-101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B-102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B-103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- 3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B-104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B-105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B-106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B-107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- 3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B-108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B-109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B-110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B-111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- 3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301752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B-112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- 4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C-201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42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C-202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C-203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- 4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C-204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31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C-205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C-206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C-207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- 4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2963424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C-208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33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C-209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C-210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Pending Review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500"/>
                        <a:t>C-211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Blocked by dependency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Summary - 4 Columns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301752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500"/>
                        <a:t>C-212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Closed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2333</Words>
  <Application>Microsoft Office PowerPoint</Application>
  <PresentationFormat>On-screen Show (16:9)</PresentationFormat>
  <Paragraphs>357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Bebas Neue</vt:lpstr>
      <vt:lpstr>Roboto Condensed</vt:lpstr>
      <vt:lpstr>Anaheim</vt:lpstr>
      <vt:lpstr>Roboto Medium</vt:lpstr>
      <vt:lpstr>Red Hat Text</vt:lpstr>
      <vt:lpstr>Amatic SC</vt:lpstr>
      <vt:lpstr>Red Hat Text Light</vt:lpstr>
      <vt:lpstr>Nunito Light</vt:lpstr>
      <vt:lpstr>Proxima Nova</vt:lpstr>
      <vt:lpstr>Arial</vt:lpstr>
      <vt:lpstr>PT Sans</vt:lpstr>
      <vt:lpstr>Calibri</vt:lpstr>
      <vt:lpstr>Lato</vt:lpstr>
      <vt:lpstr>Humman Thermoregulation by Slidesgo</vt:lpstr>
      <vt:lpstr>Slidesgo Final Pages</vt:lpstr>
      <vt:lpstr>HUMAN THERMOREGULATION</vt:lpstr>
      <vt:lpstr>CONTENTS OF THIS TEMPLATE</vt:lpstr>
      <vt:lpstr>TABLE OF CONTENTS</vt:lpstr>
      <vt:lpstr>WHOA!</vt:lpstr>
      <vt:lpstr>NAME OF THE SECTION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9h 55m 23s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PowerPoint Presentation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4</cp:revision>
  <dcterms:modified xsi:type="dcterms:W3CDTF">2026-04-25T13:30:34Z</dcterms:modified>
</cp:coreProperties>
</file>