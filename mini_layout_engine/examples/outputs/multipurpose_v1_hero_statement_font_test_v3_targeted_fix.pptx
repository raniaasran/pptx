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 id="2147483691" r:id="rId2"/>
  </p:sldMasterIdLst>
  <p:notesMasterIdLst>
    <p:notesMasterId r:id="rId58"/>
  </p:notesMasterIdLst>
  <p:sldIdLst>
    <p:sldId id="311" r:id="rId97"/>
    <p:sldId id="312" r:id="rId98"/>
    <p:sldId id="313" r:id="rId99"/>
  </p:sldIdLst>
  <p:sldSz cx="9144000" cy="5143500" type="screen16x9"/>
  <p:notesSz cx="6858000" cy="9144000"/>
  <p:embeddedFontLst>
    <p:embeddedFont>
      <p:font typeface="Amatic SC" panose="00000500000000000000" pitchFamily="2" charset="-79"/>
      <p:regular r:id="rId59"/>
      <p:bold r:id="rId60"/>
    </p:embeddedFont>
    <p:embeddedFont>
      <p:font typeface="Anaheim" panose="020B0604020202020204" charset="0"/>
      <p:regular r:id="rId61"/>
      <p:bold r:id="rId62"/>
    </p:embeddedFont>
    <p:embeddedFont>
      <p:font typeface="Bebas Neue" panose="020B0606020202050201" pitchFamily="34" charset="0"/>
      <p:regular r:id="rId63"/>
    </p:embeddedFont>
    <p:embeddedFont>
      <p:font typeface="Lato" panose="020F0502020204030203" pitchFamily="34" charset="0"/>
      <p:regular r:id="rId64"/>
      <p:bold r:id="rId65"/>
      <p:italic r:id="rId66"/>
      <p:boldItalic r:id="rId67"/>
    </p:embeddedFont>
    <p:embeddedFont>
      <p:font typeface="Nunito Light" pitchFamily="2" charset="0"/>
      <p:regular r:id="rId68"/>
    </p:embeddedFont>
    <p:embeddedFont>
      <p:font typeface="Proxima Nova" panose="020B0604020202020204" charset="0"/>
      <p:regular r:id="rId69"/>
      <p:bold r:id="rId70"/>
      <p:italic r:id="rId71"/>
      <p:boldItalic r:id="rId72"/>
    </p:embeddedFont>
    <p:embeddedFont>
      <p:font typeface="PT Sans" panose="020B0503020203020204" pitchFamily="34" charset="0"/>
      <p:regular r:id="rId73"/>
      <p:bold r:id="rId74"/>
      <p:italic r:id="rId75"/>
      <p:boldItalic r:id="rId76"/>
    </p:embeddedFont>
    <p:embeddedFont>
      <p:font typeface="Red Hat Text" panose="020B0604020202020204" charset="0"/>
      <p:regular r:id="rId77"/>
      <p:bold r:id="rId78"/>
      <p:italic r:id="rId79"/>
      <p:boldItalic r:id="rId80"/>
    </p:embeddedFont>
    <p:embeddedFont>
      <p:font typeface="Red Hat Text Light" panose="020B0604020202020204" charset="0"/>
      <p:regular r:id="rId81"/>
      <p:bold r:id="rId82"/>
      <p:italic r:id="rId83"/>
      <p:boldItalic r:id="rId84"/>
    </p:embeddedFont>
    <p:embeddedFont>
      <p:font typeface="Roboto Condensed" panose="02000000000000000000" pitchFamily="2" charset="0"/>
      <p:regular r:id="rId85"/>
      <p:bold r:id="rId86"/>
      <p:italic r:id="rId87"/>
      <p:boldItalic r:id="rId88"/>
    </p:embeddedFont>
    <p:embeddedFont>
      <p:font typeface="Roboto Medium" panose="02000000000000000000" pitchFamily="2"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76F040-00AF-454E-9F18-E26525FB8E53}">
  <a:tblStyle styleId="{2C76F040-00AF-454E-9F18-E26525FB8E5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2116716-413E-481D-97E3-14045B25411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138"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8" Type="http://schemas.openxmlformats.org/officeDocument/2006/relationships/notesMaster" Target="notesMasters/notesMaster1.xml"/><Relationship Id="rId59" Type="http://schemas.openxmlformats.org/officeDocument/2006/relationships/font" Target="fonts/font1.fntdata"/><Relationship Id="rId60" Type="http://schemas.openxmlformats.org/officeDocument/2006/relationships/font" Target="fonts/font2.fntdata"/><Relationship Id="rId61" Type="http://schemas.openxmlformats.org/officeDocument/2006/relationships/font" Target="fonts/font3.fntdata"/><Relationship Id="rId62" Type="http://schemas.openxmlformats.org/officeDocument/2006/relationships/font" Target="fonts/font4.fntdata"/><Relationship Id="rId63" Type="http://schemas.openxmlformats.org/officeDocument/2006/relationships/font" Target="fonts/font5.fntdata"/><Relationship Id="rId64" Type="http://schemas.openxmlformats.org/officeDocument/2006/relationships/font" Target="fonts/font6.fntdata"/><Relationship Id="rId65" Type="http://schemas.openxmlformats.org/officeDocument/2006/relationships/font" Target="fonts/font7.fntdata"/><Relationship Id="rId66" Type="http://schemas.openxmlformats.org/officeDocument/2006/relationships/font" Target="fonts/font8.fntdata"/><Relationship Id="rId67" Type="http://schemas.openxmlformats.org/officeDocument/2006/relationships/font" Target="fonts/font9.fntdata"/><Relationship Id="rId68" Type="http://schemas.openxmlformats.org/officeDocument/2006/relationships/font" Target="fonts/font10.fntdata"/><Relationship Id="rId69" Type="http://schemas.openxmlformats.org/officeDocument/2006/relationships/font" Target="fonts/font11.fntdata"/><Relationship Id="rId70" Type="http://schemas.openxmlformats.org/officeDocument/2006/relationships/font" Target="fonts/font12.fntdata"/><Relationship Id="rId71" Type="http://schemas.openxmlformats.org/officeDocument/2006/relationships/font" Target="fonts/font13.fntdata"/><Relationship Id="rId72" Type="http://schemas.openxmlformats.org/officeDocument/2006/relationships/font" Target="fonts/font14.fntdata"/><Relationship Id="rId73" Type="http://schemas.openxmlformats.org/officeDocument/2006/relationships/font" Target="fonts/font15.fntdata"/><Relationship Id="rId74" Type="http://schemas.openxmlformats.org/officeDocument/2006/relationships/font" Target="fonts/font16.fntdata"/><Relationship Id="rId75" Type="http://schemas.openxmlformats.org/officeDocument/2006/relationships/font" Target="fonts/font17.fntdata"/><Relationship Id="rId76" Type="http://schemas.openxmlformats.org/officeDocument/2006/relationships/font" Target="fonts/font18.fntdata"/><Relationship Id="rId77" Type="http://schemas.openxmlformats.org/officeDocument/2006/relationships/font" Target="fonts/font19.fntdata"/><Relationship Id="rId78" Type="http://schemas.openxmlformats.org/officeDocument/2006/relationships/font" Target="fonts/font20.fntdata"/><Relationship Id="rId79" Type="http://schemas.openxmlformats.org/officeDocument/2006/relationships/font" Target="fonts/font21.fntdata"/><Relationship Id="rId80" Type="http://schemas.openxmlformats.org/officeDocument/2006/relationships/font" Target="fonts/font22.fntdata"/><Relationship Id="rId81" Type="http://schemas.openxmlformats.org/officeDocument/2006/relationships/font" Target="fonts/font23.fntdata"/><Relationship Id="rId82" Type="http://schemas.openxmlformats.org/officeDocument/2006/relationships/font" Target="fonts/font24.fntdata"/><Relationship Id="rId83" Type="http://schemas.openxmlformats.org/officeDocument/2006/relationships/font" Target="fonts/font25.fntdata"/><Relationship Id="rId84" Type="http://schemas.openxmlformats.org/officeDocument/2006/relationships/font" Target="fonts/font26.fntdata"/><Relationship Id="rId85" Type="http://schemas.openxmlformats.org/officeDocument/2006/relationships/font" Target="fonts/font27.fntdata"/><Relationship Id="rId86" Type="http://schemas.openxmlformats.org/officeDocument/2006/relationships/font" Target="fonts/font28.fntdata"/><Relationship Id="rId87" Type="http://schemas.openxmlformats.org/officeDocument/2006/relationships/font" Target="fonts/font29.fntdata"/><Relationship Id="rId88" Type="http://schemas.openxmlformats.org/officeDocument/2006/relationships/font" Target="fonts/font30.fntdata"/><Relationship Id="rId89" Type="http://schemas.openxmlformats.org/officeDocument/2006/relationships/font" Target="fonts/font31.fntdata"/><Relationship Id="rId90" Type="http://schemas.openxmlformats.org/officeDocument/2006/relationships/font" Target="fonts/font32.fntdata"/><Relationship Id="rId91" Type="http://schemas.openxmlformats.org/officeDocument/2006/relationships/font" Target="fonts/font33.fntdata"/><Relationship Id="rId92" Type="http://schemas.openxmlformats.org/officeDocument/2006/relationships/font" Target="fonts/font34.fntdata"/><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 Id="rId97" Type="http://schemas.openxmlformats.org/officeDocument/2006/relationships/slide" Target="slides/slide56.xml"/><Relationship Id="rId98" Type="http://schemas.openxmlformats.org/officeDocument/2006/relationships/slide" Target="slides/slide57.xml"/><Relationship Id="rId9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448617" y="3867900"/>
            <a:ext cx="9609464"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rgbClr val="ADB9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26800" y="-9800"/>
            <a:ext cx="9187741" cy="651811"/>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rgbClr val="91A1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13250" y="1617600"/>
            <a:ext cx="7717500" cy="19083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713300" y="4033575"/>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800">
                <a:solidFill>
                  <a:srgbClr val="434343"/>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3" name="Google Shape;13;p2"/>
          <p:cNvSpPr/>
          <p:nvPr/>
        </p:nvSpPr>
        <p:spPr>
          <a:xfrm>
            <a:off x="8455000" y="3867900"/>
            <a:ext cx="582350" cy="291075"/>
          </a:xfrm>
          <a:custGeom>
            <a:avLst/>
            <a:gdLst/>
            <a:ahLst/>
            <a:cxnLst/>
            <a:rect l="l" t="t" r="r" b="b"/>
            <a:pathLst>
              <a:path w="23294" h="11643" extrusionOk="0">
                <a:moveTo>
                  <a:pt x="0" y="1"/>
                </a:moveTo>
                <a:cubicBezTo>
                  <a:pt x="0" y="6406"/>
                  <a:pt x="5219" y="11643"/>
                  <a:pt x="11642" y="11643"/>
                </a:cubicBezTo>
                <a:cubicBezTo>
                  <a:pt x="18065" y="11643"/>
                  <a:pt x="23293" y="6406"/>
                  <a:pt x="23293" y="1"/>
                </a:cubicBezTo>
                <a:lnTo>
                  <a:pt x="18030" y="1"/>
                </a:lnTo>
                <a:cubicBezTo>
                  <a:pt x="18030" y="3525"/>
                  <a:pt x="15175" y="6379"/>
                  <a:pt x="11651" y="6379"/>
                </a:cubicBezTo>
                <a:cubicBezTo>
                  <a:pt x="8127" y="6379"/>
                  <a:pt x="5273" y="3507"/>
                  <a:pt x="52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rot="5400000">
            <a:off x="-238592" y="3871351"/>
            <a:ext cx="1168925" cy="284175"/>
            <a:chOff x="6017825" y="3809000"/>
            <a:chExt cx="1168925" cy="284175"/>
          </a:xfrm>
        </p:grpSpPr>
        <p:sp>
          <p:nvSpPr>
            <p:cNvPr id="15" name="Google Shape;15;p2"/>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rgbClr val="594D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2"/>
        </a:solidFill>
        <a:effectLst/>
      </p:bgPr>
    </p:bg>
    <p:spTree>
      <p:nvGrpSpPr>
        <p:cNvPr id="1" name="Shape 33"/>
        <p:cNvGrpSpPr/>
        <p:nvPr/>
      </p:nvGrpSpPr>
      <p:grpSpPr>
        <a:xfrm>
          <a:off x="0" y="0"/>
          <a:ext cx="0" cy="0"/>
          <a:chOff x="0" y="0"/>
          <a:chExt cx="0" cy="0"/>
        </a:xfrm>
      </p:grpSpPr>
      <p:sp>
        <p:nvSpPr>
          <p:cNvPr id="34" name="Google Shape;34;p3"/>
          <p:cNvSpPr txBox="1">
            <a:spLocks noGrp="1"/>
          </p:cNvSpPr>
          <p:nvPr>
            <p:ph type="title"/>
          </p:nvPr>
        </p:nvSpPr>
        <p:spPr>
          <a:xfrm>
            <a:off x="716613" y="2469075"/>
            <a:ext cx="4556400" cy="12600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5" name="Google Shape;35;p3"/>
          <p:cNvSpPr txBox="1">
            <a:spLocks noGrp="1"/>
          </p:cNvSpPr>
          <p:nvPr>
            <p:ph type="title" idx="2" hasCustomPrompt="1"/>
          </p:nvPr>
        </p:nvSpPr>
        <p:spPr>
          <a:xfrm>
            <a:off x="4238613" y="1414425"/>
            <a:ext cx="10344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6" name="Google Shape;36;p3"/>
          <p:cNvSpPr txBox="1">
            <a:spLocks noGrp="1"/>
          </p:cNvSpPr>
          <p:nvPr>
            <p:ph type="subTitle" idx="1"/>
          </p:nvPr>
        </p:nvSpPr>
        <p:spPr>
          <a:xfrm>
            <a:off x="5910688" y="3138975"/>
            <a:ext cx="2516700" cy="59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7" name="Google Shape;37;p3"/>
          <p:cNvSpPr/>
          <p:nvPr/>
        </p:nvSpPr>
        <p:spPr>
          <a:xfrm rot="-5400000">
            <a:off x="4597294" y="987343"/>
            <a:ext cx="5143500" cy="3150514"/>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2324207" y="2245847"/>
            <a:ext cx="5252904" cy="651811"/>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7911300" y="1722050"/>
            <a:ext cx="1168925" cy="284175"/>
            <a:chOff x="6017825" y="3809000"/>
            <a:chExt cx="1168925" cy="284175"/>
          </a:xfrm>
        </p:grpSpPr>
        <p:sp>
          <p:nvSpPr>
            <p:cNvPr id="40" name="Google Shape;40;p3"/>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4"/>
          <p:cNvSpPr/>
          <p:nvPr/>
        </p:nvSpPr>
        <p:spPr>
          <a:xfrm>
            <a:off x="-137625" y="-888550"/>
            <a:ext cx="9281874" cy="1379295"/>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1981200" y="3997800"/>
            <a:ext cx="11244263" cy="1161132"/>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 name="Google Shape;62;p4"/>
          <p:cNvSpPr txBox="1">
            <a:spLocks noGrp="1"/>
          </p:cNvSpPr>
          <p:nvPr>
            <p:ph type="body" idx="1"/>
          </p:nvPr>
        </p:nvSpPr>
        <p:spPr>
          <a:xfrm>
            <a:off x="720000" y="1215751"/>
            <a:ext cx="7704000" cy="37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5"/>
          <p:cNvSpPr/>
          <p:nvPr/>
        </p:nvSpPr>
        <p:spPr>
          <a:xfrm>
            <a:off x="-238812" y="3689025"/>
            <a:ext cx="11244263" cy="1457094"/>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137625" y="-307432"/>
            <a:ext cx="9281874" cy="789930"/>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 name="Google Shape;66;p5"/>
          <p:cNvGrpSpPr/>
          <p:nvPr/>
        </p:nvGrpSpPr>
        <p:grpSpPr>
          <a:xfrm>
            <a:off x="414375" y="251500"/>
            <a:ext cx="1168925" cy="284175"/>
            <a:chOff x="6017825" y="3809000"/>
            <a:chExt cx="1168925" cy="284175"/>
          </a:xfrm>
        </p:grpSpPr>
        <p:sp>
          <p:nvSpPr>
            <p:cNvPr id="67" name="Google Shape;67;p5"/>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85;p5"/>
          <p:cNvSpPr/>
          <p:nvPr/>
        </p:nvSpPr>
        <p:spPr>
          <a:xfrm>
            <a:off x="8430775" y="44975"/>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 name="Google Shape;87;p5"/>
          <p:cNvSpPr txBox="1">
            <a:spLocks noGrp="1"/>
          </p:cNvSpPr>
          <p:nvPr>
            <p:ph type="subTitle" idx="1"/>
          </p:nvPr>
        </p:nvSpPr>
        <p:spPr>
          <a:xfrm>
            <a:off x="5055284" y="3697924"/>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8" name="Google Shape;88;p5"/>
          <p:cNvSpPr txBox="1">
            <a:spLocks noGrp="1"/>
          </p:cNvSpPr>
          <p:nvPr>
            <p:ph type="subTitle" idx="2"/>
          </p:nvPr>
        </p:nvSpPr>
        <p:spPr>
          <a:xfrm>
            <a:off x="1583300" y="3697924"/>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 name="Google Shape;89;p5"/>
          <p:cNvSpPr txBox="1">
            <a:spLocks noGrp="1"/>
          </p:cNvSpPr>
          <p:nvPr>
            <p:ph type="subTitle" idx="3"/>
          </p:nvPr>
        </p:nvSpPr>
        <p:spPr>
          <a:xfrm>
            <a:off x="5055275" y="33769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0" name="Google Shape;90;p5"/>
          <p:cNvSpPr txBox="1">
            <a:spLocks noGrp="1"/>
          </p:cNvSpPr>
          <p:nvPr>
            <p:ph type="subTitle" idx="4"/>
          </p:nvPr>
        </p:nvSpPr>
        <p:spPr>
          <a:xfrm>
            <a:off x="1583300" y="33769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grpSp>
        <p:nvGrpSpPr>
          <p:cNvPr id="92" name="Google Shape;92;p6"/>
          <p:cNvGrpSpPr/>
          <p:nvPr/>
        </p:nvGrpSpPr>
        <p:grpSpPr>
          <a:xfrm>
            <a:off x="-2984059" y="-35475"/>
            <a:ext cx="12842767" cy="1025400"/>
            <a:chOff x="-269171" y="-92875"/>
            <a:chExt cx="9501196" cy="1025400"/>
          </a:xfrm>
        </p:grpSpPr>
        <p:sp>
          <p:nvSpPr>
            <p:cNvPr id="93" name="Google Shape;93;p6"/>
            <p:cNvSpPr/>
            <p:nvPr/>
          </p:nvSpPr>
          <p:spPr>
            <a:xfrm>
              <a:off x="-269171" y="-92875"/>
              <a:ext cx="2700300" cy="102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207175" y="-92875"/>
              <a:ext cx="9439200" cy="367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6"/>
          <p:cNvSpPr/>
          <p:nvPr/>
        </p:nvSpPr>
        <p:spPr>
          <a:xfrm rot="10800000">
            <a:off x="-43741" y="4306961"/>
            <a:ext cx="9187741" cy="1058658"/>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6"/>
          <p:cNvGrpSpPr/>
          <p:nvPr/>
        </p:nvGrpSpPr>
        <p:grpSpPr>
          <a:xfrm rot="-5400000">
            <a:off x="-216275" y="3403650"/>
            <a:ext cx="1168925" cy="284175"/>
            <a:chOff x="6017825" y="3809000"/>
            <a:chExt cx="1168925" cy="284175"/>
          </a:xfrm>
        </p:grpSpPr>
        <p:sp>
          <p:nvSpPr>
            <p:cNvPr id="97" name="Google Shape;97;p6"/>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6"/>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6"/>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6"/>
          <p:cNvSpPr/>
          <p:nvPr/>
        </p:nvSpPr>
        <p:spPr>
          <a:xfrm>
            <a:off x="8139363" y="439746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txBox="1">
            <a:spLocks noGrp="1"/>
          </p:cNvSpPr>
          <p:nvPr>
            <p:ph type="title"/>
          </p:nvPr>
        </p:nvSpPr>
        <p:spPr>
          <a:xfrm>
            <a:off x="713225" y="445025"/>
            <a:ext cx="7717500" cy="710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7"/>
        <p:cNvGrpSpPr/>
        <p:nvPr/>
      </p:nvGrpSpPr>
      <p:grpSpPr>
        <a:xfrm>
          <a:off x="0" y="0"/>
          <a:ext cx="0" cy="0"/>
          <a:chOff x="0" y="0"/>
          <a:chExt cx="0" cy="0"/>
        </a:xfrm>
      </p:grpSpPr>
      <p:sp>
        <p:nvSpPr>
          <p:cNvPr id="118" name="Google Shape;118;p7"/>
          <p:cNvSpPr/>
          <p:nvPr/>
        </p:nvSpPr>
        <p:spPr>
          <a:xfrm rot="10800000">
            <a:off x="-19289" y="2593720"/>
            <a:ext cx="9182576" cy="5624696"/>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7"/>
          <p:cNvGrpSpPr/>
          <p:nvPr/>
        </p:nvGrpSpPr>
        <p:grpSpPr>
          <a:xfrm>
            <a:off x="7501175" y="4529750"/>
            <a:ext cx="1168925" cy="284175"/>
            <a:chOff x="6017825" y="3809000"/>
            <a:chExt cx="1168925" cy="284175"/>
          </a:xfrm>
        </p:grpSpPr>
        <p:sp>
          <p:nvSpPr>
            <p:cNvPr id="120" name="Google Shape;120;p7"/>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7"/>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7"/>
          <p:cNvSpPr/>
          <p:nvPr/>
        </p:nvSpPr>
        <p:spPr>
          <a:xfrm>
            <a:off x="421825" y="24841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txBox="1">
            <a:spLocks noGrp="1"/>
          </p:cNvSpPr>
          <p:nvPr>
            <p:ph type="title"/>
          </p:nvPr>
        </p:nvSpPr>
        <p:spPr>
          <a:xfrm>
            <a:off x="720000" y="732775"/>
            <a:ext cx="4151400" cy="1154100"/>
          </a:xfrm>
          <a:prstGeom prst="rect">
            <a:avLst/>
          </a:prstGeom>
        </p:spPr>
        <p:txBody>
          <a:bodyPr spcFirstLastPara="1" wrap="square" lIns="91425" tIns="91425" rIns="91425" bIns="91425" anchor="t" anchorCtr="0">
            <a:noAutofit/>
          </a:bodyPr>
          <a:lstStyle>
            <a:lvl1pPr lvl="0"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7"/>
          <p:cNvSpPr txBox="1">
            <a:spLocks noGrp="1"/>
          </p:cNvSpPr>
          <p:nvPr>
            <p:ph type="subTitle" idx="1"/>
          </p:nvPr>
        </p:nvSpPr>
        <p:spPr>
          <a:xfrm>
            <a:off x="720000" y="1971575"/>
            <a:ext cx="41514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141" name="Google Shape;141;p7"/>
          <p:cNvSpPr>
            <a:spLocks noGrp="1"/>
          </p:cNvSpPr>
          <p:nvPr>
            <p:ph type="pic" idx="2"/>
          </p:nvPr>
        </p:nvSpPr>
        <p:spPr>
          <a:xfrm>
            <a:off x="5235125" y="782650"/>
            <a:ext cx="3195600" cy="3244200"/>
          </a:xfrm>
          <a:prstGeom prst="round2SameRect">
            <a:avLst>
              <a:gd name="adj1" fmla="val 16667"/>
              <a:gd name="adj2" fmla="val 0"/>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142"/>
        <p:cNvGrpSpPr/>
        <p:nvPr/>
      </p:nvGrpSpPr>
      <p:grpSpPr>
        <a:xfrm>
          <a:off x="0" y="0"/>
          <a:ext cx="0" cy="0"/>
          <a:chOff x="0" y="0"/>
          <a:chExt cx="0" cy="0"/>
        </a:xfrm>
      </p:grpSpPr>
      <p:sp>
        <p:nvSpPr>
          <p:cNvPr id="143" name="Google Shape;143;p8"/>
          <p:cNvSpPr/>
          <p:nvPr/>
        </p:nvSpPr>
        <p:spPr>
          <a:xfrm>
            <a:off x="109779" y="3571477"/>
            <a:ext cx="1730391" cy="1605914"/>
          </a:xfrm>
          <a:custGeom>
            <a:avLst/>
            <a:gdLst/>
            <a:ahLst/>
            <a:cxnLst/>
            <a:rect l="l" t="t" r="r" b="b"/>
            <a:pathLst>
              <a:path w="38451" h="35685" extrusionOk="0">
                <a:moveTo>
                  <a:pt x="19225" y="0"/>
                </a:moveTo>
                <a:cubicBezTo>
                  <a:pt x="8609" y="0"/>
                  <a:pt x="1" y="8609"/>
                  <a:pt x="1" y="19225"/>
                </a:cubicBezTo>
                <a:lnTo>
                  <a:pt x="1" y="35684"/>
                </a:lnTo>
                <a:lnTo>
                  <a:pt x="38450" y="35684"/>
                </a:lnTo>
                <a:lnTo>
                  <a:pt x="38450" y="19225"/>
                </a:lnTo>
                <a:cubicBezTo>
                  <a:pt x="38450" y="8609"/>
                  <a:pt x="29841" y="0"/>
                  <a:pt x="192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rot="-5400000">
            <a:off x="-1292212" y="-735303"/>
            <a:ext cx="9187741" cy="2637665"/>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rot="5400000">
            <a:off x="4705271" y="741680"/>
            <a:ext cx="5247084" cy="3711274"/>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txBox="1">
            <a:spLocks noGrp="1"/>
          </p:cNvSpPr>
          <p:nvPr>
            <p:ph type="title"/>
          </p:nvPr>
        </p:nvSpPr>
        <p:spPr>
          <a:xfrm>
            <a:off x="713225" y="1307100"/>
            <a:ext cx="77175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47" name="Google Shape;147;p8"/>
          <p:cNvGrpSpPr/>
          <p:nvPr/>
        </p:nvGrpSpPr>
        <p:grpSpPr>
          <a:xfrm rot="10800000">
            <a:off x="5604675" y="4461913"/>
            <a:ext cx="1168925" cy="284175"/>
            <a:chOff x="6017825" y="3809000"/>
            <a:chExt cx="1168925" cy="284175"/>
          </a:xfrm>
        </p:grpSpPr>
        <p:sp>
          <p:nvSpPr>
            <p:cNvPr id="148" name="Google Shape;148;p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66;p8"/>
          <p:cNvGrpSpPr/>
          <p:nvPr/>
        </p:nvGrpSpPr>
        <p:grpSpPr>
          <a:xfrm rot="-5400000">
            <a:off x="-71950" y="850563"/>
            <a:ext cx="1168925" cy="284175"/>
            <a:chOff x="6017825" y="3809000"/>
            <a:chExt cx="1168925" cy="284175"/>
          </a:xfrm>
        </p:grpSpPr>
        <p:sp>
          <p:nvSpPr>
            <p:cNvPr id="167" name="Google Shape;167;p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185"/>
        <p:cNvGrpSpPr/>
        <p:nvPr/>
      </p:nvGrpSpPr>
      <p:grpSpPr>
        <a:xfrm>
          <a:off x="0" y="0"/>
          <a:ext cx="0" cy="0"/>
          <a:chOff x="0" y="0"/>
          <a:chExt cx="0" cy="0"/>
        </a:xfrm>
      </p:grpSpPr>
      <p:sp>
        <p:nvSpPr>
          <p:cNvPr id="186" name="Google Shape;186;p9"/>
          <p:cNvSpPr/>
          <p:nvPr/>
        </p:nvSpPr>
        <p:spPr>
          <a:xfrm rot="-5400000">
            <a:off x="-905628" y="713476"/>
            <a:ext cx="5334953" cy="3523696"/>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rot="5400000">
            <a:off x="5741161" y="2421326"/>
            <a:ext cx="6218865" cy="573412"/>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6425650" y="3666115"/>
            <a:ext cx="1730391" cy="1605914"/>
          </a:xfrm>
          <a:custGeom>
            <a:avLst/>
            <a:gdLst/>
            <a:ahLst/>
            <a:cxnLst/>
            <a:rect l="l" t="t" r="r" b="b"/>
            <a:pathLst>
              <a:path w="38451" h="35685" extrusionOk="0">
                <a:moveTo>
                  <a:pt x="19225" y="0"/>
                </a:moveTo>
                <a:cubicBezTo>
                  <a:pt x="8609" y="0"/>
                  <a:pt x="1" y="8609"/>
                  <a:pt x="1" y="19225"/>
                </a:cubicBezTo>
                <a:lnTo>
                  <a:pt x="1" y="35684"/>
                </a:lnTo>
                <a:lnTo>
                  <a:pt x="38450" y="35684"/>
                </a:lnTo>
                <a:lnTo>
                  <a:pt x="38450" y="19225"/>
                </a:lnTo>
                <a:cubicBezTo>
                  <a:pt x="38450" y="8609"/>
                  <a:pt x="29841" y="0"/>
                  <a:pt x="19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6999450" y="5394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 name="Google Shape;190;p9"/>
          <p:cNvGrpSpPr/>
          <p:nvPr/>
        </p:nvGrpSpPr>
        <p:grpSpPr>
          <a:xfrm rot="-5400000">
            <a:off x="128750" y="981875"/>
            <a:ext cx="1168925" cy="284175"/>
            <a:chOff x="6017825" y="3809000"/>
            <a:chExt cx="1168925" cy="284175"/>
          </a:xfrm>
        </p:grpSpPr>
        <p:sp>
          <p:nvSpPr>
            <p:cNvPr id="191" name="Google Shape;191;p9"/>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9"/>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9"/>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9"/>
          <p:cNvSpPr txBox="1">
            <a:spLocks noGrp="1"/>
          </p:cNvSpPr>
          <p:nvPr>
            <p:ph type="title"/>
          </p:nvPr>
        </p:nvSpPr>
        <p:spPr>
          <a:xfrm>
            <a:off x="753800" y="1189100"/>
            <a:ext cx="76365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800"/>
              <a:buNone/>
              <a:defRPr sz="150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0" name="Google Shape;210;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1" name="Google Shape;211;p9"/>
          <p:cNvSpPr/>
          <p:nvPr/>
        </p:nvSpPr>
        <p:spPr>
          <a:xfrm>
            <a:off x="130875" y="3495450"/>
            <a:ext cx="582350" cy="291075"/>
          </a:xfrm>
          <a:custGeom>
            <a:avLst/>
            <a:gdLst/>
            <a:ahLst/>
            <a:cxnLst/>
            <a:rect l="l" t="t" r="r" b="b"/>
            <a:pathLst>
              <a:path w="23294" h="11643" extrusionOk="0">
                <a:moveTo>
                  <a:pt x="0" y="1"/>
                </a:moveTo>
                <a:cubicBezTo>
                  <a:pt x="0" y="6406"/>
                  <a:pt x="5219" y="11643"/>
                  <a:pt x="11642" y="11643"/>
                </a:cubicBezTo>
                <a:cubicBezTo>
                  <a:pt x="18065" y="11643"/>
                  <a:pt x="23293" y="6406"/>
                  <a:pt x="23293" y="1"/>
                </a:cubicBezTo>
                <a:lnTo>
                  <a:pt x="18030" y="1"/>
                </a:lnTo>
                <a:cubicBezTo>
                  <a:pt x="18030" y="3525"/>
                  <a:pt x="15175" y="6379"/>
                  <a:pt x="11651" y="6379"/>
                </a:cubicBezTo>
                <a:cubicBezTo>
                  <a:pt x="8127" y="6379"/>
                  <a:pt x="5273" y="3507"/>
                  <a:pt x="52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2"/>
        <p:cNvGrpSpPr/>
        <p:nvPr/>
      </p:nvGrpSpPr>
      <p:grpSpPr>
        <a:xfrm>
          <a:off x="0" y="0"/>
          <a:ext cx="0" cy="0"/>
          <a:chOff x="0" y="0"/>
          <a:chExt cx="0" cy="0"/>
        </a:xfrm>
      </p:grpSpPr>
      <p:sp>
        <p:nvSpPr>
          <p:cNvPr id="213" name="Google Shape;213;p10"/>
          <p:cNvSpPr/>
          <p:nvPr/>
        </p:nvSpPr>
        <p:spPr>
          <a:xfrm flipH="1">
            <a:off x="-667905" y="3345852"/>
            <a:ext cx="10029655" cy="1825862"/>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10"/>
          <p:cNvGrpSpPr/>
          <p:nvPr/>
        </p:nvGrpSpPr>
        <p:grpSpPr>
          <a:xfrm rot="5400000">
            <a:off x="7846300" y="4116700"/>
            <a:ext cx="1168925" cy="284175"/>
            <a:chOff x="6017825" y="3809000"/>
            <a:chExt cx="1168925" cy="284175"/>
          </a:xfrm>
        </p:grpSpPr>
        <p:sp>
          <p:nvSpPr>
            <p:cNvPr id="215" name="Google Shape;215;p10"/>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0"/>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0"/>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0"/>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0"/>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0"/>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0"/>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0"/>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0"/>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0"/>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0"/>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0"/>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0"/>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0"/>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0"/>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0"/>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10"/>
          <p:cNvSpPr txBox="1">
            <a:spLocks noGrp="1"/>
          </p:cNvSpPr>
          <p:nvPr>
            <p:ph type="title"/>
          </p:nvPr>
        </p:nvSpPr>
        <p:spPr>
          <a:xfrm>
            <a:off x="720000" y="3406100"/>
            <a:ext cx="7704000" cy="11979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8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2"/>
        </a:solidFill>
        <a:effectLst/>
      </p:bgPr>
    </p:bg>
    <p:spTree>
      <p:nvGrpSpPr>
        <p:cNvPr id="1" name="Shape 234"/>
        <p:cNvGrpSpPr/>
        <p:nvPr/>
      </p:nvGrpSpPr>
      <p:grpSpPr>
        <a:xfrm>
          <a:off x="0" y="0"/>
          <a:ext cx="0" cy="0"/>
          <a:chOff x="0" y="0"/>
          <a:chExt cx="0" cy="0"/>
        </a:xfrm>
      </p:grpSpPr>
      <p:sp>
        <p:nvSpPr>
          <p:cNvPr id="235" name="Google Shape;235;p11"/>
          <p:cNvSpPr/>
          <p:nvPr/>
        </p:nvSpPr>
        <p:spPr>
          <a:xfrm rot="-5400000" flipH="1">
            <a:off x="-889023" y="716523"/>
            <a:ext cx="5247084" cy="3658338"/>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rot="5400000" flipH="1">
            <a:off x="6236854" y="2245853"/>
            <a:ext cx="5252904" cy="651810"/>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a:off x="713230" y="100351"/>
            <a:ext cx="1157439" cy="1074657"/>
          </a:xfrm>
          <a:custGeom>
            <a:avLst/>
            <a:gdLst/>
            <a:ahLst/>
            <a:cxnLst/>
            <a:rect l="l" t="t" r="r" b="b"/>
            <a:pathLst>
              <a:path w="37625" h="34934" extrusionOk="0">
                <a:moveTo>
                  <a:pt x="18812" y="0"/>
                </a:moveTo>
                <a:cubicBezTo>
                  <a:pt x="8418" y="0"/>
                  <a:pt x="0" y="8430"/>
                  <a:pt x="0" y="18812"/>
                </a:cubicBezTo>
                <a:lnTo>
                  <a:pt x="0" y="34933"/>
                </a:lnTo>
                <a:lnTo>
                  <a:pt x="37624" y="34933"/>
                </a:lnTo>
                <a:lnTo>
                  <a:pt x="37624" y="18812"/>
                </a:lnTo>
                <a:cubicBezTo>
                  <a:pt x="37624" y="8430"/>
                  <a:pt x="29195" y="0"/>
                  <a:pt x="188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 name="Google Shape;238;p11"/>
          <p:cNvGrpSpPr/>
          <p:nvPr/>
        </p:nvGrpSpPr>
        <p:grpSpPr>
          <a:xfrm>
            <a:off x="6334000" y="836350"/>
            <a:ext cx="1168925" cy="284175"/>
            <a:chOff x="6017825" y="3809000"/>
            <a:chExt cx="1168925" cy="284175"/>
          </a:xfrm>
        </p:grpSpPr>
        <p:sp>
          <p:nvSpPr>
            <p:cNvPr id="239" name="Google Shape;239;p11"/>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1"/>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1"/>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11"/>
          <p:cNvSpPr/>
          <p:nvPr/>
        </p:nvSpPr>
        <p:spPr>
          <a:xfrm>
            <a:off x="7431813" y="402253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rot="-5400000">
            <a:off x="567363" y="39548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11"/>
          <p:cNvGrpSpPr/>
          <p:nvPr/>
        </p:nvGrpSpPr>
        <p:grpSpPr>
          <a:xfrm>
            <a:off x="1641075" y="3930350"/>
            <a:ext cx="1168925" cy="284175"/>
            <a:chOff x="6017825" y="3809000"/>
            <a:chExt cx="1168925" cy="284175"/>
          </a:xfrm>
        </p:grpSpPr>
        <p:sp>
          <p:nvSpPr>
            <p:cNvPr id="260" name="Google Shape;260;p11"/>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1"/>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1"/>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1"/>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1"/>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1"/>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1"/>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1"/>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278;p11"/>
          <p:cNvSpPr/>
          <p:nvPr/>
        </p:nvSpPr>
        <p:spPr>
          <a:xfrm>
            <a:off x="7144505" y="2575076"/>
            <a:ext cx="1157439" cy="1074657"/>
          </a:xfrm>
          <a:custGeom>
            <a:avLst/>
            <a:gdLst/>
            <a:ahLst/>
            <a:cxnLst/>
            <a:rect l="l" t="t" r="r" b="b"/>
            <a:pathLst>
              <a:path w="37625" h="34934" extrusionOk="0">
                <a:moveTo>
                  <a:pt x="18812" y="0"/>
                </a:moveTo>
                <a:cubicBezTo>
                  <a:pt x="8418" y="0"/>
                  <a:pt x="0" y="8430"/>
                  <a:pt x="0" y="18812"/>
                </a:cubicBezTo>
                <a:lnTo>
                  <a:pt x="0" y="34933"/>
                </a:lnTo>
                <a:lnTo>
                  <a:pt x="37624" y="34933"/>
                </a:lnTo>
                <a:lnTo>
                  <a:pt x="37624" y="18812"/>
                </a:lnTo>
                <a:cubicBezTo>
                  <a:pt x="37624" y="8430"/>
                  <a:pt x="29195" y="0"/>
                  <a:pt x="18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1"/>
          <p:cNvSpPr txBox="1">
            <a:spLocks noGrp="1"/>
          </p:cNvSpPr>
          <p:nvPr>
            <p:ph type="title" hasCustomPrompt="1"/>
          </p:nvPr>
        </p:nvSpPr>
        <p:spPr>
          <a:xfrm>
            <a:off x="1284000" y="1566388"/>
            <a:ext cx="6576000" cy="15474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0" name="Google Shape;280;p11"/>
          <p:cNvSpPr txBox="1">
            <a:spLocks noGrp="1"/>
          </p:cNvSpPr>
          <p:nvPr>
            <p:ph type="subTitle" idx="1"/>
          </p:nvPr>
        </p:nvSpPr>
        <p:spPr>
          <a:xfrm>
            <a:off x="1284000" y="3080013"/>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28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82"/>
        <p:cNvGrpSpPr/>
        <p:nvPr/>
      </p:nvGrpSpPr>
      <p:grpSpPr>
        <a:xfrm>
          <a:off x="0" y="0"/>
          <a:ext cx="0" cy="0"/>
          <a:chOff x="0" y="0"/>
          <a:chExt cx="0" cy="0"/>
        </a:xfrm>
      </p:grpSpPr>
      <p:sp>
        <p:nvSpPr>
          <p:cNvPr id="283" name="Google Shape;28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4" name="Google Shape;284;p13"/>
          <p:cNvSpPr txBox="1">
            <a:spLocks noGrp="1"/>
          </p:cNvSpPr>
          <p:nvPr>
            <p:ph type="subTitle" idx="1"/>
          </p:nvPr>
        </p:nvSpPr>
        <p:spPr>
          <a:xfrm>
            <a:off x="2096611" y="2036846"/>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85" name="Google Shape;285;p13"/>
          <p:cNvSpPr txBox="1">
            <a:spLocks noGrp="1"/>
          </p:cNvSpPr>
          <p:nvPr>
            <p:ph type="subTitle" idx="2"/>
          </p:nvPr>
        </p:nvSpPr>
        <p:spPr>
          <a:xfrm>
            <a:off x="5481681" y="2036846"/>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86" name="Google Shape;286;p13"/>
          <p:cNvSpPr txBox="1">
            <a:spLocks noGrp="1"/>
          </p:cNvSpPr>
          <p:nvPr>
            <p:ph type="subTitle" idx="3"/>
          </p:nvPr>
        </p:nvSpPr>
        <p:spPr>
          <a:xfrm>
            <a:off x="2096611" y="3470246"/>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87" name="Google Shape;287;p13"/>
          <p:cNvSpPr txBox="1">
            <a:spLocks noGrp="1"/>
          </p:cNvSpPr>
          <p:nvPr>
            <p:ph type="subTitle" idx="4"/>
          </p:nvPr>
        </p:nvSpPr>
        <p:spPr>
          <a:xfrm>
            <a:off x="5481681" y="3470246"/>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88" name="Google Shape;288;p13"/>
          <p:cNvSpPr txBox="1">
            <a:spLocks noGrp="1"/>
          </p:cNvSpPr>
          <p:nvPr>
            <p:ph type="title" idx="5" hasCustomPrompt="1"/>
          </p:nvPr>
        </p:nvSpPr>
        <p:spPr>
          <a:xfrm>
            <a:off x="1356814" y="1645654"/>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9" name="Google Shape;289;p13"/>
          <p:cNvSpPr txBox="1">
            <a:spLocks noGrp="1"/>
          </p:cNvSpPr>
          <p:nvPr>
            <p:ph type="title" idx="6" hasCustomPrompt="1"/>
          </p:nvPr>
        </p:nvSpPr>
        <p:spPr>
          <a:xfrm>
            <a:off x="1356814" y="3079062"/>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0" name="Google Shape;290;p13"/>
          <p:cNvSpPr txBox="1">
            <a:spLocks noGrp="1"/>
          </p:cNvSpPr>
          <p:nvPr>
            <p:ph type="title" idx="7" hasCustomPrompt="1"/>
          </p:nvPr>
        </p:nvSpPr>
        <p:spPr>
          <a:xfrm>
            <a:off x="4741889" y="1645654"/>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1" name="Google Shape;291;p13"/>
          <p:cNvSpPr txBox="1">
            <a:spLocks noGrp="1"/>
          </p:cNvSpPr>
          <p:nvPr>
            <p:ph type="title" idx="8" hasCustomPrompt="1"/>
          </p:nvPr>
        </p:nvSpPr>
        <p:spPr>
          <a:xfrm>
            <a:off x="4741889" y="3079062"/>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2" name="Google Shape;292;p13"/>
          <p:cNvSpPr txBox="1">
            <a:spLocks noGrp="1"/>
          </p:cNvSpPr>
          <p:nvPr>
            <p:ph type="subTitle" idx="9"/>
          </p:nvPr>
        </p:nvSpPr>
        <p:spPr>
          <a:xfrm>
            <a:off x="2096611" y="1747846"/>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3" name="Google Shape;293;p13"/>
          <p:cNvSpPr txBox="1">
            <a:spLocks noGrp="1"/>
          </p:cNvSpPr>
          <p:nvPr>
            <p:ph type="subTitle" idx="13"/>
          </p:nvPr>
        </p:nvSpPr>
        <p:spPr>
          <a:xfrm>
            <a:off x="5481686" y="1747846"/>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4" name="Google Shape;294;p13"/>
          <p:cNvSpPr txBox="1">
            <a:spLocks noGrp="1"/>
          </p:cNvSpPr>
          <p:nvPr>
            <p:ph type="subTitle" idx="14"/>
          </p:nvPr>
        </p:nvSpPr>
        <p:spPr>
          <a:xfrm>
            <a:off x="2096611" y="3181321"/>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5" name="Google Shape;295;p13"/>
          <p:cNvSpPr txBox="1">
            <a:spLocks noGrp="1"/>
          </p:cNvSpPr>
          <p:nvPr>
            <p:ph type="subTitle" idx="15"/>
          </p:nvPr>
        </p:nvSpPr>
        <p:spPr>
          <a:xfrm>
            <a:off x="5481686" y="3181321"/>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6" name="Google Shape;296;p13"/>
          <p:cNvSpPr/>
          <p:nvPr/>
        </p:nvSpPr>
        <p:spPr>
          <a:xfrm rot="10800000" flipH="1">
            <a:off x="-473245" y="-667900"/>
            <a:ext cx="10218706"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rot="10800000">
            <a:off x="-81312" y="4603990"/>
            <a:ext cx="9321843" cy="651810"/>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13"/>
          <p:cNvGrpSpPr/>
          <p:nvPr/>
        </p:nvGrpSpPr>
        <p:grpSpPr>
          <a:xfrm>
            <a:off x="7578975" y="4530713"/>
            <a:ext cx="1168925" cy="284175"/>
            <a:chOff x="6017825" y="3809000"/>
            <a:chExt cx="1168925" cy="284175"/>
          </a:xfrm>
        </p:grpSpPr>
        <p:sp>
          <p:nvSpPr>
            <p:cNvPr id="299" name="Google Shape;299;p13"/>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3"/>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3"/>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3"/>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3"/>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3"/>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3"/>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3"/>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3"/>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3"/>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3"/>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3"/>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3"/>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3"/>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3"/>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3"/>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3"/>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3"/>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 name="Google Shape;317;p13"/>
          <p:cNvSpPr/>
          <p:nvPr/>
        </p:nvSpPr>
        <p:spPr>
          <a:xfrm>
            <a:off x="8463275" y="101771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3"/>
          <p:cNvSpPr/>
          <p:nvPr/>
        </p:nvSpPr>
        <p:spPr>
          <a:xfrm rot="10800000">
            <a:off x="54650" y="24602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19"/>
        <p:cNvGrpSpPr/>
        <p:nvPr/>
      </p:nvGrpSpPr>
      <p:grpSpPr>
        <a:xfrm>
          <a:off x="0" y="0"/>
          <a:ext cx="0" cy="0"/>
          <a:chOff x="0" y="0"/>
          <a:chExt cx="0" cy="0"/>
        </a:xfrm>
      </p:grpSpPr>
      <p:sp>
        <p:nvSpPr>
          <p:cNvPr id="320" name="Google Shape;320;p14"/>
          <p:cNvSpPr txBox="1">
            <a:spLocks noGrp="1"/>
          </p:cNvSpPr>
          <p:nvPr>
            <p:ph type="title"/>
          </p:nvPr>
        </p:nvSpPr>
        <p:spPr>
          <a:xfrm>
            <a:off x="1225350" y="3100300"/>
            <a:ext cx="66933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21" name="Google Shape;321;p14"/>
          <p:cNvSpPr txBox="1">
            <a:spLocks noGrp="1"/>
          </p:cNvSpPr>
          <p:nvPr>
            <p:ph type="subTitle" idx="1"/>
          </p:nvPr>
        </p:nvSpPr>
        <p:spPr>
          <a:xfrm>
            <a:off x="1225350" y="1511313"/>
            <a:ext cx="6691200" cy="147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
        <p:nvSpPr>
          <p:cNvPr id="322" name="Google Shape;322;p14"/>
          <p:cNvSpPr/>
          <p:nvPr/>
        </p:nvSpPr>
        <p:spPr>
          <a:xfrm>
            <a:off x="-137625" y="-888550"/>
            <a:ext cx="9281874" cy="2104288"/>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4"/>
          <p:cNvSpPr/>
          <p:nvPr/>
        </p:nvSpPr>
        <p:spPr>
          <a:xfrm>
            <a:off x="-1981200" y="3997800"/>
            <a:ext cx="11244263" cy="1161132"/>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4" name="Google Shape;324;p14"/>
          <p:cNvGrpSpPr/>
          <p:nvPr/>
        </p:nvGrpSpPr>
        <p:grpSpPr>
          <a:xfrm rot="-5400000">
            <a:off x="8060538" y="3389300"/>
            <a:ext cx="1168925" cy="284175"/>
            <a:chOff x="6017825" y="3809000"/>
            <a:chExt cx="1168925" cy="284175"/>
          </a:xfrm>
        </p:grpSpPr>
        <p:sp>
          <p:nvSpPr>
            <p:cNvPr id="325" name="Google Shape;325;p14"/>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4"/>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4"/>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4"/>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4"/>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4"/>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4"/>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4"/>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4"/>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4"/>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4"/>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4"/>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4"/>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4"/>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4"/>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4"/>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4"/>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4"/>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 name="Google Shape;343;p14"/>
          <p:cNvGrpSpPr/>
          <p:nvPr/>
        </p:nvGrpSpPr>
        <p:grpSpPr>
          <a:xfrm>
            <a:off x="244513" y="904000"/>
            <a:ext cx="1168925" cy="284175"/>
            <a:chOff x="6017825" y="3809000"/>
            <a:chExt cx="1168925" cy="284175"/>
          </a:xfrm>
        </p:grpSpPr>
        <p:sp>
          <p:nvSpPr>
            <p:cNvPr id="344" name="Google Shape;344;p14"/>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4"/>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4"/>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4"/>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4"/>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4"/>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4"/>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4"/>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4"/>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4"/>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4"/>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4"/>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4"/>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4"/>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4"/>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4"/>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62"/>
        <p:cNvGrpSpPr/>
        <p:nvPr/>
      </p:nvGrpSpPr>
      <p:grpSpPr>
        <a:xfrm>
          <a:off x="0" y="0"/>
          <a:ext cx="0" cy="0"/>
          <a:chOff x="0" y="0"/>
          <a:chExt cx="0" cy="0"/>
        </a:xfrm>
      </p:grpSpPr>
      <p:sp>
        <p:nvSpPr>
          <p:cNvPr id="363" name="Google Shape;363;p15"/>
          <p:cNvSpPr/>
          <p:nvPr/>
        </p:nvSpPr>
        <p:spPr>
          <a:xfrm rot="10800000" flipH="1">
            <a:off x="-19289" y="3215070"/>
            <a:ext cx="9182576" cy="5624696"/>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5"/>
          <p:cNvSpPr/>
          <p:nvPr/>
        </p:nvSpPr>
        <p:spPr>
          <a:xfrm>
            <a:off x="3193048" y="197000"/>
            <a:ext cx="1543095" cy="1432731"/>
          </a:xfrm>
          <a:custGeom>
            <a:avLst/>
            <a:gdLst/>
            <a:ahLst/>
            <a:cxnLst/>
            <a:rect l="l" t="t" r="r" b="b"/>
            <a:pathLst>
              <a:path w="37625" h="34934" extrusionOk="0">
                <a:moveTo>
                  <a:pt x="18812" y="0"/>
                </a:moveTo>
                <a:cubicBezTo>
                  <a:pt x="8418" y="0"/>
                  <a:pt x="0" y="8430"/>
                  <a:pt x="0" y="18812"/>
                </a:cubicBezTo>
                <a:lnTo>
                  <a:pt x="0" y="34933"/>
                </a:lnTo>
                <a:lnTo>
                  <a:pt x="37624" y="34933"/>
                </a:lnTo>
                <a:lnTo>
                  <a:pt x="37624" y="18812"/>
                </a:lnTo>
                <a:cubicBezTo>
                  <a:pt x="37624" y="8430"/>
                  <a:pt x="29195" y="0"/>
                  <a:pt x="18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 name="Google Shape;365;p15"/>
          <p:cNvGrpSpPr/>
          <p:nvPr/>
        </p:nvGrpSpPr>
        <p:grpSpPr>
          <a:xfrm rot="5400000">
            <a:off x="7988400" y="981875"/>
            <a:ext cx="1168925" cy="284175"/>
            <a:chOff x="6017825" y="3809000"/>
            <a:chExt cx="1168925" cy="284175"/>
          </a:xfrm>
        </p:grpSpPr>
        <p:sp>
          <p:nvSpPr>
            <p:cNvPr id="366" name="Google Shape;366;p15"/>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5"/>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5"/>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5"/>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5"/>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5"/>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5"/>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5"/>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5"/>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5"/>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5"/>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5"/>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5"/>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5"/>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 name="Google Shape;384;p15"/>
          <p:cNvSpPr/>
          <p:nvPr/>
        </p:nvSpPr>
        <p:spPr>
          <a:xfrm>
            <a:off x="421813" y="39396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5"/>
          <p:cNvSpPr txBox="1">
            <a:spLocks noGrp="1"/>
          </p:cNvSpPr>
          <p:nvPr>
            <p:ph type="title"/>
          </p:nvPr>
        </p:nvSpPr>
        <p:spPr>
          <a:xfrm>
            <a:off x="4836775" y="988475"/>
            <a:ext cx="3690000" cy="2296200"/>
          </a:xfrm>
          <a:prstGeom prst="rect">
            <a:avLst/>
          </a:prstGeom>
        </p:spPr>
        <p:txBody>
          <a:bodyPr spcFirstLastPara="1" wrap="square" lIns="91425" tIns="91425" rIns="91425" bIns="91425" anchor="b" anchorCtr="0">
            <a:noAutofit/>
          </a:bodyPr>
          <a:lstStyle>
            <a:lvl1pPr lvl="0"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6" name="Google Shape;386;p15"/>
          <p:cNvSpPr txBox="1">
            <a:spLocks noGrp="1"/>
          </p:cNvSpPr>
          <p:nvPr>
            <p:ph type="subTitle" idx="1"/>
          </p:nvPr>
        </p:nvSpPr>
        <p:spPr>
          <a:xfrm>
            <a:off x="4836775" y="3284525"/>
            <a:ext cx="3438000" cy="8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7" name="Google Shape;387;p15"/>
          <p:cNvSpPr>
            <a:spLocks noGrp="1"/>
          </p:cNvSpPr>
          <p:nvPr>
            <p:ph type="pic" idx="2"/>
          </p:nvPr>
        </p:nvSpPr>
        <p:spPr>
          <a:xfrm>
            <a:off x="708472" y="734793"/>
            <a:ext cx="3690000" cy="3674100"/>
          </a:xfrm>
          <a:prstGeom prst="round2SameRect">
            <a:avLst>
              <a:gd name="adj1" fmla="val 16667"/>
              <a:gd name="adj2" fmla="val 0"/>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88"/>
        <p:cNvGrpSpPr/>
        <p:nvPr/>
      </p:nvGrpSpPr>
      <p:grpSpPr>
        <a:xfrm>
          <a:off x="0" y="0"/>
          <a:ext cx="0" cy="0"/>
          <a:chOff x="0" y="0"/>
          <a:chExt cx="0" cy="0"/>
        </a:xfrm>
      </p:grpSpPr>
      <p:sp>
        <p:nvSpPr>
          <p:cNvPr id="389" name="Google Shape;389;p16"/>
          <p:cNvSpPr/>
          <p:nvPr/>
        </p:nvSpPr>
        <p:spPr>
          <a:xfrm rot="10800000" flipH="1">
            <a:off x="-45654" y="-879314"/>
            <a:ext cx="9378324" cy="1603513"/>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6"/>
          <p:cNvSpPr/>
          <p:nvPr/>
        </p:nvSpPr>
        <p:spPr>
          <a:xfrm rot="10800000" flipH="1">
            <a:off x="-45650" y="3862300"/>
            <a:ext cx="9189720" cy="2114809"/>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 name="Google Shape;391;p16"/>
          <p:cNvGrpSpPr/>
          <p:nvPr/>
        </p:nvGrpSpPr>
        <p:grpSpPr>
          <a:xfrm>
            <a:off x="713225" y="3903263"/>
            <a:ext cx="1168925" cy="284175"/>
            <a:chOff x="6017825" y="3809000"/>
            <a:chExt cx="1168925" cy="284175"/>
          </a:xfrm>
        </p:grpSpPr>
        <p:sp>
          <p:nvSpPr>
            <p:cNvPr id="392" name="Google Shape;392;p16"/>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6"/>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6"/>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6"/>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6"/>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6"/>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6"/>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6"/>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6"/>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6"/>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6"/>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6"/>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6"/>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6"/>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6"/>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0" name="Google Shape;410;p16"/>
          <p:cNvSpPr/>
          <p:nvPr/>
        </p:nvSpPr>
        <p:spPr>
          <a:xfrm rot="5400000">
            <a:off x="574125" y="19926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6"/>
          <p:cNvSpPr txBox="1">
            <a:spLocks noGrp="1"/>
          </p:cNvSpPr>
          <p:nvPr>
            <p:ph type="title"/>
          </p:nvPr>
        </p:nvSpPr>
        <p:spPr>
          <a:xfrm>
            <a:off x="720000" y="1559350"/>
            <a:ext cx="3233100" cy="1190100"/>
          </a:xfrm>
          <a:prstGeom prst="rect">
            <a:avLst/>
          </a:prstGeom>
        </p:spPr>
        <p:txBody>
          <a:bodyPr spcFirstLastPara="1" wrap="square" lIns="91425" tIns="91425" rIns="91425" bIns="91425" anchor="b" anchorCtr="0">
            <a:noAutofit/>
          </a:bodyPr>
          <a:lstStyle>
            <a:lvl1pPr lvl="0"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12" name="Google Shape;412;p16"/>
          <p:cNvSpPr txBox="1">
            <a:spLocks noGrp="1"/>
          </p:cNvSpPr>
          <p:nvPr>
            <p:ph type="subTitle" idx="1"/>
          </p:nvPr>
        </p:nvSpPr>
        <p:spPr>
          <a:xfrm>
            <a:off x="720000" y="2713600"/>
            <a:ext cx="3233100" cy="8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413"/>
        <p:cNvGrpSpPr/>
        <p:nvPr/>
      </p:nvGrpSpPr>
      <p:grpSpPr>
        <a:xfrm>
          <a:off x="0" y="0"/>
          <a:ext cx="0" cy="0"/>
          <a:chOff x="0" y="0"/>
          <a:chExt cx="0" cy="0"/>
        </a:xfrm>
      </p:grpSpPr>
      <p:sp>
        <p:nvSpPr>
          <p:cNvPr id="414" name="Google Shape;414;p17"/>
          <p:cNvSpPr/>
          <p:nvPr/>
        </p:nvSpPr>
        <p:spPr>
          <a:xfrm>
            <a:off x="-1981200" y="3689025"/>
            <a:ext cx="11244263" cy="1457094"/>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7"/>
          <p:cNvSpPr/>
          <p:nvPr/>
        </p:nvSpPr>
        <p:spPr>
          <a:xfrm>
            <a:off x="-137625" y="-1568625"/>
            <a:ext cx="9281874" cy="2104288"/>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7"/>
          <p:cNvSpPr/>
          <p:nvPr/>
        </p:nvSpPr>
        <p:spPr>
          <a:xfrm>
            <a:off x="7847975" y="11895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17"/>
          <p:cNvGrpSpPr/>
          <p:nvPr/>
        </p:nvGrpSpPr>
        <p:grpSpPr>
          <a:xfrm rot="-5400000">
            <a:off x="-249912" y="727925"/>
            <a:ext cx="1168925" cy="284175"/>
            <a:chOff x="6017825" y="3809000"/>
            <a:chExt cx="1168925" cy="284175"/>
          </a:xfrm>
        </p:grpSpPr>
        <p:sp>
          <p:nvSpPr>
            <p:cNvPr id="418" name="Google Shape;418;p17"/>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7"/>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7"/>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7"/>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7"/>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7"/>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7"/>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7"/>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7"/>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7"/>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7"/>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7"/>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7"/>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7"/>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7"/>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7"/>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7"/>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7"/>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6" name="Google Shape;436;p17"/>
          <p:cNvSpPr/>
          <p:nvPr/>
        </p:nvSpPr>
        <p:spPr>
          <a:xfrm rot="5400000">
            <a:off x="567350" y="4013675"/>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7"/>
          <p:cNvSpPr txBox="1">
            <a:spLocks noGrp="1"/>
          </p:cNvSpPr>
          <p:nvPr>
            <p:ph type="title"/>
          </p:nvPr>
        </p:nvSpPr>
        <p:spPr>
          <a:xfrm>
            <a:off x="5800250" y="1559350"/>
            <a:ext cx="2630400" cy="1188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38" name="Google Shape;438;p17"/>
          <p:cNvSpPr txBox="1">
            <a:spLocks noGrp="1"/>
          </p:cNvSpPr>
          <p:nvPr>
            <p:ph type="subTitle" idx="1"/>
          </p:nvPr>
        </p:nvSpPr>
        <p:spPr>
          <a:xfrm>
            <a:off x="5800375" y="2713600"/>
            <a:ext cx="2630400" cy="1080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439"/>
        <p:cNvGrpSpPr/>
        <p:nvPr/>
      </p:nvGrpSpPr>
      <p:grpSpPr>
        <a:xfrm>
          <a:off x="0" y="0"/>
          <a:ext cx="0" cy="0"/>
          <a:chOff x="0" y="0"/>
          <a:chExt cx="0" cy="0"/>
        </a:xfrm>
      </p:grpSpPr>
      <p:sp>
        <p:nvSpPr>
          <p:cNvPr id="440" name="Google Shape;440;p18"/>
          <p:cNvSpPr/>
          <p:nvPr/>
        </p:nvSpPr>
        <p:spPr>
          <a:xfrm rot="10800000" flipH="1">
            <a:off x="-21875" y="4040915"/>
            <a:ext cx="9187741" cy="1153235"/>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18"/>
          <p:cNvGrpSpPr/>
          <p:nvPr/>
        </p:nvGrpSpPr>
        <p:grpSpPr>
          <a:xfrm>
            <a:off x="-378620" y="0"/>
            <a:ext cx="9667629" cy="1025400"/>
            <a:chOff x="-207175" y="-92875"/>
            <a:chExt cx="9439200" cy="1025400"/>
          </a:xfrm>
        </p:grpSpPr>
        <p:sp>
          <p:nvSpPr>
            <p:cNvPr id="442" name="Google Shape;442;p18"/>
            <p:cNvSpPr/>
            <p:nvPr/>
          </p:nvSpPr>
          <p:spPr>
            <a:xfrm>
              <a:off x="-207175" y="-92875"/>
              <a:ext cx="2700300" cy="102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8"/>
            <p:cNvSpPr/>
            <p:nvPr/>
          </p:nvSpPr>
          <p:spPr>
            <a:xfrm>
              <a:off x="-207175" y="-92875"/>
              <a:ext cx="9439200" cy="367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18"/>
          <p:cNvSpPr txBox="1">
            <a:spLocks noGrp="1"/>
          </p:cNvSpPr>
          <p:nvPr>
            <p:ph type="title"/>
          </p:nvPr>
        </p:nvSpPr>
        <p:spPr>
          <a:xfrm>
            <a:off x="720000" y="1559350"/>
            <a:ext cx="3233100" cy="1190100"/>
          </a:xfrm>
          <a:prstGeom prst="rect">
            <a:avLst/>
          </a:prstGeom>
        </p:spPr>
        <p:txBody>
          <a:bodyPr spcFirstLastPara="1" wrap="square" lIns="91425" tIns="91425" rIns="91425" bIns="91425" anchor="b" anchorCtr="0">
            <a:noAutofit/>
          </a:bodyPr>
          <a:lstStyle>
            <a:lvl1pPr lvl="0"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5" name="Google Shape;445;p18"/>
          <p:cNvSpPr txBox="1">
            <a:spLocks noGrp="1"/>
          </p:cNvSpPr>
          <p:nvPr>
            <p:ph type="subTitle" idx="1"/>
          </p:nvPr>
        </p:nvSpPr>
        <p:spPr>
          <a:xfrm>
            <a:off x="720000" y="2713600"/>
            <a:ext cx="3233100" cy="8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446"/>
        <p:cNvGrpSpPr/>
        <p:nvPr/>
      </p:nvGrpSpPr>
      <p:grpSpPr>
        <a:xfrm>
          <a:off x="0" y="0"/>
          <a:ext cx="0" cy="0"/>
          <a:chOff x="0" y="0"/>
          <a:chExt cx="0" cy="0"/>
        </a:xfrm>
      </p:grpSpPr>
      <p:sp>
        <p:nvSpPr>
          <p:cNvPr id="447" name="Google Shape;447;p19"/>
          <p:cNvSpPr/>
          <p:nvPr/>
        </p:nvSpPr>
        <p:spPr>
          <a:xfrm>
            <a:off x="-238800" y="4522726"/>
            <a:ext cx="11244263" cy="623414"/>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137875" y="-47300"/>
            <a:ext cx="9281874" cy="502563"/>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19"/>
          <p:cNvGrpSpPr/>
          <p:nvPr/>
        </p:nvGrpSpPr>
        <p:grpSpPr>
          <a:xfrm rot="5400000">
            <a:off x="8206950" y="1285600"/>
            <a:ext cx="1168925" cy="284175"/>
            <a:chOff x="6017825" y="3809000"/>
            <a:chExt cx="1168925" cy="284175"/>
          </a:xfrm>
        </p:grpSpPr>
        <p:sp>
          <p:nvSpPr>
            <p:cNvPr id="450" name="Google Shape;450;p19"/>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8" name="Google Shape;468;p19"/>
          <p:cNvSpPr/>
          <p:nvPr/>
        </p:nvSpPr>
        <p:spPr>
          <a:xfrm rot="10800000">
            <a:off x="45800" y="68975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txBox="1">
            <a:spLocks noGrp="1"/>
          </p:cNvSpPr>
          <p:nvPr>
            <p:ph type="title"/>
          </p:nvPr>
        </p:nvSpPr>
        <p:spPr>
          <a:xfrm>
            <a:off x="720000" y="443075"/>
            <a:ext cx="7710900" cy="658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70" name="Google Shape;470;p19"/>
          <p:cNvSpPr txBox="1">
            <a:spLocks noGrp="1"/>
          </p:cNvSpPr>
          <p:nvPr>
            <p:ph type="subTitle" idx="1"/>
          </p:nvPr>
        </p:nvSpPr>
        <p:spPr>
          <a:xfrm>
            <a:off x="720000" y="1176450"/>
            <a:ext cx="7710900" cy="502500"/>
          </a:xfrm>
          <a:prstGeom prst="rect">
            <a:avLst/>
          </a:prstGeom>
        </p:spPr>
        <p:txBody>
          <a:bodyPr spcFirstLastPara="1" wrap="square" lIns="91425" tIns="91425" rIns="91425" bIns="91425" anchor="t" anchorCtr="0">
            <a:noAutofit/>
          </a:bodyPr>
          <a:lstStyle>
            <a:lvl1pPr lvl="0" rtl="0">
              <a:lnSpc>
                <a:spcPct val="100000"/>
              </a:lnSpc>
              <a:spcBef>
                <a:spcPts val="30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71"/>
        <p:cNvGrpSpPr/>
        <p:nvPr/>
      </p:nvGrpSpPr>
      <p:grpSpPr>
        <a:xfrm>
          <a:off x="0" y="0"/>
          <a:ext cx="0" cy="0"/>
          <a:chOff x="0" y="0"/>
          <a:chExt cx="0" cy="0"/>
        </a:xfrm>
      </p:grpSpPr>
      <p:sp>
        <p:nvSpPr>
          <p:cNvPr id="472" name="Google Shape;472;p20"/>
          <p:cNvSpPr/>
          <p:nvPr/>
        </p:nvSpPr>
        <p:spPr>
          <a:xfrm>
            <a:off x="-65950" y="-200875"/>
            <a:ext cx="10028923" cy="645909"/>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165467" y="4527700"/>
            <a:ext cx="9309124"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 name="Google Shape;474;p20"/>
          <p:cNvGrpSpPr/>
          <p:nvPr/>
        </p:nvGrpSpPr>
        <p:grpSpPr>
          <a:xfrm rot="5400000">
            <a:off x="-13337" y="2429650"/>
            <a:ext cx="1168925" cy="284175"/>
            <a:chOff x="6017825" y="3809000"/>
            <a:chExt cx="1168925" cy="284175"/>
          </a:xfrm>
        </p:grpSpPr>
        <p:sp>
          <p:nvSpPr>
            <p:cNvPr id="475" name="Google Shape;475;p20"/>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0"/>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0"/>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0"/>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20"/>
          <p:cNvSpPr/>
          <p:nvPr/>
        </p:nvSpPr>
        <p:spPr>
          <a:xfrm>
            <a:off x="8284900" y="440670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0"/>
          <p:cNvSpPr/>
          <p:nvPr/>
        </p:nvSpPr>
        <p:spPr>
          <a:xfrm>
            <a:off x="8284900" y="381365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0"/>
          <p:cNvSpPr txBox="1">
            <a:spLocks noGrp="1"/>
          </p:cNvSpPr>
          <p:nvPr>
            <p:ph type="title"/>
          </p:nvPr>
        </p:nvSpPr>
        <p:spPr>
          <a:xfrm>
            <a:off x="713275" y="445025"/>
            <a:ext cx="7717500" cy="675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96" name="Google Shape;496;p20"/>
          <p:cNvSpPr txBox="1">
            <a:spLocks noGrp="1"/>
          </p:cNvSpPr>
          <p:nvPr>
            <p:ph type="subTitle" idx="1"/>
          </p:nvPr>
        </p:nvSpPr>
        <p:spPr>
          <a:xfrm>
            <a:off x="4968997" y="2789222"/>
            <a:ext cx="24141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20"/>
          <p:cNvSpPr txBox="1">
            <a:spLocks noGrp="1"/>
          </p:cNvSpPr>
          <p:nvPr>
            <p:ph type="subTitle" idx="2"/>
          </p:nvPr>
        </p:nvSpPr>
        <p:spPr>
          <a:xfrm>
            <a:off x="1761125" y="2789222"/>
            <a:ext cx="24141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20"/>
          <p:cNvSpPr txBox="1">
            <a:spLocks noGrp="1"/>
          </p:cNvSpPr>
          <p:nvPr>
            <p:ph type="subTitle" idx="3"/>
          </p:nvPr>
        </p:nvSpPr>
        <p:spPr>
          <a:xfrm>
            <a:off x="1761125" y="2301600"/>
            <a:ext cx="24141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99" name="Google Shape;499;p20"/>
          <p:cNvSpPr txBox="1">
            <a:spLocks noGrp="1"/>
          </p:cNvSpPr>
          <p:nvPr>
            <p:ph type="subTitle" idx="4"/>
          </p:nvPr>
        </p:nvSpPr>
        <p:spPr>
          <a:xfrm>
            <a:off x="4969000" y="2301600"/>
            <a:ext cx="24141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500"/>
        <p:cNvGrpSpPr/>
        <p:nvPr/>
      </p:nvGrpSpPr>
      <p:grpSpPr>
        <a:xfrm>
          <a:off x="0" y="0"/>
          <a:ext cx="0" cy="0"/>
          <a:chOff x="0" y="0"/>
          <a:chExt cx="0" cy="0"/>
        </a:xfrm>
      </p:grpSpPr>
      <p:sp>
        <p:nvSpPr>
          <p:cNvPr id="501" name="Google Shape;501;p21"/>
          <p:cNvSpPr/>
          <p:nvPr/>
        </p:nvSpPr>
        <p:spPr>
          <a:xfrm rot="10800000">
            <a:off x="-16574" y="-39796"/>
            <a:ext cx="9378324" cy="571878"/>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1"/>
          <p:cNvSpPr/>
          <p:nvPr/>
        </p:nvSpPr>
        <p:spPr>
          <a:xfrm rot="10800000">
            <a:off x="-45650" y="4605350"/>
            <a:ext cx="9189720" cy="2114809"/>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3" name="Google Shape;503;p21"/>
          <p:cNvGrpSpPr/>
          <p:nvPr/>
        </p:nvGrpSpPr>
        <p:grpSpPr>
          <a:xfrm>
            <a:off x="181150" y="1254450"/>
            <a:ext cx="1168925" cy="284175"/>
            <a:chOff x="6017825" y="3809000"/>
            <a:chExt cx="1168925" cy="284175"/>
          </a:xfrm>
        </p:grpSpPr>
        <p:sp>
          <p:nvSpPr>
            <p:cNvPr id="504" name="Google Shape;504;p21"/>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1"/>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1"/>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1"/>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1"/>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1"/>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1"/>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1"/>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1"/>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1"/>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1"/>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1"/>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1"/>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1"/>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1"/>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1"/>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1"/>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1"/>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 name="Google Shape;522;p21"/>
          <p:cNvSpPr/>
          <p:nvPr/>
        </p:nvSpPr>
        <p:spPr>
          <a:xfrm>
            <a:off x="71775" y="4714275"/>
            <a:ext cx="582350" cy="291075"/>
          </a:xfrm>
          <a:custGeom>
            <a:avLst/>
            <a:gdLst/>
            <a:ahLst/>
            <a:cxnLst/>
            <a:rect l="l" t="t" r="r" b="b"/>
            <a:pathLst>
              <a:path w="23294" h="11643" extrusionOk="0">
                <a:moveTo>
                  <a:pt x="0" y="1"/>
                </a:moveTo>
                <a:cubicBezTo>
                  <a:pt x="0" y="6406"/>
                  <a:pt x="5219" y="11643"/>
                  <a:pt x="11642" y="11643"/>
                </a:cubicBezTo>
                <a:cubicBezTo>
                  <a:pt x="18065" y="11643"/>
                  <a:pt x="23293" y="6406"/>
                  <a:pt x="23293" y="1"/>
                </a:cubicBezTo>
                <a:lnTo>
                  <a:pt x="18030" y="1"/>
                </a:lnTo>
                <a:cubicBezTo>
                  <a:pt x="18030" y="3525"/>
                  <a:pt x="15175" y="6379"/>
                  <a:pt x="11651" y="6379"/>
                </a:cubicBezTo>
                <a:cubicBezTo>
                  <a:pt x="8127" y="6379"/>
                  <a:pt x="5273" y="3507"/>
                  <a:pt x="52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4" name="Google Shape;524;p21"/>
          <p:cNvSpPr txBox="1">
            <a:spLocks noGrp="1"/>
          </p:cNvSpPr>
          <p:nvPr>
            <p:ph type="subTitle" idx="1"/>
          </p:nvPr>
        </p:nvSpPr>
        <p:spPr>
          <a:xfrm>
            <a:off x="4989519" y="1767725"/>
            <a:ext cx="2978700" cy="249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5" name="Google Shape;525;p21"/>
          <p:cNvSpPr txBox="1">
            <a:spLocks noGrp="1"/>
          </p:cNvSpPr>
          <p:nvPr>
            <p:ph type="subTitle" idx="2"/>
          </p:nvPr>
        </p:nvSpPr>
        <p:spPr>
          <a:xfrm>
            <a:off x="1175775" y="1767725"/>
            <a:ext cx="2978700" cy="249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6" name="Google Shape;526;p21"/>
          <p:cNvSpPr/>
          <p:nvPr/>
        </p:nvSpPr>
        <p:spPr>
          <a:xfrm>
            <a:off x="7867424" y="3980301"/>
            <a:ext cx="1155453" cy="1072334"/>
          </a:xfrm>
          <a:custGeom>
            <a:avLst/>
            <a:gdLst/>
            <a:ahLst/>
            <a:cxnLst/>
            <a:rect l="l" t="t" r="r" b="b"/>
            <a:pathLst>
              <a:path w="38451" h="35685" extrusionOk="0">
                <a:moveTo>
                  <a:pt x="19225" y="0"/>
                </a:moveTo>
                <a:cubicBezTo>
                  <a:pt x="8609" y="0"/>
                  <a:pt x="1" y="8609"/>
                  <a:pt x="1" y="19225"/>
                </a:cubicBezTo>
                <a:lnTo>
                  <a:pt x="1" y="35684"/>
                </a:lnTo>
                <a:lnTo>
                  <a:pt x="38450" y="35684"/>
                </a:lnTo>
                <a:lnTo>
                  <a:pt x="38450" y="19225"/>
                </a:lnTo>
                <a:cubicBezTo>
                  <a:pt x="38450" y="8609"/>
                  <a:pt x="29841" y="0"/>
                  <a:pt x="192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527"/>
        <p:cNvGrpSpPr/>
        <p:nvPr/>
      </p:nvGrpSpPr>
      <p:grpSpPr>
        <a:xfrm>
          <a:off x="0" y="0"/>
          <a:ext cx="0" cy="0"/>
          <a:chOff x="0" y="0"/>
          <a:chExt cx="0" cy="0"/>
        </a:xfrm>
      </p:grpSpPr>
      <p:sp>
        <p:nvSpPr>
          <p:cNvPr id="528" name="Google Shape;528;p22"/>
          <p:cNvSpPr/>
          <p:nvPr/>
        </p:nvSpPr>
        <p:spPr>
          <a:xfrm rot="10800000" flipH="1">
            <a:off x="-16575" y="-39776"/>
            <a:ext cx="9378324" cy="518658"/>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2"/>
          <p:cNvSpPr/>
          <p:nvPr/>
        </p:nvSpPr>
        <p:spPr>
          <a:xfrm rot="10800000" flipH="1">
            <a:off x="-97400" y="4073446"/>
            <a:ext cx="9274513" cy="1070054"/>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22"/>
          <p:cNvGrpSpPr/>
          <p:nvPr/>
        </p:nvGrpSpPr>
        <p:grpSpPr>
          <a:xfrm rot="10800000">
            <a:off x="7846313" y="1427563"/>
            <a:ext cx="1168925" cy="284175"/>
            <a:chOff x="6017825" y="3809000"/>
            <a:chExt cx="1168925" cy="284175"/>
          </a:xfrm>
        </p:grpSpPr>
        <p:sp>
          <p:nvSpPr>
            <p:cNvPr id="531" name="Google Shape;531;p22"/>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2"/>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2"/>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2"/>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2"/>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2"/>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2"/>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2"/>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2"/>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2"/>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2"/>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2"/>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2"/>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2"/>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2"/>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2"/>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2"/>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2"/>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9" name="Google Shape;549;p22"/>
          <p:cNvSpPr/>
          <p:nvPr/>
        </p:nvSpPr>
        <p:spPr>
          <a:xfrm rot="10800000">
            <a:off x="8139375" y="4312925"/>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0" name="Google Shape;550;p22"/>
          <p:cNvGrpSpPr/>
          <p:nvPr/>
        </p:nvGrpSpPr>
        <p:grpSpPr>
          <a:xfrm rot="5400000">
            <a:off x="-13337" y="1204763"/>
            <a:ext cx="1168925" cy="284175"/>
            <a:chOff x="6017825" y="3809000"/>
            <a:chExt cx="1168925" cy="284175"/>
          </a:xfrm>
        </p:grpSpPr>
        <p:sp>
          <p:nvSpPr>
            <p:cNvPr id="551" name="Google Shape;551;p22"/>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2"/>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2"/>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2"/>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2"/>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2"/>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2"/>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2"/>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2"/>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2"/>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2"/>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2"/>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2"/>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2"/>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2"/>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2"/>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2"/>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2"/>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9" name="Google Shape;569;p22"/>
          <p:cNvSpPr txBox="1">
            <a:spLocks noGrp="1"/>
          </p:cNvSpPr>
          <p:nvPr>
            <p:ph type="title"/>
          </p:nvPr>
        </p:nvSpPr>
        <p:spPr>
          <a:xfrm>
            <a:off x="713225" y="445025"/>
            <a:ext cx="7717500" cy="715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0" name="Google Shape;570;p22"/>
          <p:cNvSpPr txBox="1">
            <a:spLocks noGrp="1"/>
          </p:cNvSpPr>
          <p:nvPr>
            <p:ph type="subTitle" idx="1"/>
          </p:nvPr>
        </p:nvSpPr>
        <p:spPr>
          <a:xfrm>
            <a:off x="937625" y="2788275"/>
            <a:ext cx="2175300" cy="79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1" name="Google Shape;571;p22"/>
          <p:cNvSpPr txBox="1">
            <a:spLocks noGrp="1"/>
          </p:cNvSpPr>
          <p:nvPr>
            <p:ph type="subTitle" idx="2"/>
          </p:nvPr>
        </p:nvSpPr>
        <p:spPr>
          <a:xfrm>
            <a:off x="3484347" y="2788275"/>
            <a:ext cx="2175300" cy="79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2" name="Google Shape;572;p22"/>
          <p:cNvSpPr txBox="1">
            <a:spLocks noGrp="1"/>
          </p:cNvSpPr>
          <p:nvPr>
            <p:ph type="subTitle" idx="3"/>
          </p:nvPr>
        </p:nvSpPr>
        <p:spPr>
          <a:xfrm>
            <a:off x="6031075" y="2788275"/>
            <a:ext cx="2175300" cy="79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73" name="Google Shape;573;p22"/>
          <p:cNvSpPr txBox="1">
            <a:spLocks noGrp="1"/>
          </p:cNvSpPr>
          <p:nvPr>
            <p:ph type="subTitle" idx="4"/>
          </p:nvPr>
        </p:nvSpPr>
        <p:spPr>
          <a:xfrm>
            <a:off x="937625" y="2301251"/>
            <a:ext cx="21753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4" name="Google Shape;574;p22"/>
          <p:cNvSpPr txBox="1">
            <a:spLocks noGrp="1"/>
          </p:cNvSpPr>
          <p:nvPr>
            <p:ph type="subTitle" idx="5"/>
          </p:nvPr>
        </p:nvSpPr>
        <p:spPr>
          <a:xfrm>
            <a:off x="3484350" y="2301251"/>
            <a:ext cx="21753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5" name="Google Shape;575;p22"/>
          <p:cNvSpPr txBox="1">
            <a:spLocks noGrp="1"/>
          </p:cNvSpPr>
          <p:nvPr>
            <p:ph type="subTitle" idx="6"/>
          </p:nvPr>
        </p:nvSpPr>
        <p:spPr>
          <a:xfrm>
            <a:off x="6031075" y="2301251"/>
            <a:ext cx="21753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76"/>
        <p:cNvGrpSpPr/>
        <p:nvPr/>
      </p:nvGrpSpPr>
      <p:grpSpPr>
        <a:xfrm>
          <a:off x="0" y="0"/>
          <a:ext cx="0" cy="0"/>
          <a:chOff x="0" y="0"/>
          <a:chExt cx="0" cy="0"/>
        </a:xfrm>
      </p:grpSpPr>
      <p:sp>
        <p:nvSpPr>
          <p:cNvPr id="577" name="Google Shape;577;p23"/>
          <p:cNvSpPr/>
          <p:nvPr/>
        </p:nvSpPr>
        <p:spPr>
          <a:xfrm>
            <a:off x="-137625" y="-1568625"/>
            <a:ext cx="9281874" cy="2104288"/>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3"/>
          <p:cNvSpPr/>
          <p:nvPr/>
        </p:nvSpPr>
        <p:spPr>
          <a:xfrm>
            <a:off x="-1981200" y="4667825"/>
            <a:ext cx="11244263" cy="1161132"/>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 name="Google Shape;579;p23"/>
          <p:cNvGrpSpPr/>
          <p:nvPr/>
        </p:nvGrpSpPr>
        <p:grpSpPr>
          <a:xfrm rot="10800000">
            <a:off x="7574838" y="82250"/>
            <a:ext cx="1168925" cy="284175"/>
            <a:chOff x="6017825" y="3809000"/>
            <a:chExt cx="1168925" cy="284175"/>
          </a:xfrm>
        </p:grpSpPr>
        <p:sp>
          <p:nvSpPr>
            <p:cNvPr id="580" name="Google Shape;580;p23"/>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3"/>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3"/>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3"/>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3"/>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3"/>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3"/>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3"/>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3"/>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3"/>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3"/>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3"/>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3"/>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3"/>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3"/>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3"/>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3"/>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3"/>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 name="Google Shape;598;p23"/>
          <p:cNvSpPr/>
          <p:nvPr/>
        </p:nvSpPr>
        <p:spPr>
          <a:xfrm rot="10800000">
            <a:off x="713225" y="477450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23"/>
          <p:cNvGrpSpPr/>
          <p:nvPr/>
        </p:nvGrpSpPr>
        <p:grpSpPr>
          <a:xfrm rot="-5400000">
            <a:off x="128750" y="999638"/>
            <a:ext cx="1168925" cy="284175"/>
            <a:chOff x="6017825" y="3809000"/>
            <a:chExt cx="1168925" cy="284175"/>
          </a:xfrm>
        </p:grpSpPr>
        <p:sp>
          <p:nvSpPr>
            <p:cNvPr id="600" name="Google Shape;600;p23"/>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3"/>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3"/>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3"/>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3"/>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3"/>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3"/>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3"/>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3"/>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3"/>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3"/>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3"/>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3"/>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3"/>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3"/>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3"/>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3"/>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3"/>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8" name="Google Shape;618;p23"/>
          <p:cNvSpPr/>
          <p:nvPr/>
        </p:nvSpPr>
        <p:spPr>
          <a:xfrm rot="-5400000">
            <a:off x="8199050" y="289150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3"/>
          <p:cNvSpPr txBox="1">
            <a:spLocks noGrp="1"/>
          </p:cNvSpPr>
          <p:nvPr>
            <p:ph type="title"/>
          </p:nvPr>
        </p:nvSpPr>
        <p:spPr>
          <a:xfrm>
            <a:off x="713225" y="445025"/>
            <a:ext cx="7717500" cy="676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0" name="Google Shape;620;p23"/>
          <p:cNvSpPr txBox="1">
            <a:spLocks noGrp="1"/>
          </p:cNvSpPr>
          <p:nvPr>
            <p:ph type="subTitle" idx="1"/>
          </p:nvPr>
        </p:nvSpPr>
        <p:spPr>
          <a:xfrm>
            <a:off x="2424850" y="2310200"/>
            <a:ext cx="19377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1" name="Google Shape;621;p23"/>
          <p:cNvSpPr txBox="1">
            <a:spLocks noGrp="1"/>
          </p:cNvSpPr>
          <p:nvPr>
            <p:ph type="subTitle" idx="2"/>
          </p:nvPr>
        </p:nvSpPr>
        <p:spPr>
          <a:xfrm>
            <a:off x="4693457" y="2310200"/>
            <a:ext cx="19377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2" name="Google Shape;622;p23"/>
          <p:cNvSpPr txBox="1">
            <a:spLocks noGrp="1"/>
          </p:cNvSpPr>
          <p:nvPr>
            <p:ph type="subTitle" idx="3"/>
          </p:nvPr>
        </p:nvSpPr>
        <p:spPr>
          <a:xfrm>
            <a:off x="2424850" y="4119900"/>
            <a:ext cx="19377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3" name="Google Shape;623;p23"/>
          <p:cNvSpPr txBox="1">
            <a:spLocks noGrp="1"/>
          </p:cNvSpPr>
          <p:nvPr>
            <p:ph type="subTitle" idx="4"/>
          </p:nvPr>
        </p:nvSpPr>
        <p:spPr>
          <a:xfrm>
            <a:off x="4693457" y="4119900"/>
            <a:ext cx="19377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4" name="Google Shape;624;p23"/>
          <p:cNvSpPr txBox="1">
            <a:spLocks noGrp="1"/>
          </p:cNvSpPr>
          <p:nvPr>
            <p:ph type="subTitle" idx="5"/>
          </p:nvPr>
        </p:nvSpPr>
        <p:spPr>
          <a:xfrm>
            <a:off x="2424850" y="1824325"/>
            <a:ext cx="19377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5" name="Google Shape;625;p23"/>
          <p:cNvSpPr txBox="1">
            <a:spLocks noGrp="1"/>
          </p:cNvSpPr>
          <p:nvPr>
            <p:ph type="subTitle" idx="6"/>
          </p:nvPr>
        </p:nvSpPr>
        <p:spPr>
          <a:xfrm>
            <a:off x="2424850" y="3634100"/>
            <a:ext cx="19377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6" name="Google Shape;626;p23"/>
          <p:cNvSpPr txBox="1">
            <a:spLocks noGrp="1"/>
          </p:cNvSpPr>
          <p:nvPr>
            <p:ph type="subTitle" idx="7"/>
          </p:nvPr>
        </p:nvSpPr>
        <p:spPr>
          <a:xfrm>
            <a:off x="4693454" y="1824325"/>
            <a:ext cx="19377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7" name="Google Shape;627;p23"/>
          <p:cNvSpPr txBox="1">
            <a:spLocks noGrp="1"/>
          </p:cNvSpPr>
          <p:nvPr>
            <p:ph type="subTitle" idx="8"/>
          </p:nvPr>
        </p:nvSpPr>
        <p:spPr>
          <a:xfrm>
            <a:off x="4693454" y="3634100"/>
            <a:ext cx="19377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628"/>
        <p:cNvGrpSpPr/>
        <p:nvPr/>
      </p:nvGrpSpPr>
      <p:grpSpPr>
        <a:xfrm>
          <a:off x="0" y="0"/>
          <a:ext cx="0" cy="0"/>
          <a:chOff x="0" y="0"/>
          <a:chExt cx="0" cy="0"/>
        </a:xfrm>
      </p:grpSpPr>
      <p:sp>
        <p:nvSpPr>
          <p:cNvPr id="629" name="Google Shape;629;p24"/>
          <p:cNvSpPr/>
          <p:nvPr/>
        </p:nvSpPr>
        <p:spPr>
          <a:xfrm rot="10800000">
            <a:off x="-43750" y="4832050"/>
            <a:ext cx="9187741" cy="651811"/>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0" name="Google Shape;630;p24"/>
          <p:cNvGrpSpPr/>
          <p:nvPr/>
        </p:nvGrpSpPr>
        <p:grpSpPr>
          <a:xfrm>
            <a:off x="-2010334" y="-41400"/>
            <a:ext cx="10931538" cy="651900"/>
            <a:chOff x="-1315460" y="-92875"/>
            <a:chExt cx="9439200" cy="651900"/>
          </a:xfrm>
        </p:grpSpPr>
        <p:sp>
          <p:nvSpPr>
            <p:cNvPr id="631" name="Google Shape;631;p24"/>
            <p:cNvSpPr/>
            <p:nvPr/>
          </p:nvSpPr>
          <p:spPr>
            <a:xfrm>
              <a:off x="-1315460" y="-92875"/>
              <a:ext cx="2700300" cy="651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4"/>
            <p:cNvSpPr/>
            <p:nvPr/>
          </p:nvSpPr>
          <p:spPr>
            <a:xfrm>
              <a:off x="-1315460" y="-92875"/>
              <a:ext cx="9439200" cy="233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 name="Google Shape;633;p24"/>
          <p:cNvGrpSpPr/>
          <p:nvPr/>
        </p:nvGrpSpPr>
        <p:grpSpPr>
          <a:xfrm rot="-5400000">
            <a:off x="78663" y="1955775"/>
            <a:ext cx="1168925" cy="284175"/>
            <a:chOff x="6017825" y="3809000"/>
            <a:chExt cx="1168925" cy="284175"/>
          </a:xfrm>
        </p:grpSpPr>
        <p:sp>
          <p:nvSpPr>
            <p:cNvPr id="634" name="Google Shape;634;p24"/>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4"/>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4"/>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4"/>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4"/>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4"/>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4"/>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4"/>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4"/>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4"/>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4"/>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4"/>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4"/>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4"/>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4"/>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4"/>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4"/>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4"/>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2" name="Google Shape;652;p24"/>
          <p:cNvSpPr/>
          <p:nvPr/>
        </p:nvSpPr>
        <p:spPr>
          <a:xfrm rot="-5400000">
            <a:off x="276275" y="421175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3" name="Google Shape;653;p24"/>
          <p:cNvGrpSpPr/>
          <p:nvPr/>
        </p:nvGrpSpPr>
        <p:grpSpPr>
          <a:xfrm rot="-5400000">
            <a:off x="8417438" y="4351300"/>
            <a:ext cx="1168925" cy="284175"/>
            <a:chOff x="6017825" y="3809000"/>
            <a:chExt cx="1168925" cy="284175"/>
          </a:xfrm>
        </p:grpSpPr>
        <p:sp>
          <p:nvSpPr>
            <p:cNvPr id="654" name="Google Shape;654;p24"/>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4"/>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4"/>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4"/>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4"/>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4"/>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4"/>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4"/>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4"/>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4"/>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4"/>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4"/>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4"/>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4"/>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4"/>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4"/>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4"/>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4"/>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2" name="Google Shape;672;p24"/>
          <p:cNvSpPr/>
          <p:nvPr/>
        </p:nvSpPr>
        <p:spPr>
          <a:xfrm rot="10800000">
            <a:off x="8458252" y="473569"/>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4"/>
          <p:cNvSpPr txBox="1">
            <a:spLocks noGrp="1"/>
          </p:cNvSpPr>
          <p:nvPr>
            <p:ph type="title"/>
          </p:nvPr>
        </p:nvSpPr>
        <p:spPr>
          <a:xfrm>
            <a:off x="720000" y="445025"/>
            <a:ext cx="7704000" cy="59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74" name="Google Shape;674;p24"/>
          <p:cNvSpPr txBox="1">
            <a:spLocks noGrp="1"/>
          </p:cNvSpPr>
          <p:nvPr>
            <p:ph type="subTitle" idx="1"/>
          </p:nvPr>
        </p:nvSpPr>
        <p:spPr>
          <a:xfrm>
            <a:off x="1109155" y="2310200"/>
            <a:ext cx="19860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5" name="Google Shape;675;p24"/>
          <p:cNvSpPr txBox="1">
            <a:spLocks noGrp="1"/>
          </p:cNvSpPr>
          <p:nvPr>
            <p:ph type="subTitle" idx="2"/>
          </p:nvPr>
        </p:nvSpPr>
        <p:spPr>
          <a:xfrm>
            <a:off x="3579000" y="2310200"/>
            <a:ext cx="19860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6" name="Google Shape;676;p24"/>
          <p:cNvSpPr txBox="1">
            <a:spLocks noGrp="1"/>
          </p:cNvSpPr>
          <p:nvPr>
            <p:ph type="subTitle" idx="3"/>
          </p:nvPr>
        </p:nvSpPr>
        <p:spPr>
          <a:xfrm>
            <a:off x="1109155" y="4143775"/>
            <a:ext cx="19860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7" name="Google Shape;677;p24"/>
          <p:cNvSpPr txBox="1">
            <a:spLocks noGrp="1"/>
          </p:cNvSpPr>
          <p:nvPr>
            <p:ph type="subTitle" idx="4"/>
          </p:nvPr>
        </p:nvSpPr>
        <p:spPr>
          <a:xfrm>
            <a:off x="3579000" y="4143775"/>
            <a:ext cx="19860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8" name="Google Shape;678;p24"/>
          <p:cNvSpPr txBox="1">
            <a:spLocks noGrp="1"/>
          </p:cNvSpPr>
          <p:nvPr>
            <p:ph type="subTitle" idx="5"/>
          </p:nvPr>
        </p:nvSpPr>
        <p:spPr>
          <a:xfrm>
            <a:off x="6048845" y="2310200"/>
            <a:ext cx="19860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9" name="Google Shape;679;p24"/>
          <p:cNvSpPr txBox="1">
            <a:spLocks noGrp="1"/>
          </p:cNvSpPr>
          <p:nvPr>
            <p:ph type="subTitle" idx="6"/>
          </p:nvPr>
        </p:nvSpPr>
        <p:spPr>
          <a:xfrm>
            <a:off x="6048845" y="4143775"/>
            <a:ext cx="19860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0" name="Google Shape;680;p24"/>
          <p:cNvSpPr txBox="1">
            <a:spLocks noGrp="1"/>
          </p:cNvSpPr>
          <p:nvPr>
            <p:ph type="subTitle" idx="7"/>
          </p:nvPr>
        </p:nvSpPr>
        <p:spPr>
          <a:xfrm>
            <a:off x="1113055" y="1824313"/>
            <a:ext cx="1978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81" name="Google Shape;681;p24"/>
          <p:cNvSpPr txBox="1">
            <a:spLocks noGrp="1"/>
          </p:cNvSpPr>
          <p:nvPr>
            <p:ph type="subTitle" idx="8"/>
          </p:nvPr>
        </p:nvSpPr>
        <p:spPr>
          <a:xfrm>
            <a:off x="3582900" y="1824313"/>
            <a:ext cx="1978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82" name="Google Shape;682;p24"/>
          <p:cNvSpPr txBox="1">
            <a:spLocks noGrp="1"/>
          </p:cNvSpPr>
          <p:nvPr>
            <p:ph type="subTitle" idx="9"/>
          </p:nvPr>
        </p:nvSpPr>
        <p:spPr>
          <a:xfrm>
            <a:off x="6052745" y="1824313"/>
            <a:ext cx="1978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83" name="Google Shape;683;p24"/>
          <p:cNvSpPr txBox="1">
            <a:spLocks noGrp="1"/>
          </p:cNvSpPr>
          <p:nvPr>
            <p:ph type="subTitle" idx="13"/>
          </p:nvPr>
        </p:nvSpPr>
        <p:spPr>
          <a:xfrm>
            <a:off x="1113055" y="3651975"/>
            <a:ext cx="1978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84" name="Google Shape;684;p24"/>
          <p:cNvSpPr txBox="1">
            <a:spLocks noGrp="1"/>
          </p:cNvSpPr>
          <p:nvPr>
            <p:ph type="subTitle" idx="14"/>
          </p:nvPr>
        </p:nvSpPr>
        <p:spPr>
          <a:xfrm>
            <a:off x="3582900" y="3651975"/>
            <a:ext cx="1978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85" name="Google Shape;685;p24"/>
          <p:cNvSpPr txBox="1">
            <a:spLocks noGrp="1"/>
          </p:cNvSpPr>
          <p:nvPr>
            <p:ph type="subTitle" idx="15"/>
          </p:nvPr>
        </p:nvSpPr>
        <p:spPr>
          <a:xfrm>
            <a:off x="6052745" y="3651975"/>
            <a:ext cx="1978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686"/>
        <p:cNvGrpSpPr/>
        <p:nvPr/>
      </p:nvGrpSpPr>
      <p:grpSpPr>
        <a:xfrm>
          <a:off x="0" y="0"/>
          <a:ext cx="0" cy="0"/>
          <a:chOff x="0" y="0"/>
          <a:chExt cx="0" cy="0"/>
        </a:xfrm>
      </p:grpSpPr>
      <p:sp>
        <p:nvSpPr>
          <p:cNvPr id="687" name="Google Shape;687;p25"/>
          <p:cNvSpPr/>
          <p:nvPr/>
        </p:nvSpPr>
        <p:spPr>
          <a:xfrm flipH="1">
            <a:off x="-165474" y="4634296"/>
            <a:ext cx="9309124" cy="1168946"/>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71685" y="-273450"/>
            <a:ext cx="10034660" cy="911934"/>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rot="10800000">
            <a:off x="7842350" y="7919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0" name="Google Shape;690;p25"/>
          <p:cNvGrpSpPr/>
          <p:nvPr/>
        </p:nvGrpSpPr>
        <p:grpSpPr>
          <a:xfrm rot="5400000">
            <a:off x="432625" y="2287863"/>
            <a:ext cx="1168925" cy="284175"/>
            <a:chOff x="6017825" y="3809000"/>
            <a:chExt cx="1168925" cy="284175"/>
          </a:xfrm>
        </p:grpSpPr>
        <p:sp>
          <p:nvSpPr>
            <p:cNvPr id="691" name="Google Shape;691;p25"/>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25"/>
          <p:cNvSpPr/>
          <p:nvPr/>
        </p:nvSpPr>
        <p:spPr>
          <a:xfrm>
            <a:off x="438380" y="3420826"/>
            <a:ext cx="1157439" cy="1074657"/>
          </a:xfrm>
          <a:custGeom>
            <a:avLst/>
            <a:gdLst/>
            <a:ahLst/>
            <a:cxnLst/>
            <a:rect l="l" t="t" r="r" b="b"/>
            <a:pathLst>
              <a:path w="37625" h="34934" extrusionOk="0">
                <a:moveTo>
                  <a:pt x="18812" y="0"/>
                </a:moveTo>
                <a:cubicBezTo>
                  <a:pt x="8418" y="0"/>
                  <a:pt x="0" y="8430"/>
                  <a:pt x="0" y="18812"/>
                </a:cubicBezTo>
                <a:lnTo>
                  <a:pt x="0" y="34933"/>
                </a:lnTo>
                <a:lnTo>
                  <a:pt x="37624" y="34933"/>
                </a:lnTo>
                <a:lnTo>
                  <a:pt x="37624" y="18812"/>
                </a:lnTo>
                <a:cubicBezTo>
                  <a:pt x="37624" y="8430"/>
                  <a:pt x="29195" y="0"/>
                  <a:pt x="18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rot="10800000">
            <a:off x="7842338" y="35328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txBox="1">
            <a:spLocks noGrp="1"/>
          </p:cNvSpPr>
          <p:nvPr>
            <p:ph type="title" hasCustomPrompt="1"/>
          </p:nvPr>
        </p:nvSpPr>
        <p:spPr>
          <a:xfrm>
            <a:off x="2223600" y="670225"/>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12" name="Google Shape;712;p25"/>
          <p:cNvSpPr txBox="1">
            <a:spLocks noGrp="1"/>
          </p:cNvSpPr>
          <p:nvPr>
            <p:ph type="subTitle" idx="1"/>
          </p:nvPr>
        </p:nvSpPr>
        <p:spPr>
          <a:xfrm>
            <a:off x="2223600" y="1275827"/>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7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713" name="Google Shape;713;p25"/>
          <p:cNvSpPr txBox="1">
            <a:spLocks noGrp="1"/>
          </p:cNvSpPr>
          <p:nvPr>
            <p:ph type="title" idx="2" hasCustomPrompt="1"/>
          </p:nvPr>
        </p:nvSpPr>
        <p:spPr>
          <a:xfrm>
            <a:off x="2223600" y="1967931"/>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14" name="Google Shape;714;p25"/>
          <p:cNvSpPr txBox="1">
            <a:spLocks noGrp="1"/>
          </p:cNvSpPr>
          <p:nvPr>
            <p:ph type="subTitle" idx="3"/>
          </p:nvPr>
        </p:nvSpPr>
        <p:spPr>
          <a:xfrm>
            <a:off x="2223600" y="2586246"/>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7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715" name="Google Shape;715;p25"/>
          <p:cNvSpPr txBox="1">
            <a:spLocks noGrp="1"/>
          </p:cNvSpPr>
          <p:nvPr>
            <p:ph type="title" idx="4" hasCustomPrompt="1"/>
          </p:nvPr>
        </p:nvSpPr>
        <p:spPr>
          <a:xfrm>
            <a:off x="2223600" y="3265638"/>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16" name="Google Shape;716;p25"/>
          <p:cNvSpPr txBox="1">
            <a:spLocks noGrp="1"/>
          </p:cNvSpPr>
          <p:nvPr>
            <p:ph type="subTitle" idx="5"/>
          </p:nvPr>
        </p:nvSpPr>
        <p:spPr>
          <a:xfrm>
            <a:off x="2223600" y="3896665"/>
            <a:ext cx="4696800" cy="59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7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717"/>
        <p:cNvGrpSpPr/>
        <p:nvPr/>
      </p:nvGrpSpPr>
      <p:grpSpPr>
        <a:xfrm>
          <a:off x="0" y="0"/>
          <a:ext cx="0" cy="0"/>
          <a:chOff x="0" y="0"/>
          <a:chExt cx="0" cy="0"/>
        </a:xfrm>
      </p:grpSpPr>
      <p:sp>
        <p:nvSpPr>
          <p:cNvPr id="718" name="Google Shape;718;p26"/>
          <p:cNvSpPr/>
          <p:nvPr/>
        </p:nvSpPr>
        <p:spPr>
          <a:xfrm>
            <a:off x="-65950" y="-273450"/>
            <a:ext cx="10028923" cy="759615"/>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6"/>
          <p:cNvSpPr/>
          <p:nvPr/>
        </p:nvSpPr>
        <p:spPr>
          <a:xfrm>
            <a:off x="-165467" y="4527700"/>
            <a:ext cx="9309124"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0" name="Google Shape;720;p26"/>
          <p:cNvGrpSpPr/>
          <p:nvPr/>
        </p:nvGrpSpPr>
        <p:grpSpPr>
          <a:xfrm>
            <a:off x="7261838" y="4696625"/>
            <a:ext cx="1168925" cy="284175"/>
            <a:chOff x="6017825" y="3809000"/>
            <a:chExt cx="1168925" cy="284175"/>
          </a:xfrm>
        </p:grpSpPr>
        <p:sp>
          <p:nvSpPr>
            <p:cNvPr id="721" name="Google Shape;721;p26"/>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6"/>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6"/>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6"/>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6"/>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6"/>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6"/>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6"/>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6"/>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6"/>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6"/>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6"/>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6"/>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6"/>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6"/>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6"/>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6"/>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6"/>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 name="Google Shape;739;p26"/>
          <p:cNvSpPr/>
          <p:nvPr/>
        </p:nvSpPr>
        <p:spPr>
          <a:xfrm>
            <a:off x="44450" y="463615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0" name="Google Shape;740;p26"/>
          <p:cNvGrpSpPr/>
          <p:nvPr/>
        </p:nvGrpSpPr>
        <p:grpSpPr>
          <a:xfrm rot="-5400000">
            <a:off x="-96212" y="892500"/>
            <a:ext cx="1168925" cy="284175"/>
            <a:chOff x="6017825" y="3809000"/>
            <a:chExt cx="1168925" cy="284175"/>
          </a:xfrm>
        </p:grpSpPr>
        <p:sp>
          <p:nvSpPr>
            <p:cNvPr id="741" name="Google Shape;741;p26"/>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6"/>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6"/>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6"/>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6"/>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6"/>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6"/>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6"/>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6"/>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6"/>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6"/>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6"/>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6"/>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6"/>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6"/>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6"/>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6"/>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6"/>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9" name="Google Shape;759;p26"/>
          <p:cNvSpPr txBox="1">
            <a:spLocks noGrp="1"/>
          </p:cNvSpPr>
          <p:nvPr>
            <p:ph type="title" hasCustomPrompt="1"/>
          </p:nvPr>
        </p:nvSpPr>
        <p:spPr>
          <a:xfrm>
            <a:off x="1325650" y="1962150"/>
            <a:ext cx="13989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300" b="0">
                <a:latin typeface="Red Hat Text Light"/>
                <a:ea typeface="Red Hat Text Light"/>
                <a:cs typeface="Red Hat Text Light"/>
                <a:sym typeface="Red Hat Text Light"/>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60" name="Google Shape;760;p26"/>
          <p:cNvSpPr txBox="1">
            <a:spLocks noGrp="1"/>
          </p:cNvSpPr>
          <p:nvPr>
            <p:ph type="subTitle" idx="1"/>
          </p:nvPr>
        </p:nvSpPr>
        <p:spPr>
          <a:xfrm>
            <a:off x="938500" y="3449900"/>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761" name="Google Shape;761;p26"/>
          <p:cNvSpPr txBox="1">
            <a:spLocks noGrp="1"/>
          </p:cNvSpPr>
          <p:nvPr>
            <p:ph type="subTitle" idx="2"/>
          </p:nvPr>
        </p:nvSpPr>
        <p:spPr>
          <a:xfrm>
            <a:off x="938500" y="2960625"/>
            <a:ext cx="2173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2" name="Google Shape;762;p26"/>
          <p:cNvSpPr txBox="1">
            <a:spLocks noGrp="1"/>
          </p:cNvSpPr>
          <p:nvPr>
            <p:ph type="title" idx="3" hasCustomPrompt="1"/>
          </p:nvPr>
        </p:nvSpPr>
        <p:spPr>
          <a:xfrm>
            <a:off x="3873100" y="1962150"/>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300" b="0">
                <a:latin typeface="Red Hat Text Light"/>
                <a:ea typeface="Red Hat Text Light"/>
                <a:cs typeface="Red Hat Text Light"/>
                <a:sym typeface="Red Hat Text Light"/>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63" name="Google Shape;763;p26"/>
          <p:cNvSpPr txBox="1">
            <a:spLocks noGrp="1"/>
          </p:cNvSpPr>
          <p:nvPr>
            <p:ph type="subTitle" idx="4"/>
          </p:nvPr>
        </p:nvSpPr>
        <p:spPr>
          <a:xfrm>
            <a:off x="3485400" y="3448250"/>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764" name="Google Shape;764;p26"/>
          <p:cNvSpPr txBox="1">
            <a:spLocks noGrp="1"/>
          </p:cNvSpPr>
          <p:nvPr>
            <p:ph type="subTitle" idx="5"/>
          </p:nvPr>
        </p:nvSpPr>
        <p:spPr>
          <a:xfrm>
            <a:off x="3485400" y="2958975"/>
            <a:ext cx="2173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5" name="Google Shape;765;p26"/>
          <p:cNvSpPr txBox="1">
            <a:spLocks noGrp="1"/>
          </p:cNvSpPr>
          <p:nvPr>
            <p:ph type="title" idx="6" hasCustomPrompt="1"/>
          </p:nvPr>
        </p:nvSpPr>
        <p:spPr>
          <a:xfrm>
            <a:off x="6417675" y="1962150"/>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300" b="0">
                <a:latin typeface="Red Hat Text Light"/>
                <a:ea typeface="Red Hat Text Light"/>
                <a:cs typeface="Red Hat Text Light"/>
                <a:sym typeface="Red Hat Text Light"/>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66" name="Google Shape;766;p26"/>
          <p:cNvSpPr txBox="1">
            <a:spLocks noGrp="1"/>
          </p:cNvSpPr>
          <p:nvPr>
            <p:ph type="subTitle" idx="7"/>
          </p:nvPr>
        </p:nvSpPr>
        <p:spPr>
          <a:xfrm>
            <a:off x="6032300" y="3448250"/>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767" name="Google Shape;767;p26"/>
          <p:cNvSpPr txBox="1">
            <a:spLocks noGrp="1"/>
          </p:cNvSpPr>
          <p:nvPr>
            <p:ph type="subTitle" idx="8"/>
          </p:nvPr>
        </p:nvSpPr>
        <p:spPr>
          <a:xfrm>
            <a:off x="6032300" y="2958975"/>
            <a:ext cx="2173200" cy="55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Red Hat Text"/>
                <a:ea typeface="Red Hat Text"/>
                <a:cs typeface="Red Hat Text"/>
                <a:sym typeface="Red Hat Text"/>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8" name="Google Shape;768;p26"/>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769"/>
        <p:cNvGrpSpPr/>
        <p:nvPr/>
      </p:nvGrpSpPr>
      <p:grpSpPr>
        <a:xfrm>
          <a:off x="0" y="0"/>
          <a:ext cx="0" cy="0"/>
          <a:chOff x="0" y="0"/>
          <a:chExt cx="0" cy="0"/>
        </a:xfrm>
      </p:grpSpPr>
      <p:sp>
        <p:nvSpPr>
          <p:cNvPr id="770" name="Google Shape;770;p27"/>
          <p:cNvSpPr/>
          <p:nvPr/>
        </p:nvSpPr>
        <p:spPr>
          <a:xfrm>
            <a:off x="-65950" y="-197250"/>
            <a:ext cx="10028923" cy="674094"/>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7"/>
          <p:cNvSpPr/>
          <p:nvPr/>
        </p:nvSpPr>
        <p:spPr>
          <a:xfrm>
            <a:off x="-165467" y="4756300"/>
            <a:ext cx="9309124"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2" name="Google Shape;772;p27"/>
          <p:cNvGrpSpPr/>
          <p:nvPr/>
        </p:nvGrpSpPr>
        <p:grpSpPr>
          <a:xfrm>
            <a:off x="7512100" y="128563"/>
            <a:ext cx="1168925" cy="284175"/>
            <a:chOff x="6017825" y="3809000"/>
            <a:chExt cx="1168925" cy="284175"/>
          </a:xfrm>
        </p:grpSpPr>
        <p:sp>
          <p:nvSpPr>
            <p:cNvPr id="773" name="Google Shape;773;p27"/>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7"/>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7"/>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7"/>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7"/>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7"/>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7"/>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7"/>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7"/>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7"/>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7"/>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7"/>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7"/>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7"/>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7"/>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7"/>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7"/>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7"/>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1" name="Google Shape;791;p27"/>
          <p:cNvSpPr/>
          <p:nvPr/>
        </p:nvSpPr>
        <p:spPr>
          <a:xfrm>
            <a:off x="130425" y="46039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7"/>
          <p:cNvSpPr txBox="1">
            <a:spLocks noGrp="1"/>
          </p:cNvSpPr>
          <p:nvPr>
            <p:ph type="title"/>
          </p:nvPr>
        </p:nvSpPr>
        <p:spPr>
          <a:xfrm>
            <a:off x="713225" y="445025"/>
            <a:ext cx="7717500" cy="67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793"/>
        <p:cNvGrpSpPr/>
        <p:nvPr/>
      </p:nvGrpSpPr>
      <p:grpSpPr>
        <a:xfrm>
          <a:off x="0" y="0"/>
          <a:ext cx="0" cy="0"/>
          <a:chOff x="0" y="0"/>
          <a:chExt cx="0" cy="0"/>
        </a:xfrm>
      </p:grpSpPr>
      <p:sp>
        <p:nvSpPr>
          <p:cNvPr id="794" name="Google Shape;794;p28"/>
          <p:cNvSpPr/>
          <p:nvPr/>
        </p:nvSpPr>
        <p:spPr>
          <a:xfrm rot="10800000">
            <a:off x="-43750" y="4713825"/>
            <a:ext cx="9187741" cy="651811"/>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5" name="Google Shape;795;p28"/>
          <p:cNvGrpSpPr/>
          <p:nvPr/>
        </p:nvGrpSpPr>
        <p:grpSpPr>
          <a:xfrm>
            <a:off x="-523620" y="0"/>
            <a:ext cx="9667629" cy="1025400"/>
            <a:chOff x="-207175" y="-92875"/>
            <a:chExt cx="9439200" cy="1025400"/>
          </a:xfrm>
        </p:grpSpPr>
        <p:sp>
          <p:nvSpPr>
            <p:cNvPr id="796" name="Google Shape;796;p28"/>
            <p:cNvSpPr/>
            <p:nvPr/>
          </p:nvSpPr>
          <p:spPr>
            <a:xfrm>
              <a:off x="-207175" y="-92875"/>
              <a:ext cx="2700300" cy="102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8"/>
            <p:cNvSpPr/>
            <p:nvPr/>
          </p:nvSpPr>
          <p:spPr>
            <a:xfrm>
              <a:off x="-207175" y="-92875"/>
              <a:ext cx="9439200" cy="367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28"/>
          <p:cNvGrpSpPr/>
          <p:nvPr/>
        </p:nvGrpSpPr>
        <p:grpSpPr>
          <a:xfrm rot="-5400000">
            <a:off x="7896400" y="1025388"/>
            <a:ext cx="1168925" cy="284175"/>
            <a:chOff x="6017825" y="3809000"/>
            <a:chExt cx="1168925" cy="284175"/>
          </a:xfrm>
        </p:grpSpPr>
        <p:sp>
          <p:nvSpPr>
            <p:cNvPr id="799" name="Google Shape;799;p2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7" name="Google Shape;817;p28"/>
          <p:cNvSpPr/>
          <p:nvPr/>
        </p:nvSpPr>
        <p:spPr>
          <a:xfrm>
            <a:off x="421825" y="44501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8" name="Google Shape;818;p28"/>
          <p:cNvGrpSpPr/>
          <p:nvPr/>
        </p:nvGrpSpPr>
        <p:grpSpPr>
          <a:xfrm rot="-5400000">
            <a:off x="-216275" y="4416938"/>
            <a:ext cx="1168925" cy="284175"/>
            <a:chOff x="6017825" y="3809000"/>
            <a:chExt cx="1168925" cy="284175"/>
          </a:xfrm>
        </p:grpSpPr>
        <p:sp>
          <p:nvSpPr>
            <p:cNvPr id="819" name="Google Shape;819;p2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7" name="Google Shape;837;p28"/>
          <p:cNvSpPr txBox="1">
            <a:spLocks noGrp="1"/>
          </p:cNvSpPr>
          <p:nvPr>
            <p:ph type="title"/>
          </p:nvPr>
        </p:nvSpPr>
        <p:spPr>
          <a:xfrm>
            <a:off x="713225" y="445025"/>
            <a:ext cx="77175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3">
  <p:cSld name="CUSTOM_11_1_1">
    <p:spTree>
      <p:nvGrpSpPr>
        <p:cNvPr id="1" name="Shape 838"/>
        <p:cNvGrpSpPr/>
        <p:nvPr/>
      </p:nvGrpSpPr>
      <p:grpSpPr>
        <a:xfrm>
          <a:off x="0" y="0"/>
          <a:ext cx="0" cy="0"/>
          <a:chOff x="0" y="0"/>
          <a:chExt cx="0" cy="0"/>
        </a:xfrm>
      </p:grpSpPr>
      <p:sp>
        <p:nvSpPr>
          <p:cNvPr id="839" name="Google Shape;839;p29"/>
          <p:cNvSpPr/>
          <p:nvPr/>
        </p:nvSpPr>
        <p:spPr>
          <a:xfrm rot="10800000" flipH="1">
            <a:off x="-45650" y="-671952"/>
            <a:ext cx="9378324" cy="1056256"/>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rot="10800000" flipH="1">
            <a:off x="-45650" y="4311100"/>
            <a:ext cx="9189720" cy="2114809"/>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a:off x="84850" y="35041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29"/>
          <p:cNvGrpSpPr/>
          <p:nvPr/>
        </p:nvGrpSpPr>
        <p:grpSpPr>
          <a:xfrm rot="-5400000">
            <a:off x="8202525" y="1052963"/>
            <a:ext cx="1168925" cy="284175"/>
            <a:chOff x="6017825" y="3809000"/>
            <a:chExt cx="1168925" cy="284175"/>
          </a:xfrm>
        </p:grpSpPr>
        <p:sp>
          <p:nvSpPr>
            <p:cNvPr id="843" name="Google Shape;843;p29"/>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9"/>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9"/>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1" name="Google Shape;861;p29"/>
          <p:cNvSpPr/>
          <p:nvPr/>
        </p:nvSpPr>
        <p:spPr>
          <a:xfrm>
            <a:off x="8495588" y="385496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txBox="1">
            <a:spLocks noGrp="1"/>
          </p:cNvSpPr>
          <p:nvPr>
            <p:ph type="title"/>
          </p:nvPr>
        </p:nvSpPr>
        <p:spPr>
          <a:xfrm>
            <a:off x="713225" y="445025"/>
            <a:ext cx="7710900" cy="72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4">
  <p:cSld name="CUSTOM_11_1_1_1">
    <p:spTree>
      <p:nvGrpSpPr>
        <p:cNvPr id="1" name="Shape 863"/>
        <p:cNvGrpSpPr/>
        <p:nvPr/>
      </p:nvGrpSpPr>
      <p:grpSpPr>
        <a:xfrm>
          <a:off x="0" y="0"/>
          <a:ext cx="0" cy="0"/>
          <a:chOff x="0" y="0"/>
          <a:chExt cx="0" cy="0"/>
        </a:xfrm>
      </p:grpSpPr>
      <p:sp>
        <p:nvSpPr>
          <p:cNvPr id="864" name="Google Shape;864;p30"/>
          <p:cNvSpPr/>
          <p:nvPr/>
        </p:nvSpPr>
        <p:spPr>
          <a:xfrm rot="10800000">
            <a:off x="8511850" y="5394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0"/>
          <p:cNvSpPr/>
          <p:nvPr/>
        </p:nvSpPr>
        <p:spPr>
          <a:xfrm>
            <a:off x="-137625" y="-236483"/>
            <a:ext cx="9281874" cy="648055"/>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0"/>
          <p:cNvSpPr/>
          <p:nvPr/>
        </p:nvSpPr>
        <p:spPr>
          <a:xfrm>
            <a:off x="-1981200" y="4604000"/>
            <a:ext cx="11244263" cy="1161132"/>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7" name="Google Shape;867;p30"/>
          <p:cNvGrpSpPr/>
          <p:nvPr/>
        </p:nvGrpSpPr>
        <p:grpSpPr>
          <a:xfrm>
            <a:off x="7763575" y="0"/>
            <a:ext cx="1168925" cy="284175"/>
            <a:chOff x="6017825" y="3809000"/>
            <a:chExt cx="1168925" cy="284175"/>
          </a:xfrm>
        </p:grpSpPr>
        <p:sp>
          <p:nvSpPr>
            <p:cNvPr id="868" name="Google Shape;868;p30"/>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0"/>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0"/>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0"/>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0"/>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0"/>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0"/>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0"/>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0"/>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0"/>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0"/>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0"/>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0"/>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0"/>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0"/>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0"/>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0"/>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0"/>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30"/>
          <p:cNvSpPr/>
          <p:nvPr/>
        </p:nvSpPr>
        <p:spPr>
          <a:xfrm>
            <a:off x="76788" y="34771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0"/>
          <p:cNvSpPr txBox="1">
            <a:spLocks noGrp="1"/>
          </p:cNvSpPr>
          <p:nvPr>
            <p:ph type="title"/>
          </p:nvPr>
        </p:nvSpPr>
        <p:spPr>
          <a:xfrm>
            <a:off x="713225" y="445025"/>
            <a:ext cx="7717500" cy="7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5">
  <p:cSld name="CUSTOM_11_1_1_1_1">
    <p:spTree>
      <p:nvGrpSpPr>
        <p:cNvPr id="1" name="Shape 888"/>
        <p:cNvGrpSpPr/>
        <p:nvPr/>
      </p:nvGrpSpPr>
      <p:grpSpPr>
        <a:xfrm>
          <a:off x="0" y="0"/>
          <a:ext cx="0" cy="0"/>
          <a:chOff x="0" y="0"/>
          <a:chExt cx="0" cy="0"/>
        </a:xfrm>
      </p:grpSpPr>
      <p:sp>
        <p:nvSpPr>
          <p:cNvPr id="889" name="Google Shape;889;p31"/>
          <p:cNvSpPr/>
          <p:nvPr/>
        </p:nvSpPr>
        <p:spPr>
          <a:xfrm>
            <a:off x="-137625" y="-1692800"/>
            <a:ext cx="9281874" cy="2104288"/>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p:cNvSpPr/>
          <p:nvPr/>
        </p:nvSpPr>
        <p:spPr>
          <a:xfrm>
            <a:off x="-1981200" y="4604000"/>
            <a:ext cx="11244263" cy="1161132"/>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1" name="Google Shape;891;p31"/>
          <p:cNvGrpSpPr/>
          <p:nvPr/>
        </p:nvGrpSpPr>
        <p:grpSpPr>
          <a:xfrm>
            <a:off x="7589825" y="4586050"/>
            <a:ext cx="1168925" cy="284175"/>
            <a:chOff x="6017825" y="3809000"/>
            <a:chExt cx="1168925" cy="284175"/>
          </a:xfrm>
        </p:grpSpPr>
        <p:sp>
          <p:nvSpPr>
            <p:cNvPr id="892" name="Google Shape;892;p31"/>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1"/>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1"/>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1"/>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1"/>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1"/>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1"/>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1"/>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1"/>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1"/>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1"/>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1"/>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1"/>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1"/>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1"/>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0" name="Google Shape;910;p31"/>
          <p:cNvSpPr/>
          <p:nvPr/>
        </p:nvSpPr>
        <p:spPr>
          <a:xfrm>
            <a:off x="8139363" y="-48412"/>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1"/>
          <p:cNvSpPr/>
          <p:nvPr/>
        </p:nvSpPr>
        <p:spPr>
          <a:xfrm rot="5400000">
            <a:off x="103563" y="7897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1"/>
          <p:cNvSpPr txBox="1">
            <a:spLocks noGrp="1"/>
          </p:cNvSpPr>
          <p:nvPr>
            <p:ph type="title"/>
          </p:nvPr>
        </p:nvSpPr>
        <p:spPr>
          <a:xfrm>
            <a:off x="713175" y="445025"/>
            <a:ext cx="7717500" cy="693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6">
  <p:cSld name="CUSTOM_11_1_1_1_1_1">
    <p:spTree>
      <p:nvGrpSpPr>
        <p:cNvPr id="1" name="Shape 913"/>
        <p:cNvGrpSpPr/>
        <p:nvPr/>
      </p:nvGrpSpPr>
      <p:grpSpPr>
        <a:xfrm>
          <a:off x="0" y="0"/>
          <a:ext cx="0" cy="0"/>
          <a:chOff x="0" y="0"/>
          <a:chExt cx="0" cy="0"/>
        </a:xfrm>
      </p:grpSpPr>
      <p:sp>
        <p:nvSpPr>
          <p:cNvPr id="914" name="Google Shape;914;p32"/>
          <p:cNvSpPr/>
          <p:nvPr/>
        </p:nvSpPr>
        <p:spPr>
          <a:xfrm flipH="1">
            <a:off x="-65948" y="-273450"/>
            <a:ext cx="10028923" cy="781898"/>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2"/>
          <p:cNvSpPr/>
          <p:nvPr/>
        </p:nvSpPr>
        <p:spPr>
          <a:xfrm flipH="1">
            <a:off x="-165467" y="4705075"/>
            <a:ext cx="9309124"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6" name="Google Shape;916;p32"/>
          <p:cNvGrpSpPr/>
          <p:nvPr/>
        </p:nvGrpSpPr>
        <p:grpSpPr>
          <a:xfrm rot="-5400000">
            <a:off x="8220250" y="760950"/>
            <a:ext cx="1168925" cy="284175"/>
            <a:chOff x="6017825" y="3809000"/>
            <a:chExt cx="1168925" cy="284175"/>
          </a:xfrm>
        </p:grpSpPr>
        <p:sp>
          <p:nvSpPr>
            <p:cNvPr id="917" name="Google Shape;917;p32"/>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2"/>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2"/>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2"/>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2"/>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2"/>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2"/>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2"/>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2"/>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2"/>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2"/>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2"/>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2"/>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2"/>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2"/>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2"/>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2"/>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2"/>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5" name="Google Shape;935;p32"/>
          <p:cNvSpPr/>
          <p:nvPr/>
        </p:nvSpPr>
        <p:spPr>
          <a:xfrm>
            <a:off x="59050" y="441400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2"/>
          <p:cNvSpPr txBox="1">
            <a:spLocks noGrp="1"/>
          </p:cNvSpPr>
          <p:nvPr>
            <p:ph type="title"/>
          </p:nvPr>
        </p:nvSpPr>
        <p:spPr>
          <a:xfrm>
            <a:off x="713225" y="445025"/>
            <a:ext cx="7717500" cy="660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7">
  <p:cSld name="CUSTOM_11_1_1_1_1_1_1">
    <p:spTree>
      <p:nvGrpSpPr>
        <p:cNvPr id="1" name="Shape 937"/>
        <p:cNvGrpSpPr/>
        <p:nvPr/>
      </p:nvGrpSpPr>
      <p:grpSpPr>
        <a:xfrm>
          <a:off x="0" y="0"/>
          <a:ext cx="0" cy="0"/>
          <a:chOff x="0" y="0"/>
          <a:chExt cx="0" cy="0"/>
        </a:xfrm>
      </p:grpSpPr>
      <p:sp>
        <p:nvSpPr>
          <p:cNvPr id="938" name="Google Shape;938;p33"/>
          <p:cNvSpPr/>
          <p:nvPr/>
        </p:nvSpPr>
        <p:spPr>
          <a:xfrm rot="10800000" flipH="1">
            <a:off x="-45650" y="-53174"/>
            <a:ext cx="9378324" cy="529548"/>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3"/>
          <p:cNvSpPr/>
          <p:nvPr/>
        </p:nvSpPr>
        <p:spPr>
          <a:xfrm rot="10800000" flipH="1">
            <a:off x="-45650" y="4778169"/>
            <a:ext cx="9189720" cy="418556"/>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3"/>
          <p:cNvSpPr txBox="1">
            <a:spLocks noGrp="1"/>
          </p:cNvSpPr>
          <p:nvPr>
            <p:ph type="title"/>
          </p:nvPr>
        </p:nvSpPr>
        <p:spPr>
          <a:xfrm>
            <a:off x="719975" y="445025"/>
            <a:ext cx="7704000" cy="654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8">
  <p:cSld name="CUSTOM_11_1_1_1_1_1_1_1">
    <p:spTree>
      <p:nvGrpSpPr>
        <p:cNvPr id="1" name="Shape 941"/>
        <p:cNvGrpSpPr/>
        <p:nvPr/>
      </p:nvGrpSpPr>
      <p:grpSpPr>
        <a:xfrm>
          <a:off x="0" y="0"/>
          <a:ext cx="0" cy="0"/>
          <a:chOff x="0" y="0"/>
          <a:chExt cx="0" cy="0"/>
        </a:xfrm>
      </p:grpSpPr>
      <p:sp>
        <p:nvSpPr>
          <p:cNvPr id="942" name="Google Shape;942;p34"/>
          <p:cNvSpPr/>
          <p:nvPr/>
        </p:nvSpPr>
        <p:spPr>
          <a:xfrm rot="10800000" flipH="1">
            <a:off x="-45650" y="-35309"/>
            <a:ext cx="9378324" cy="614681"/>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4"/>
          <p:cNvSpPr/>
          <p:nvPr/>
        </p:nvSpPr>
        <p:spPr>
          <a:xfrm rot="10800000" flipH="1">
            <a:off x="-22862" y="4629563"/>
            <a:ext cx="9189720" cy="616162"/>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4" name="Google Shape;944;p34"/>
          <p:cNvGrpSpPr/>
          <p:nvPr/>
        </p:nvGrpSpPr>
        <p:grpSpPr>
          <a:xfrm rot="-5400000">
            <a:off x="-244525" y="3761388"/>
            <a:ext cx="1168925" cy="284175"/>
            <a:chOff x="6017825" y="3809000"/>
            <a:chExt cx="1168925" cy="284175"/>
          </a:xfrm>
        </p:grpSpPr>
        <p:sp>
          <p:nvSpPr>
            <p:cNvPr id="945" name="Google Shape;945;p34"/>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4"/>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4"/>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4"/>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4"/>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4"/>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4"/>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4"/>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4"/>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4"/>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4"/>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4"/>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4"/>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4"/>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4"/>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4"/>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4"/>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4"/>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3" name="Google Shape;963;p34"/>
          <p:cNvSpPr/>
          <p:nvPr/>
        </p:nvSpPr>
        <p:spPr>
          <a:xfrm>
            <a:off x="8490400" y="70178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4"/>
          <p:cNvSpPr txBox="1">
            <a:spLocks noGrp="1"/>
          </p:cNvSpPr>
          <p:nvPr>
            <p:ph type="title"/>
          </p:nvPr>
        </p:nvSpPr>
        <p:spPr>
          <a:xfrm>
            <a:off x="713225" y="445025"/>
            <a:ext cx="7717500" cy="65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9">
  <p:cSld name="CUSTOM_11_1_1_1_1_1_1_1_1">
    <p:spTree>
      <p:nvGrpSpPr>
        <p:cNvPr id="1" name="Shape 965"/>
        <p:cNvGrpSpPr/>
        <p:nvPr/>
      </p:nvGrpSpPr>
      <p:grpSpPr>
        <a:xfrm>
          <a:off x="0" y="0"/>
          <a:ext cx="0" cy="0"/>
          <a:chOff x="0" y="0"/>
          <a:chExt cx="0" cy="0"/>
        </a:xfrm>
      </p:grpSpPr>
      <p:sp>
        <p:nvSpPr>
          <p:cNvPr id="966" name="Google Shape;966;p35"/>
          <p:cNvSpPr/>
          <p:nvPr/>
        </p:nvSpPr>
        <p:spPr>
          <a:xfrm>
            <a:off x="-65950" y="-197925"/>
            <a:ext cx="10028923" cy="642958"/>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5"/>
          <p:cNvSpPr/>
          <p:nvPr/>
        </p:nvSpPr>
        <p:spPr>
          <a:xfrm>
            <a:off x="-165475" y="4527700"/>
            <a:ext cx="9391165" cy="127557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968;p35"/>
          <p:cNvGrpSpPr/>
          <p:nvPr/>
        </p:nvGrpSpPr>
        <p:grpSpPr>
          <a:xfrm>
            <a:off x="459075" y="160838"/>
            <a:ext cx="1168925" cy="284175"/>
            <a:chOff x="6017825" y="3809000"/>
            <a:chExt cx="1168925" cy="284175"/>
          </a:xfrm>
        </p:grpSpPr>
        <p:sp>
          <p:nvSpPr>
            <p:cNvPr id="969" name="Google Shape;969;p35"/>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5"/>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5"/>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5"/>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5"/>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5"/>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5"/>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5"/>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5"/>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5"/>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5"/>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5"/>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5"/>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5"/>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5"/>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5"/>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5"/>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5"/>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7" name="Google Shape;987;p35"/>
          <p:cNvSpPr/>
          <p:nvPr/>
        </p:nvSpPr>
        <p:spPr>
          <a:xfrm>
            <a:off x="8496300" y="4402738"/>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5"/>
          <p:cNvSpPr txBox="1">
            <a:spLocks noGrp="1"/>
          </p:cNvSpPr>
          <p:nvPr>
            <p:ph type="title"/>
          </p:nvPr>
        </p:nvSpPr>
        <p:spPr>
          <a:xfrm>
            <a:off x="713175" y="445025"/>
            <a:ext cx="7717500" cy="72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10">
  <p:cSld name="CUSTOM_11_1_1_1_1_1_1_1_1_1">
    <p:spTree>
      <p:nvGrpSpPr>
        <p:cNvPr id="1" name="Shape 989"/>
        <p:cNvGrpSpPr/>
        <p:nvPr/>
      </p:nvGrpSpPr>
      <p:grpSpPr>
        <a:xfrm>
          <a:off x="0" y="0"/>
          <a:ext cx="0" cy="0"/>
          <a:chOff x="0" y="0"/>
          <a:chExt cx="0" cy="0"/>
        </a:xfrm>
      </p:grpSpPr>
      <p:sp>
        <p:nvSpPr>
          <p:cNvPr id="990" name="Google Shape;990;p36"/>
          <p:cNvSpPr/>
          <p:nvPr/>
        </p:nvSpPr>
        <p:spPr>
          <a:xfrm rot="10800000">
            <a:off x="-43703" y="4713815"/>
            <a:ext cx="9245828" cy="651810"/>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1" name="Google Shape;991;p36"/>
          <p:cNvGrpSpPr/>
          <p:nvPr/>
        </p:nvGrpSpPr>
        <p:grpSpPr>
          <a:xfrm>
            <a:off x="-1416353" y="-29551"/>
            <a:ext cx="10674791" cy="1054932"/>
            <a:chOff x="-207175" y="-92875"/>
            <a:chExt cx="9439200" cy="1025400"/>
          </a:xfrm>
        </p:grpSpPr>
        <p:sp>
          <p:nvSpPr>
            <p:cNvPr id="992" name="Google Shape;992;p36"/>
            <p:cNvSpPr/>
            <p:nvPr/>
          </p:nvSpPr>
          <p:spPr>
            <a:xfrm>
              <a:off x="-207175" y="-92875"/>
              <a:ext cx="2700300" cy="102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6"/>
            <p:cNvSpPr/>
            <p:nvPr/>
          </p:nvSpPr>
          <p:spPr>
            <a:xfrm>
              <a:off x="-207175" y="-92875"/>
              <a:ext cx="9439200" cy="367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4" name="Google Shape;994;p36"/>
          <p:cNvGrpSpPr/>
          <p:nvPr/>
        </p:nvGrpSpPr>
        <p:grpSpPr>
          <a:xfrm rot="-5400000">
            <a:off x="8168350" y="1025388"/>
            <a:ext cx="1168925" cy="284175"/>
            <a:chOff x="6017825" y="3809000"/>
            <a:chExt cx="1168925" cy="284175"/>
          </a:xfrm>
        </p:grpSpPr>
        <p:sp>
          <p:nvSpPr>
            <p:cNvPr id="995" name="Google Shape;995;p36"/>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6"/>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6"/>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6"/>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6"/>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6"/>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6"/>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6"/>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6"/>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6"/>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6"/>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6"/>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6"/>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6"/>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6"/>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3" name="Google Shape;1013;p36"/>
          <p:cNvSpPr/>
          <p:nvPr/>
        </p:nvSpPr>
        <p:spPr>
          <a:xfrm>
            <a:off x="49350" y="129636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txBox="1">
            <a:spLocks noGrp="1"/>
          </p:cNvSpPr>
          <p:nvPr>
            <p:ph type="title"/>
          </p:nvPr>
        </p:nvSpPr>
        <p:spPr>
          <a:xfrm>
            <a:off x="713225" y="445025"/>
            <a:ext cx="7717500" cy="74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15" name="Google Shape;1015;p36"/>
          <p:cNvGrpSpPr/>
          <p:nvPr/>
        </p:nvGrpSpPr>
        <p:grpSpPr>
          <a:xfrm>
            <a:off x="128763" y="610238"/>
            <a:ext cx="1168925" cy="284175"/>
            <a:chOff x="6017825" y="3809000"/>
            <a:chExt cx="1168925" cy="284175"/>
          </a:xfrm>
        </p:grpSpPr>
        <p:sp>
          <p:nvSpPr>
            <p:cNvPr id="1016" name="Google Shape;1016;p36"/>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6"/>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6"/>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6"/>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6"/>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6"/>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6"/>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6"/>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6"/>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6"/>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6"/>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6"/>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6"/>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11">
  <p:cSld name="CUSTOM_11_1_1_1_1_1_1_1_1_1_1">
    <p:spTree>
      <p:nvGrpSpPr>
        <p:cNvPr id="1" name="Shape 1034"/>
        <p:cNvGrpSpPr/>
        <p:nvPr/>
      </p:nvGrpSpPr>
      <p:grpSpPr>
        <a:xfrm>
          <a:off x="0" y="0"/>
          <a:ext cx="0" cy="0"/>
          <a:chOff x="0" y="0"/>
          <a:chExt cx="0" cy="0"/>
        </a:xfrm>
      </p:grpSpPr>
      <p:sp>
        <p:nvSpPr>
          <p:cNvPr id="1035" name="Google Shape;1035;p37"/>
          <p:cNvSpPr/>
          <p:nvPr/>
        </p:nvSpPr>
        <p:spPr>
          <a:xfrm>
            <a:off x="-777425" y="-469450"/>
            <a:ext cx="9921954" cy="871471"/>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7"/>
          <p:cNvSpPr/>
          <p:nvPr/>
        </p:nvSpPr>
        <p:spPr>
          <a:xfrm>
            <a:off x="-1981200" y="4826529"/>
            <a:ext cx="11244263" cy="484773"/>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7"/>
          <p:cNvSpPr/>
          <p:nvPr/>
        </p:nvSpPr>
        <p:spPr>
          <a:xfrm>
            <a:off x="8077950" y="627525"/>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37"/>
          <p:cNvGrpSpPr/>
          <p:nvPr/>
        </p:nvGrpSpPr>
        <p:grpSpPr>
          <a:xfrm>
            <a:off x="128750" y="722588"/>
            <a:ext cx="1168925" cy="284175"/>
            <a:chOff x="6017825" y="3809000"/>
            <a:chExt cx="1168925" cy="284175"/>
          </a:xfrm>
        </p:grpSpPr>
        <p:sp>
          <p:nvSpPr>
            <p:cNvPr id="1039" name="Google Shape;1039;p37"/>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7"/>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7"/>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7"/>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7"/>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7"/>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7"/>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7"/>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7"/>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7"/>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7"/>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7"/>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7"/>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7"/>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7"/>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7"/>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7"/>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7"/>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37"/>
          <p:cNvGrpSpPr/>
          <p:nvPr/>
        </p:nvGrpSpPr>
        <p:grpSpPr>
          <a:xfrm rot="-5400000">
            <a:off x="8218375" y="3868975"/>
            <a:ext cx="1168925" cy="284175"/>
            <a:chOff x="6017825" y="3809000"/>
            <a:chExt cx="1168925" cy="284175"/>
          </a:xfrm>
        </p:grpSpPr>
        <p:sp>
          <p:nvSpPr>
            <p:cNvPr id="1058" name="Google Shape;1058;p37"/>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7"/>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7"/>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7"/>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7"/>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7"/>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7"/>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7"/>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7"/>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7"/>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7"/>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7"/>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7"/>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7"/>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7"/>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7"/>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7"/>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7"/>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6" name="Google Shape;1076;p37"/>
          <p:cNvSpPr txBox="1">
            <a:spLocks noGrp="1"/>
          </p:cNvSpPr>
          <p:nvPr>
            <p:ph type="title"/>
          </p:nvPr>
        </p:nvSpPr>
        <p:spPr>
          <a:xfrm>
            <a:off x="717125" y="445025"/>
            <a:ext cx="7709700" cy="656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12">
  <p:cSld name="CUSTOM_11_1_1_1_1_1_1_1_1_1_1_1">
    <p:spTree>
      <p:nvGrpSpPr>
        <p:cNvPr id="1" name="Shape 1077"/>
        <p:cNvGrpSpPr/>
        <p:nvPr/>
      </p:nvGrpSpPr>
      <p:grpSpPr>
        <a:xfrm>
          <a:off x="0" y="0"/>
          <a:ext cx="0" cy="0"/>
          <a:chOff x="0" y="0"/>
          <a:chExt cx="0" cy="0"/>
        </a:xfrm>
      </p:grpSpPr>
      <p:grpSp>
        <p:nvGrpSpPr>
          <p:cNvPr id="1078" name="Google Shape;1078;p38"/>
          <p:cNvGrpSpPr/>
          <p:nvPr/>
        </p:nvGrpSpPr>
        <p:grpSpPr>
          <a:xfrm>
            <a:off x="-520259" y="0"/>
            <a:ext cx="10426612" cy="1025400"/>
            <a:chOff x="-269171" y="-92875"/>
            <a:chExt cx="9501196" cy="1025400"/>
          </a:xfrm>
        </p:grpSpPr>
        <p:sp>
          <p:nvSpPr>
            <p:cNvPr id="1079" name="Google Shape;1079;p38"/>
            <p:cNvSpPr/>
            <p:nvPr/>
          </p:nvSpPr>
          <p:spPr>
            <a:xfrm>
              <a:off x="-269171" y="-92875"/>
              <a:ext cx="2700300" cy="1025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8"/>
            <p:cNvSpPr/>
            <p:nvPr/>
          </p:nvSpPr>
          <p:spPr>
            <a:xfrm>
              <a:off x="-207175" y="-92875"/>
              <a:ext cx="9439200" cy="367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1" name="Google Shape;1081;p38"/>
          <p:cNvSpPr/>
          <p:nvPr/>
        </p:nvSpPr>
        <p:spPr>
          <a:xfrm rot="10800000">
            <a:off x="-43741" y="4587799"/>
            <a:ext cx="9187741" cy="777828"/>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8"/>
          <p:cNvSpPr/>
          <p:nvPr/>
        </p:nvSpPr>
        <p:spPr>
          <a:xfrm>
            <a:off x="8515425" y="458780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3" name="Google Shape;1083;p38"/>
          <p:cNvGrpSpPr/>
          <p:nvPr/>
        </p:nvGrpSpPr>
        <p:grpSpPr>
          <a:xfrm rot="5400000">
            <a:off x="-225975" y="1626463"/>
            <a:ext cx="1168925" cy="284175"/>
            <a:chOff x="6017825" y="3809000"/>
            <a:chExt cx="1168925" cy="284175"/>
          </a:xfrm>
        </p:grpSpPr>
        <p:sp>
          <p:nvSpPr>
            <p:cNvPr id="1084" name="Google Shape;1084;p3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2" name="Google Shape;1102;p38"/>
          <p:cNvSpPr/>
          <p:nvPr/>
        </p:nvSpPr>
        <p:spPr>
          <a:xfrm rot="10800000">
            <a:off x="8490475" y="483525"/>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8"/>
          <p:cNvSpPr txBox="1">
            <a:spLocks noGrp="1"/>
          </p:cNvSpPr>
          <p:nvPr>
            <p:ph type="title"/>
          </p:nvPr>
        </p:nvSpPr>
        <p:spPr>
          <a:xfrm>
            <a:off x="713225" y="445025"/>
            <a:ext cx="7717500" cy="665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104"/>
        <p:cNvGrpSpPr/>
        <p:nvPr/>
      </p:nvGrpSpPr>
      <p:grpSpPr>
        <a:xfrm>
          <a:off x="0" y="0"/>
          <a:ext cx="0" cy="0"/>
          <a:chOff x="0" y="0"/>
          <a:chExt cx="0" cy="0"/>
        </a:xfrm>
      </p:grpSpPr>
      <p:sp>
        <p:nvSpPr>
          <p:cNvPr id="1105" name="Google Shape;1105;p39"/>
          <p:cNvSpPr/>
          <p:nvPr/>
        </p:nvSpPr>
        <p:spPr>
          <a:xfrm flipH="1">
            <a:off x="-165475" y="4433274"/>
            <a:ext cx="9309124" cy="1768665"/>
          </a:xfrm>
          <a:custGeom>
            <a:avLst/>
            <a:gdLst/>
            <a:ahLst/>
            <a:cxnLst/>
            <a:rect l="l" t="t" r="r" b="b"/>
            <a:pathLst>
              <a:path w="285359" h="37879" extrusionOk="0">
                <a:moveTo>
                  <a:pt x="1" y="0"/>
                </a:moveTo>
                <a:lnTo>
                  <a:pt x="1" y="37879"/>
                </a:lnTo>
                <a:lnTo>
                  <a:pt x="285358" y="37879"/>
                </a:lnTo>
                <a:lnTo>
                  <a:pt x="285358" y="9448"/>
                </a:lnTo>
                <a:lnTo>
                  <a:pt x="218076" y="9448"/>
                </a:lnTo>
                <a:lnTo>
                  <a:pt x="2180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9"/>
          <p:cNvSpPr/>
          <p:nvPr/>
        </p:nvSpPr>
        <p:spPr>
          <a:xfrm flipH="1">
            <a:off x="-107160" y="-378275"/>
            <a:ext cx="10034660" cy="1058709"/>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9"/>
          <p:cNvSpPr/>
          <p:nvPr/>
        </p:nvSpPr>
        <p:spPr>
          <a:xfrm>
            <a:off x="166422" y="3256188"/>
            <a:ext cx="1748622" cy="1623558"/>
          </a:xfrm>
          <a:custGeom>
            <a:avLst/>
            <a:gdLst/>
            <a:ahLst/>
            <a:cxnLst/>
            <a:rect l="l" t="t" r="r" b="b"/>
            <a:pathLst>
              <a:path w="37625" h="34934" extrusionOk="0">
                <a:moveTo>
                  <a:pt x="18812" y="0"/>
                </a:moveTo>
                <a:cubicBezTo>
                  <a:pt x="8418" y="0"/>
                  <a:pt x="0" y="8430"/>
                  <a:pt x="0" y="18812"/>
                </a:cubicBezTo>
                <a:lnTo>
                  <a:pt x="0" y="34933"/>
                </a:lnTo>
                <a:lnTo>
                  <a:pt x="37624" y="34933"/>
                </a:lnTo>
                <a:lnTo>
                  <a:pt x="37624" y="18812"/>
                </a:lnTo>
                <a:cubicBezTo>
                  <a:pt x="37624" y="8430"/>
                  <a:pt x="29195" y="0"/>
                  <a:pt x="188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9"/>
          <p:cNvSpPr/>
          <p:nvPr/>
        </p:nvSpPr>
        <p:spPr>
          <a:xfrm>
            <a:off x="7995025" y="1334276"/>
            <a:ext cx="871489" cy="809159"/>
          </a:xfrm>
          <a:custGeom>
            <a:avLst/>
            <a:gdLst/>
            <a:ahLst/>
            <a:cxnLst/>
            <a:rect l="l" t="t" r="r" b="b"/>
            <a:pathLst>
              <a:path w="37625" h="34934" extrusionOk="0">
                <a:moveTo>
                  <a:pt x="18812" y="0"/>
                </a:moveTo>
                <a:cubicBezTo>
                  <a:pt x="8418" y="0"/>
                  <a:pt x="0" y="8430"/>
                  <a:pt x="0" y="18812"/>
                </a:cubicBezTo>
                <a:lnTo>
                  <a:pt x="0" y="34933"/>
                </a:lnTo>
                <a:lnTo>
                  <a:pt x="37624" y="34933"/>
                </a:lnTo>
                <a:lnTo>
                  <a:pt x="37624" y="18812"/>
                </a:lnTo>
                <a:cubicBezTo>
                  <a:pt x="37624" y="8430"/>
                  <a:pt x="29195" y="0"/>
                  <a:pt x="18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9"/>
          <p:cNvSpPr txBox="1">
            <a:spLocks noGrp="1"/>
          </p:cNvSpPr>
          <p:nvPr>
            <p:ph type="title"/>
          </p:nvPr>
        </p:nvSpPr>
        <p:spPr>
          <a:xfrm>
            <a:off x="1999250" y="540000"/>
            <a:ext cx="51456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8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10" name="Google Shape;1110;p39"/>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1" name="Google Shape;1111;p39"/>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Roboto Condensed"/>
                <a:ea typeface="Roboto Condensed"/>
                <a:cs typeface="Roboto Condensed"/>
                <a:sym typeface="Roboto Condensed"/>
              </a:rPr>
              <a:t>CREDITS: </a:t>
            </a:r>
            <a:r>
              <a:rPr lang="en" sz="1200">
                <a:solidFill>
                  <a:schemeClr val="dk1"/>
                </a:solidFill>
                <a:latin typeface="Roboto Condensed"/>
                <a:ea typeface="Roboto Condensed"/>
                <a:cs typeface="Roboto Condensed"/>
                <a:sym typeface="Roboto Condensed"/>
              </a:rPr>
              <a:t>This presentation template was created by </a:t>
            </a:r>
            <a:r>
              <a:rPr lang="en" sz="1200" b="1">
                <a:solidFill>
                  <a:schemeClr val="dk1"/>
                </a:solidFill>
                <a:uFill>
                  <a:noFill/>
                </a:uFill>
                <a:latin typeface="Roboto Condensed"/>
                <a:ea typeface="Roboto Condensed"/>
                <a:cs typeface="Roboto Condensed"/>
                <a:sym typeface="Roboto Condensed"/>
                <a:hlinkClick r:id="rId2">
                  <a:extLst>
                    <a:ext uri="{A12FA001-AC4F-418D-AE19-62706E023703}">
                      <ahyp:hlinkClr xmlns:ahyp="http://schemas.microsoft.com/office/drawing/2018/hyperlinkcolor" val="tx"/>
                    </a:ext>
                  </a:extLst>
                </a:hlinkClick>
              </a:rPr>
              <a:t>Slidesgo</a:t>
            </a:r>
            <a:r>
              <a:rPr lang="en" sz="1200">
                <a:solidFill>
                  <a:schemeClr val="dk1"/>
                </a:solidFill>
                <a:latin typeface="Roboto Condensed"/>
                <a:ea typeface="Roboto Condensed"/>
                <a:cs typeface="Roboto Condensed"/>
                <a:sym typeface="Roboto Condensed"/>
              </a:rPr>
              <a:t>, and includes icons by </a:t>
            </a:r>
            <a:r>
              <a:rPr lang="en" sz="1200" b="1">
                <a:solidFill>
                  <a:schemeClr val="dk1"/>
                </a:solidFill>
                <a:uFill>
                  <a:noFill/>
                </a:uFill>
                <a:latin typeface="Roboto Condensed"/>
                <a:ea typeface="Roboto Condensed"/>
                <a:cs typeface="Roboto Condensed"/>
                <a:sym typeface="Roboto Condensed"/>
                <a:hlinkClick r:id="rId3">
                  <a:extLst>
                    <a:ext uri="{A12FA001-AC4F-418D-AE19-62706E023703}">
                      <ahyp:hlinkClr xmlns:ahyp="http://schemas.microsoft.com/office/drawing/2018/hyperlinkcolor" val="tx"/>
                    </a:ext>
                  </a:extLst>
                </a:hlinkClick>
              </a:rPr>
              <a:t>Flaticon</a:t>
            </a:r>
            <a:r>
              <a:rPr lang="en" sz="1200" b="1">
                <a:solidFill>
                  <a:schemeClr val="dk1"/>
                </a:solidFill>
                <a:latin typeface="Roboto Condensed"/>
                <a:ea typeface="Roboto Condensed"/>
                <a:cs typeface="Roboto Condensed"/>
                <a:sym typeface="Roboto Condensed"/>
              </a:rPr>
              <a:t>,</a:t>
            </a:r>
            <a:r>
              <a:rPr lang="en" sz="1200">
                <a:solidFill>
                  <a:schemeClr val="dk1"/>
                </a:solidFill>
                <a:latin typeface="Roboto Condensed"/>
                <a:ea typeface="Roboto Condensed"/>
                <a:cs typeface="Roboto Condensed"/>
                <a:sym typeface="Roboto Condensed"/>
              </a:rPr>
              <a:t> and infographics &amp; images by </a:t>
            </a:r>
            <a:r>
              <a:rPr lang="en" sz="1200" b="1">
                <a:solidFill>
                  <a:schemeClr val="dk1"/>
                </a:solidFill>
                <a:uFill>
                  <a:noFill/>
                </a:uFill>
                <a:latin typeface="Roboto Condensed"/>
                <a:ea typeface="Roboto Condensed"/>
                <a:cs typeface="Roboto Condensed"/>
                <a:sym typeface="Roboto Condensed"/>
                <a:hlinkClick r:id="rId4">
                  <a:extLst>
                    <a:ext uri="{A12FA001-AC4F-418D-AE19-62706E023703}">
                      <ahyp:hlinkClr xmlns:ahyp="http://schemas.microsoft.com/office/drawing/2018/hyperlinkcolor" val="tx"/>
                    </a:ext>
                  </a:extLst>
                </a:hlinkClick>
              </a:rPr>
              <a:t>Freepik</a:t>
            </a:r>
            <a:r>
              <a:rPr lang="en" sz="1200" b="1">
                <a:solidFill>
                  <a:schemeClr val="dk1"/>
                </a:solidFill>
                <a:latin typeface="Roboto Condensed"/>
                <a:ea typeface="Roboto Condensed"/>
                <a:cs typeface="Roboto Condensed"/>
                <a:sym typeface="Roboto Condensed"/>
              </a:rPr>
              <a:t> </a:t>
            </a:r>
            <a:endParaRPr sz="1200" b="1">
              <a:solidFill>
                <a:schemeClr val="dk1"/>
              </a:solidFill>
              <a:latin typeface="Roboto Condensed"/>
              <a:ea typeface="Roboto Condensed"/>
              <a:cs typeface="Roboto Condensed"/>
              <a:sym typeface="Roboto Condense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112"/>
        <p:cNvGrpSpPr/>
        <p:nvPr/>
      </p:nvGrpSpPr>
      <p:grpSpPr>
        <a:xfrm>
          <a:off x="0" y="0"/>
          <a:ext cx="0" cy="0"/>
          <a:chOff x="0" y="0"/>
          <a:chExt cx="0" cy="0"/>
        </a:xfrm>
      </p:grpSpPr>
      <p:sp>
        <p:nvSpPr>
          <p:cNvPr id="1113" name="Google Shape;1113;p40"/>
          <p:cNvSpPr/>
          <p:nvPr/>
        </p:nvSpPr>
        <p:spPr>
          <a:xfrm>
            <a:off x="-1981200" y="3689025"/>
            <a:ext cx="11244263" cy="1457094"/>
          </a:xfrm>
          <a:custGeom>
            <a:avLst/>
            <a:gdLst/>
            <a:ahLst/>
            <a:cxnLst/>
            <a:rect l="l" t="t" r="r" b="b"/>
            <a:pathLst>
              <a:path w="285750" h="25242" extrusionOk="0">
                <a:moveTo>
                  <a:pt x="0" y="0"/>
                </a:moveTo>
                <a:lnTo>
                  <a:pt x="0" y="25242"/>
                </a:lnTo>
                <a:lnTo>
                  <a:pt x="285750" y="25242"/>
                </a:lnTo>
                <a:lnTo>
                  <a:pt x="285750" y="8204"/>
                </a:lnTo>
                <a:lnTo>
                  <a:pt x="218373" y="8204"/>
                </a:lnTo>
                <a:lnTo>
                  <a:pt x="2183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0"/>
          <p:cNvSpPr/>
          <p:nvPr/>
        </p:nvSpPr>
        <p:spPr>
          <a:xfrm>
            <a:off x="-137625" y="-1568625"/>
            <a:ext cx="9281874" cy="2104288"/>
          </a:xfrm>
          <a:custGeom>
            <a:avLst/>
            <a:gdLst/>
            <a:ahLst/>
            <a:cxnLst/>
            <a:rect l="l" t="t" r="r" b="b"/>
            <a:pathLst>
              <a:path w="285750" h="65759" extrusionOk="0">
                <a:moveTo>
                  <a:pt x="0" y="0"/>
                </a:moveTo>
                <a:lnTo>
                  <a:pt x="0" y="51816"/>
                </a:lnTo>
                <a:lnTo>
                  <a:pt x="67377" y="51816"/>
                </a:lnTo>
                <a:lnTo>
                  <a:pt x="67377" y="65758"/>
                </a:lnTo>
                <a:lnTo>
                  <a:pt x="285750" y="65758"/>
                </a:lnTo>
                <a:lnTo>
                  <a:pt x="285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0"/>
          <p:cNvSpPr/>
          <p:nvPr/>
        </p:nvSpPr>
        <p:spPr>
          <a:xfrm>
            <a:off x="7847975" y="118950"/>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6" name="Google Shape;1116;p40"/>
          <p:cNvGrpSpPr/>
          <p:nvPr/>
        </p:nvGrpSpPr>
        <p:grpSpPr>
          <a:xfrm rot="-5400000">
            <a:off x="-249912" y="727925"/>
            <a:ext cx="1168925" cy="284175"/>
            <a:chOff x="6017825" y="3809000"/>
            <a:chExt cx="1168925" cy="284175"/>
          </a:xfrm>
        </p:grpSpPr>
        <p:sp>
          <p:nvSpPr>
            <p:cNvPr id="1117" name="Google Shape;1117;p40"/>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0"/>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0"/>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0"/>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0"/>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0"/>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0"/>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0"/>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0"/>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0"/>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0"/>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0"/>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0"/>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0"/>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0"/>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0"/>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0"/>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0"/>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5" name="Google Shape;1135;p40"/>
          <p:cNvSpPr/>
          <p:nvPr/>
        </p:nvSpPr>
        <p:spPr>
          <a:xfrm rot="5400000">
            <a:off x="567350" y="4013675"/>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36"/>
        <p:cNvGrpSpPr/>
        <p:nvPr/>
      </p:nvGrpSpPr>
      <p:grpSpPr>
        <a:xfrm>
          <a:off x="0" y="0"/>
          <a:ext cx="0" cy="0"/>
          <a:chOff x="0" y="0"/>
          <a:chExt cx="0" cy="0"/>
        </a:xfrm>
      </p:grpSpPr>
      <p:sp>
        <p:nvSpPr>
          <p:cNvPr id="1137" name="Google Shape;1137;p41"/>
          <p:cNvSpPr/>
          <p:nvPr/>
        </p:nvSpPr>
        <p:spPr>
          <a:xfrm rot="10800000">
            <a:off x="-43703" y="4713815"/>
            <a:ext cx="9245828" cy="651810"/>
          </a:xfrm>
          <a:custGeom>
            <a:avLst/>
            <a:gdLst/>
            <a:ahLst/>
            <a:cxnLst/>
            <a:rect l="l" t="t" r="r" b="b"/>
            <a:pathLst>
              <a:path w="286848" h="20350" extrusionOk="0">
                <a:moveTo>
                  <a:pt x="0" y="1"/>
                </a:moveTo>
                <a:lnTo>
                  <a:pt x="0" y="8993"/>
                </a:lnTo>
                <a:lnTo>
                  <a:pt x="67640" y="8993"/>
                </a:lnTo>
                <a:lnTo>
                  <a:pt x="67640" y="20349"/>
                </a:lnTo>
                <a:lnTo>
                  <a:pt x="286847" y="20349"/>
                </a:lnTo>
                <a:lnTo>
                  <a:pt x="286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8" name="Google Shape;1138;p41"/>
          <p:cNvGrpSpPr/>
          <p:nvPr/>
        </p:nvGrpSpPr>
        <p:grpSpPr>
          <a:xfrm>
            <a:off x="-523625" y="-29548"/>
            <a:ext cx="9719544" cy="1054932"/>
            <a:chOff x="-207175" y="-92875"/>
            <a:chExt cx="9439200" cy="1025400"/>
          </a:xfrm>
        </p:grpSpPr>
        <p:sp>
          <p:nvSpPr>
            <p:cNvPr id="1139" name="Google Shape;1139;p41"/>
            <p:cNvSpPr/>
            <p:nvPr/>
          </p:nvSpPr>
          <p:spPr>
            <a:xfrm>
              <a:off x="-207175" y="-92875"/>
              <a:ext cx="2700300" cy="102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1"/>
            <p:cNvSpPr/>
            <p:nvPr/>
          </p:nvSpPr>
          <p:spPr>
            <a:xfrm>
              <a:off x="-207175" y="-92875"/>
              <a:ext cx="9439200" cy="367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 name="Google Shape;1141;p41"/>
          <p:cNvGrpSpPr/>
          <p:nvPr/>
        </p:nvGrpSpPr>
        <p:grpSpPr>
          <a:xfrm rot="-5400000">
            <a:off x="8168350" y="1025388"/>
            <a:ext cx="1168925" cy="284175"/>
            <a:chOff x="6017825" y="3809000"/>
            <a:chExt cx="1168925" cy="284175"/>
          </a:xfrm>
        </p:grpSpPr>
        <p:sp>
          <p:nvSpPr>
            <p:cNvPr id="1142" name="Google Shape;1142;p41"/>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1"/>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1"/>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1"/>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1"/>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1"/>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1"/>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1"/>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1"/>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1"/>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1"/>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1"/>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1"/>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1"/>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1"/>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1"/>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1"/>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1"/>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0" name="Google Shape;1160;p41"/>
          <p:cNvSpPr/>
          <p:nvPr/>
        </p:nvSpPr>
        <p:spPr>
          <a:xfrm>
            <a:off x="49350" y="1296363"/>
            <a:ext cx="582800" cy="291075"/>
          </a:xfrm>
          <a:custGeom>
            <a:avLst/>
            <a:gdLst/>
            <a:ahLst/>
            <a:cxnLst/>
            <a:rect l="l" t="t" r="r" b="b"/>
            <a:pathLst>
              <a:path w="23312" h="11643" extrusionOk="0">
                <a:moveTo>
                  <a:pt x="11670" y="0"/>
                </a:moveTo>
                <a:cubicBezTo>
                  <a:pt x="5247" y="0"/>
                  <a:pt x="10" y="5219"/>
                  <a:pt x="1" y="11642"/>
                </a:cubicBezTo>
                <a:lnTo>
                  <a:pt x="5273" y="11642"/>
                </a:lnTo>
                <a:cubicBezTo>
                  <a:pt x="5273" y="8118"/>
                  <a:pt x="8128" y="5264"/>
                  <a:pt x="11652" y="5264"/>
                </a:cubicBezTo>
                <a:cubicBezTo>
                  <a:pt x="15176" y="5264"/>
                  <a:pt x="18030" y="8127"/>
                  <a:pt x="18030" y="11642"/>
                </a:cubicBezTo>
                <a:lnTo>
                  <a:pt x="23312" y="11642"/>
                </a:lnTo>
                <a:cubicBezTo>
                  <a:pt x="23312" y="5228"/>
                  <a:pt x="18084" y="0"/>
                  <a:pt x="1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1" name="Google Shape;1161;p41"/>
          <p:cNvGrpSpPr/>
          <p:nvPr/>
        </p:nvGrpSpPr>
        <p:grpSpPr>
          <a:xfrm>
            <a:off x="128763" y="610238"/>
            <a:ext cx="1168925" cy="284175"/>
            <a:chOff x="6017825" y="3809000"/>
            <a:chExt cx="1168925" cy="284175"/>
          </a:xfrm>
        </p:grpSpPr>
        <p:sp>
          <p:nvSpPr>
            <p:cNvPr id="1162" name="Google Shape;1162;p41"/>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1"/>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1"/>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1"/>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1"/>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1"/>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1"/>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1"/>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1"/>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1"/>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1"/>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1"/>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1"/>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1"/>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1"/>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1"/>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1"/>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1"/>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83"/>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1184"/>
        <p:cNvGrpSpPr/>
        <p:nvPr/>
      </p:nvGrpSpPr>
      <p:grpSpPr>
        <a:xfrm>
          <a:off x="0" y="0"/>
          <a:ext cx="0" cy="0"/>
          <a:chOff x="0" y="0"/>
          <a:chExt cx="0" cy="0"/>
        </a:xfrm>
      </p:grpSpPr>
      <p:sp>
        <p:nvSpPr>
          <p:cNvPr id="1185" name="Google Shape;1185;p44"/>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11433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800"/>
              <a:buFont typeface="Red Hat Text"/>
              <a:buNone/>
              <a:defRPr sz="3800" b="1">
                <a:solidFill>
                  <a:schemeClr val="dk1"/>
                </a:solidFill>
                <a:latin typeface="Red Hat Text"/>
                <a:ea typeface="Red Hat Text"/>
                <a:cs typeface="Red Hat Text"/>
                <a:sym typeface="Red Hat Text"/>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1pPr>
            <a:lvl2pPr marL="914400" lvl="1"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2pPr>
            <a:lvl3pPr marL="1371600" lvl="2"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3pPr>
            <a:lvl4pPr marL="1828800" lvl="3"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4pPr>
            <a:lvl5pPr marL="2286000" lvl="4"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5pPr>
            <a:lvl6pPr marL="2743200" lvl="5"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6pPr>
            <a:lvl7pPr marL="3200400" lvl="6"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7pPr>
            <a:lvl8pPr marL="3657600" lvl="7" indent="-317500">
              <a:lnSpc>
                <a:spcPct val="100000"/>
              </a:lnSpc>
              <a:spcBef>
                <a:spcPts val="160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8pPr>
            <a:lvl9pPr marL="4114800" lvl="8" indent="-317500">
              <a:lnSpc>
                <a:spcPct val="100000"/>
              </a:lnSpc>
              <a:spcBef>
                <a:spcPts val="1600"/>
              </a:spcBef>
              <a:spcAft>
                <a:spcPts val="160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180"/>
        <p:cNvGrpSpPr/>
        <p:nvPr/>
      </p:nvGrpSpPr>
      <p:grpSpPr>
        <a:xfrm>
          <a:off x="0" y="0"/>
          <a:ext cx="0" cy="0"/>
          <a:chOff x="0" y="0"/>
          <a:chExt cx="0" cy="0"/>
        </a:xfrm>
      </p:grpSpPr>
      <p:sp>
        <p:nvSpPr>
          <p:cNvPr id="1181" name="Google Shape;1181;p4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182" name="Google Shape;1182;p4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63" name="Google Shape;1263;p48"/>
          <p:cNvSpPr txBox="1">
            <a:spLocks noGrp="1"/>
          </p:cNvSpPr>
          <p:nvPr>
            <p:ph type="title"/>
          </p:nvPr>
        </p:nvSpPr>
        <p:spPr>
          <a:xfrm>
            <a:off x="753800" y="1189100"/>
            <a:ext cx="7636500" cy="19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WOW</a:t>
            </a:r>
            <a:endParaRPr>
              <a:solidFill>
                <a:schemeClr val="dk1"/>
              </a:solidFill>
            </a:endParaRPr>
          </a:p>
        </p:txBody>
      </p:sp>
      <p:sp>
        <p:nvSpPr>
          <p:cNvPr id="1264" name="Google Shape;1264;p48"/>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Short support line.</a:t>
            </a:r>
            <a:endParaRPr>
              <a:solidFill>
                <a:schemeClr val="dk1"/>
              </a:solidFill>
            </a:endParaRPr>
          </a:p>
        </p:txBody>
      </p:sp>
      <p:grpSp>
        <p:nvGrpSpPr>
          <p:cNvPr id="1265" name="Google Shape;1265;p48"/>
          <p:cNvGrpSpPr/>
          <p:nvPr/>
        </p:nvGrpSpPr>
        <p:grpSpPr>
          <a:xfrm>
            <a:off x="5064913" y="4461913"/>
            <a:ext cx="1168925" cy="284175"/>
            <a:chOff x="6017825" y="3809000"/>
            <a:chExt cx="1168925" cy="284175"/>
          </a:xfrm>
        </p:grpSpPr>
        <p:sp>
          <p:nvSpPr>
            <p:cNvPr id="1266" name="Google Shape;1266;p4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63" name="Google Shape;1263;p48"/>
          <p:cNvSpPr txBox="1">
            <a:spLocks noGrp="1"/>
          </p:cNvSpPr>
          <p:nvPr>
            <p:ph type="title"/>
          </p:nvPr>
        </p:nvSpPr>
        <p:spPr>
          <a:xfrm>
            <a:off x="753800" y="1189100"/>
            <a:ext cx="7636500" cy="19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300">
                <a:solidFill>
                  <a:schemeClr val="dk1"/>
                </a:solidFill>
              </a:rPr>
              <a:t>A Strong Section Statement For The Next Chapter</a:t>
            </a:r>
            <a:endParaRPr>
              <a:solidFill>
                <a:schemeClr val="dk1"/>
              </a:solidFill>
            </a:endParaRPr>
          </a:p>
        </p:txBody>
      </p:sp>
      <p:sp>
        <p:nvSpPr>
          <p:cNvPr id="1264" name="Google Shape;1264;p48"/>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A concise supporting sentence to set direction.</a:t>
            </a:r>
            <a:endParaRPr>
              <a:solidFill>
                <a:schemeClr val="dk1"/>
              </a:solidFill>
            </a:endParaRPr>
          </a:p>
        </p:txBody>
      </p:sp>
      <p:grpSp>
        <p:nvGrpSpPr>
          <p:cNvPr id="1265" name="Google Shape;1265;p48"/>
          <p:cNvGrpSpPr/>
          <p:nvPr/>
        </p:nvGrpSpPr>
        <p:grpSpPr>
          <a:xfrm>
            <a:off x="5064913" y="4461913"/>
            <a:ext cx="1168925" cy="284175"/>
            <a:chOff x="6017825" y="3809000"/>
            <a:chExt cx="1168925" cy="284175"/>
          </a:xfrm>
        </p:grpSpPr>
        <p:sp>
          <p:nvSpPr>
            <p:cNvPr id="1266" name="Google Shape;1266;p4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63" name="Google Shape;1263;p48"/>
          <p:cNvSpPr txBox="1">
            <a:spLocks noGrp="1"/>
          </p:cNvSpPr>
          <p:nvPr>
            <p:ph type="title"/>
          </p:nvPr>
        </p:nvSpPr>
        <p:spPr>
          <a:xfrm>
            <a:off x="753800" y="1189100"/>
            <a:ext cx="7636500" cy="196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300">
                <a:solidFill>
                  <a:schemeClr val="dk1"/>
                </a:solidFill>
              </a:rPr>
              <a:t>A very long hero statement title intended to stress rendering behavior and show whether this layout keeps title typography under control or allows uncontrolled oversizing across multiple wrapped lines in the available title box</a:t>
            </a:r>
            <a:endParaRPr>
              <a:solidFill>
                <a:schemeClr val="dk1"/>
              </a:solidFill>
            </a:endParaRPr>
          </a:p>
        </p:txBody>
      </p:sp>
      <p:sp>
        <p:nvSpPr>
          <p:cNvPr id="1264" name="Google Shape;1264;p48"/>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Support text for long title case.</a:t>
            </a:r>
            <a:endParaRPr>
              <a:solidFill>
                <a:schemeClr val="dk1"/>
              </a:solidFill>
            </a:endParaRPr>
          </a:p>
        </p:txBody>
      </p:sp>
      <p:grpSp>
        <p:nvGrpSpPr>
          <p:cNvPr id="1265" name="Google Shape;1265;p48"/>
          <p:cNvGrpSpPr/>
          <p:nvPr/>
        </p:nvGrpSpPr>
        <p:grpSpPr>
          <a:xfrm>
            <a:off x="5064913" y="4461913"/>
            <a:ext cx="1168925" cy="284175"/>
            <a:chOff x="6017825" y="3809000"/>
            <a:chExt cx="1168925" cy="284175"/>
          </a:xfrm>
        </p:grpSpPr>
        <p:sp>
          <p:nvSpPr>
            <p:cNvPr id="1266" name="Google Shape;1266;p48"/>
            <p:cNvSpPr/>
            <p:nvPr/>
          </p:nvSpPr>
          <p:spPr>
            <a:xfrm>
              <a:off x="6017825" y="380900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32"/>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8"/>
            <p:cNvSpPr/>
            <p:nvPr/>
          </p:nvSpPr>
          <p:spPr>
            <a:xfrm>
              <a:off x="6247100" y="380900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32"/>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8"/>
            <p:cNvSpPr/>
            <p:nvPr/>
          </p:nvSpPr>
          <p:spPr>
            <a:xfrm>
              <a:off x="6476150" y="380900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32"/>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8"/>
            <p:cNvSpPr/>
            <p:nvPr/>
          </p:nvSpPr>
          <p:spPr>
            <a:xfrm>
              <a:off x="6705425" y="380900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32"/>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8"/>
            <p:cNvSpPr/>
            <p:nvPr/>
          </p:nvSpPr>
          <p:spPr>
            <a:xfrm>
              <a:off x="6934250" y="380900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32"/>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8"/>
            <p:cNvSpPr/>
            <p:nvPr/>
          </p:nvSpPr>
          <p:spPr>
            <a:xfrm>
              <a:off x="7163300" y="380900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32"/>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8"/>
            <p:cNvSpPr/>
            <p:nvPr/>
          </p:nvSpPr>
          <p:spPr>
            <a:xfrm>
              <a:off x="6017825" y="3939250"/>
              <a:ext cx="23450" cy="23450"/>
            </a:xfrm>
            <a:custGeom>
              <a:avLst/>
              <a:gdLst/>
              <a:ahLst/>
              <a:cxnLst/>
              <a:rect l="l" t="t" r="r" b="b"/>
              <a:pathLst>
                <a:path w="938" h="938" extrusionOk="0">
                  <a:moveTo>
                    <a:pt x="474" y="1"/>
                  </a:moveTo>
                  <a:cubicBezTo>
                    <a:pt x="215" y="1"/>
                    <a:pt x="1" y="215"/>
                    <a:pt x="1" y="474"/>
                  </a:cubicBezTo>
                  <a:cubicBezTo>
                    <a:pt x="1" y="732"/>
                    <a:pt x="215" y="938"/>
                    <a:pt x="474" y="938"/>
                  </a:cubicBezTo>
                  <a:cubicBezTo>
                    <a:pt x="723" y="938"/>
                    <a:pt x="938" y="723"/>
                    <a:pt x="938" y="474"/>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8"/>
            <p:cNvSpPr/>
            <p:nvPr/>
          </p:nvSpPr>
          <p:spPr>
            <a:xfrm>
              <a:off x="6247100" y="3939250"/>
              <a:ext cx="23225" cy="23450"/>
            </a:xfrm>
            <a:custGeom>
              <a:avLst/>
              <a:gdLst/>
              <a:ahLst/>
              <a:cxnLst/>
              <a:rect l="l" t="t" r="r" b="b"/>
              <a:pathLst>
                <a:path w="929" h="938" extrusionOk="0">
                  <a:moveTo>
                    <a:pt x="465" y="1"/>
                  </a:moveTo>
                  <a:cubicBezTo>
                    <a:pt x="206" y="1"/>
                    <a:pt x="1" y="215"/>
                    <a:pt x="1" y="474"/>
                  </a:cubicBezTo>
                  <a:cubicBezTo>
                    <a:pt x="1" y="732"/>
                    <a:pt x="206" y="938"/>
                    <a:pt x="465" y="938"/>
                  </a:cubicBezTo>
                  <a:cubicBezTo>
                    <a:pt x="723" y="938"/>
                    <a:pt x="929" y="723"/>
                    <a:pt x="929" y="474"/>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8"/>
            <p:cNvSpPr/>
            <p:nvPr/>
          </p:nvSpPr>
          <p:spPr>
            <a:xfrm>
              <a:off x="6476150" y="3939250"/>
              <a:ext cx="23450" cy="23450"/>
            </a:xfrm>
            <a:custGeom>
              <a:avLst/>
              <a:gdLst/>
              <a:ahLst/>
              <a:cxnLst/>
              <a:rect l="l" t="t" r="r" b="b"/>
              <a:pathLst>
                <a:path w="938" h="938" extrusionOk="0">
                  <a:moveTo>
                    <a:pt x="473" y="1"/>
                  </a:moveTo>
                  <a:cubicBezTo>
                    <a:pt x="215" y="1"/>
                    <a:pt x="1" y="215"/>
                    <a:pt x="1" y="474"/>
                  </a:cubicBezTo>
                  <a:cubicBezTo>
                    <a:pt x="1" y="732"/>
                    <a:pt x="215" y="938"/>
                    <a:pt x="473" y="938"/>
                  </a:cubicBezTo>
                  <a:cubicBezTo>
                    <a:pt x="723" y="938"/>
                    <a:pt x="937" y="723"/>
                    <a:pt x="937" y="474"/>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8"/>
            <p:cNvSpPr/>
            <p:nvPr/>
          </p:nvSpPr>
          <p:spPr>
            <a:xfrm>
              <a:off x="6705425" y="3939250"/>
              <a:ext cx="23225" cy="23450"/>
            </a:xfrm>
            <a:custGeom>
              <a:avLst/>
              <a:gdLst/>
              <a:ahLst/>
              <a:cxnLst/>
              <a:rect l="l" t="t" r="r" b="b"/>
              <a:pathLst>
                <a:path w="929" h="938" extrusionOk="0">
                  <a:moveTo>
                    <a:pt x="464" y="1"/>
                  </a:moveTo>
                  <a:cubicBezTo>
                    <a:pt x="206" y="1"/>
                    <a:pt x="0" y="215"/>
                    <a:pt x="0" y="474"/>
                  </a:cubicBezTo>
                  <a:cubicBezTo>
                    <a:pt x="0" y="732"/>
                    <a:pt x="197" y="938"/>
                    <a:pt x="464" y="938"/>
                  </a:cubicBezTo>
                  <a:cubicBezTo>
                    <a:pt x="723" y="938"/>
                    <a:pt x="928" y="723"/>
                    <a:pt x="928" y="474"/>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8"/>
            <p:cNvSpPr/>
            <p:nvPr/>
          </p:nvSpPr>
          <p:spPr>
            <a:xfrm>
              <a:off x="6934250" y="3939250"/>
              <a:ext cx="23450" cy="23450"/>
            </a:xfrm>
            <a:custGeom>
              <a:avLst/>
              <a:gdLst/>
              <a:ahLst/>
              <a:cxnLst/>
              <a:rect l="l" t="t" r="r" b="b"/>
              <a:pathLst>
                <a:path w="938" h="938" extrusionOk="0">
                  <a:moveTo>
                    <a:pt x="464" y="1"/>
                  </a:moveTo>
                  <a:cubicBezTo>
                    <a:pt x="206" y="1"/>
                    <a:pt x="0" y="215"/>
                    <a:pt x="0" y="474"/>
                  </a:cubicBezTo>
                  <a:cubicBezTo>
                    <a:pt x="0" y="732"/>
                    <a:pt x="215" y="938"/>
                    <a:pt x="464" y="938"/>
                  </a:cubicBezTo>
                  <a:cubicBezTo>
                    <a:pt x="723" y="938"/>
                    <a:pt x="937" y="723"/>
                    <a:pt x="937" y="474"/>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8"/>
            <p:cNvSpPr/>
            <p:nvPr/>
          </p:nvSpPr>
          <p:spPr>
            <a:xfrm>
              <a:off x="7163300" y="3939250"/>
              <a:ext cx="23450" cy="23450"/>
            </a:xfrm>
            <a:custGeom>
              <a:avLst/>
              <a:gdLst/>
              <a:ahLst/>
              <a:cxnLst/>
              <a:rect l="l" t="t" r="r" b="b"/>
              <a:pathLst>
                <a:path w="938" h="938" extrusionOk="0">
                  <a:moveTo>
                    <a:pt x="473" y="1"/>
                  </a:moveTo>
                  <a:cubicBezTo>
                    <a:pt x="214" y="1"/>
                    <a:pt x="0" y="215"/>
                    <a:pt x="0" y="474"/>
                  </a:cubicBezTo>
                  <a:cubicBezTo>
                    <a:pt x="0" y="732"/>
                    <a:pt x="214" y="938"/>
                    <a:pt x="473" y="938"/>
                  </a:cubicBezTo>
                  <a:cubicBezTo>
                    <a:pt x="732" y="938"/>
                    <a:pt x="937" y="723"/>
                    <a:pt x="937" y="474"/>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8"/>
            <p:cNvSpPr/>
            <p:nvPr/>
          </p:nvSpPr>
          <p:spPr>
            <a:xfrm>
              <a:off x="6017825" y="4069725"/>
              <a:ext cx="23450" cy="23450"/>
            </a:xfrm>
            <a:custGeom>
              <a:avLst/>
              <a:gdLst/>
              <a:ahLst/>
              <a:cxnLst/>
              <a:rect l="l" t="t" r="r" b="b"/>
              <a:pathLst>
                <a:path w="938" h="938" extrusionOk="0">
                  <a:moveTo>
                    <a:pt x="474" y="1"/>
                  </a:moveTo>
                  <a:cubicBezTo>
                    <a:pt x="215" y="1"/>
                    <a:pt x="1" y="215"/>
                    <a:pt x="1" y="473"/>
                  </a:cubicBezTo>
                  <a:cubicBezTo>
                    <a:pt x="1" y="723"/>
                    <a:pt x="215" y="937"/>
                    <a:pt x="474" y="937"/>
                  </a:cubicBezTo>
                  <a:cubicBezTo>
                    <a:pt x="723" y="937"/>
                    <a:pt x="938" y="723"/>
                    <a:pt x="938" y="473"/>
                  </a:cubicBezTo>
                  <a:cubicBezTo>
                    <a:pt x="938" y="215"/>
                    <a:pt x="723" y="1"/>
                    <a:pt x="4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8"/>
            <p:cNvSpPr/>
            <p:nvPr/>
          </p:nvSpPr>
          <p:spPr>
            <a:xfrm>
              <a:off x="6247100" y="4069725"/>
              <a:ext cx="23225" cy="23450"/>
            </a:xfrm>
            <a:custGeom>
              <a:avLst/>
              <a:gdLst/>
              <a:ahLst/>
              <a:cxnLst/>
              <a:rect l="l" t="t" r="r" b="b"/>
              <a:pathLst>
                <a:path w="929" h="938" extrusionOk="0">
                  <a:moveTo>
                    <a:pt x="465" y="1"/>
                  </a:moveTo>
                  <a:cubicBezTo>
                    <a:pt x="206" y="1"/>
                    <a:pt x="1" y="215"/>
                    <a:pt x="1" y="473"/>
                  </a:cubicBezTo>
                  <a:cubicBezTo>
                    <a:pt x="1" y="723"/>
                    <a:pt x="206" y="937"/>
                    <a:pt x="465" y="937"/>
                  </a:cubicBezTo>
                  <a:cubicBezTo>
                    <a:pt x="723" y="937"/>
                    <a:pt x="929" y="723"/>
                    <a:pt x="929" y="473"/>
                  </a:cubicBezTo>
                  <a:cubicBezTo>
                    <a:pt x="929" y="215"/>
                    <a:pt x="723"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8"/>
            <p:cNvSpPr/>
            <p:nvPr/>
          </p:nvSpPr>
          <p:spPr>
            <a:xfrm>
              <a:off x="6476150" y="4069725"/>
              <a:ext cx="23450" cy="23450"/>
            </a:xfrm>
            <a:custGeom>
              <a:avLst/>
              <a:gdLst/>
              <a:ahLst/>
              <a:cxnLst/>
              <a:rect l="l" t="t" r="r" b="b"/>
              <a:pathLst>
                <a:path w="938" h="938" extrusionOk="0">
                  <a:moveTo>
                    <a:pt x="473" y="1"/>
                  </a:moveTo>
                  <a:cubicBezTo>
                    <a:pt x="215" y="1"/>
                    <a:pt x="1" y="215"/>
                    <a:pt x="1" y="473"/>
                  </a:cubicBezTo>
                  <a:cubicBezTo>
                    <a:pt x="1" y="723"/>
                    <a:pt x="215" y="937"/>
                    <a:pt x="473" y="937"/>
                  </a:cubicBezTo>
                  <a:cubicBezTo>
                    <a:pt x="723" y="937"/>
                    <a:pt x="937" y="723"/>
                    <a:pt x="937" y="473"/>
                  </a:cubicBezTo>
                  <a:cubicBezTo>
                    <a:pt x="937" y="215"/>
                    <a:pt x="723"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8"/>
            <p:cNvSpPr/>
            <p:nvPr/>
          </p:nvSpPr>
          <p:spPr>
            <a:xfrm>
              <a:off x="6705425" y="4069725"/>
              <a:ext cx="23225" cy="23450"/>
            </a:xfrm>
            <a:custGeom>
              <a:avLst/>
              <a:gdLst/>
              <a:ahLst/>
              <a:cxnLst/>
              <a:rect l="l" t="t" r="r" b="b"/>
              <a:pathLst>
                <a:path w="929" h="938" extrusionOk="0">
                  <a:moveTo>
                    <a:pt x="464" y="1"/>
                  </a:moveTo>
                  <a:cubicBezTo>
                    <a:pt x="206" y="1"/>
                    <a:pt x="0" y="215"/>
                    <a:pt x="0" y="473"/>
                  </a:cubicBezTo>
                  <a:cubicBezTo>
                    <a:pt x="0" y="723"/>
                    <a:pt x="197" y="937"/>
                    <a:pt x="464" y="937"/>
                  </a:cubicBezTo>
                  <a:cubicBezTo>
                    <a:pt x="723" y="937"/>
                    <a:pt x="928" y="723"/>
                    <a:pt x="928" y="473"/>
                  </a:cubicBezTo>
                  <a:cubicBezTo>
                    <a:pt x="928"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8"/>
            <p:cNvSpPr/>
            <p:nvPr/>
          </p:nvSpPr>
          <p:spPr>
            <a:xfrm>
              <a:off x="6934250" y="4069725"/>
              <a:ext cx="23450" cy="23450"/>
            </a:xfrm>
            <a:custGeom>
              <a:avLst/>
              <a:gdLst/>
              <a:ahLst/>
              <a:cxnLst/>
              <a:rect l="l" t="t" r="r" b="b"/>
              <a:pathLst>
                <a:path w="938" h="938" extrusionOk="0">
                  <a:moveTo>
                    <a:pt x="464" y="1"/>
                  </a:moveTo>
                  <a:cubicBezTo>
                    <a:pt x="206" y="1"/>
                    <a:pt x="0" y="215"/>
                    <a:pt x="0" y="473"/>
                  </a:cubicBezTo>
                  <a:cubicBezTo>
                    <a:pt x="0" y="723"/>
                    <a:pt x="215" y="937"/>
                    <a:pt x="464" y="937"/>
                  </a:cubicBezTo>
                  <a:cubicBezTo>
                    <a:pt x="723" y="937"/>
                    <a:pt x="937" y="723"/>
                    <a:pt x="937" y="473"/>
                  </a:cubicBezTo>
                  <a:cubicBezTo>
                    <a:pt x="937" y="215"/>
                    <a:pt x="72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8"/>
            <p:cNvSpPr/>
            <p:nvPr/>
          </p:nvSpPr>
          <p:spPr>
            <a:xfrm>
              <a:off x="7163300" y="4069725"/>
              <a:ext cx="23450" cy="23450"/>
            </a:xfrm>
            <a:custGeom>
              <a:avLst/>
              <a:gdLst/>
              <a:ahLst/>
              <a:cxnLst/>
              <a:rect l="l" t="t" r="r" b="b"/>
              <a:pathLst>
                <a:path w="938" h="938" extrusionOk="0">
                  <a:moveTo>
                    <a:pt x="473" y="1"/>
                  </a:moveTo>
                  <a:cubicBezTo>
                    <a:pt x="214" y="1"/>
                    <a:pt x="0" y="215"/>
                    <a:pt x="0" y="473"/>
                  </a:cubicBezTo>
                  <a:cubicBezTo>
                    <a:pt x="0" y="723"/>
                    <a:pt x="214" y="937"/>
                    <a:pt x="473" y="937"/>
                  </a:cubicBezTo>
                  <a:cubicBezTo>
                    <a:pt x="732" y="937"/>
                    <a:pt x="937" y="723"/>
                    <a:pt x="937" y="473"/>
                  </a:cubicBezTo>
                  <a:cubicBezTo>
                    <a:pt x="937" y="215"/>
                    <a:pt x="732" y="1"/>
                    <a:pt x="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Humman Thermoregulation by Slidesgo">
  <a:themeElements>
    <a:clrScheme name="Simple Light">
      <a:dk1>
        <a:srgbClr val="434343"/>
      </a:dk1>
      <a:lt1>
        <a:srgbClr val="F3EDE3"/>
      </a:lt1>
      <a:dk2>
        <a:srgbClr val="91A1B0"/>
      </a:dk2>
      <a:lt2>
        <a:srgbClr val="CED4D7"/>
      </a:lt2>
      <a:accent1>
        <a:srgbClr val="ADB9C4"/>
      </a:accent1>
      <a:accent2>
        <a:srgbClr val="5D7F9B"/>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2333</Words>
  <Application>Microsoft Office PowerPoint</Application>
  <PresentationFormat>On-screen Show (16:9)</PresentationFormat>
  <Paragraphs>357</Paragraphs>
  <Slides>55</Slides>
  <Notes>55</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55</vt:i4>
      </vt:variant>
    </vt:vector>
  </HeadingPairs>
  <TitlesOfParts>
    <vt:vector size="70" baseType="lpstr">
      <vt:lpstr>PT Sans</vt:lpstr>
      <vt:lpstr>Proxima Nova</vt:lpstr>
      <vt:lpstr>Arial</vt:lpstr>
      <vt:lpstr>Lato</vt:lpstr>
      <vt:lpstr>Roboto Medium</vt:lpstr>
      <vt:lpstr>Calibri</vt:lpstr>
      <vt:lpstr>Amatic SC</vt:lpstr>
      <vt:lpstr>Roboto Condensed</vt:lpstr>
      <vt:lpstr>Bebas Neue</vt:lpstr>
      <vt:lpstr>Nunito Light</vt:lpstr>
      <vt:lpstr>Red Hat Text Light</vt:lpstr>
      <vt:lpstr>Anaheim</vt:lpstr>
      <vt:lpstr>Red Hat Text</vt:lpstr>
      <vt:lpstr>Humman Thermoregulation by Slidesgo</vt:lpstr>
      <vt:lpstr>Slidesgo Final Pages</vt:lpstr>
      <vt:lpstr>HUMAN THERMOREGULATION</vt:lpstr>
      <vt:lpstr>CONTENTS OF THIS TEMPLATE</vt:lpstr>
      <vt:lpstr>04</vt:lpstr>
      <vt:lpstr>WHOA!</vt:lpstr>
      <vt:lpstr>01</vt:lpstr>
      <vt:lpstr>DO YOU NEED LONGER TEXT?</vt:lpstr>
      <vt:lpstr>THE SLIDE TITLE GOES HERE!</vt:lpstr>
      <vt:lpstr>DIVIDE THE CONTENT</vt:lpstr>
      <vt:lpstr>HERE ARE THREE IDEAS</vt:lpstr>
      <vt:lpstr>DIVIDE THE CONTENT </vt:lpstr>
      <vt:lpstr>MORE CONCEPTS </vt:lpstr>
      <vt:lpstr>AWESOME WORDS</vt:lpstr>
      <vt:lpstr>—SOMEONE FAMOUS</vt:lpstr>
      <vt:lpstr>A PICTURE IS WORTH A THOUSAND WORDS</vt:lpstr>
      <vt:lpstr>A PICTURE ALWAYS REINFORCES  THE CONCEPT</vt:lpstr>
      <vt:lpstr>150,000</vt:lpstr>
      <vt:lpstr>386,000 km</vt:lpstr>
      <vt:lpstr>LET’S USE PERCENTAGES</vt:lpstr>
      <vt:lpstr>COMPUTER MOCKUP</vt:lpstr>
      <vt:lpstr>TABLET MOCKUP</vt:lpstr>
      <vt:lpstr>PHONE MOCKUP</vt:lpstr>
      <vt:lpstr>THIS IS A MAP</vt:lpstr>
      <vt:lpstr>A TIMELINE </vt:lpstr>
      <vt:lpstr>AN INFOGRAPHIC</vt:lpstr>
      <vt:lpstr>TABLES REPRESENT YOUR DATA</vt:lpstr>
      <vt:lpstr>YOU CAN USE THIS GRAPH</vt:lpstr>
      <vt:lpstr>OUR TEAM</vt:lpstr>
      <vt:lpstr>SOME PUBLICATIONS</vt:lpstr>
      <vt:lpstr>PHYSICAL EXAMINATION</vt:lpstr>
      <vt:lpstr> CASE TIMELINE</vt:lpstr>
      <vt:lpstr>REASONS TO STOP OR START</vt:lpstr>
      <vt:lpstr>CLEAR SCHEME</vt:lpstr>
      <vt:lpstr>THERMOREGULATION</vt:lpstr>
      <vt:lpstr>CONCLUSIONS</vt:lpstr>
      <vt:lpstr>THANKS!</vt:lpstr>
      <vt:lpstr>ALTERNATIVE RESOURCES</vt:lpstr>
      <vt:lpstr>SOME RESOURCES</vt:lpstr>
      <vt:lpstr>Instructions for use</vt:lpstr>
      <vt:lpstr>Instructions for use (premium users)</vt:lpstr>
      <vt:lpstr>Fonts &amp; colors used</vt:lpstr>
      <vt:lpstr>Storyset</vt:lpstr>
      <vt:lpstr>Use our editable graphic resources...</vt:lpstr>
      <vt:lpstr>PowerPoint Presentation</vt:lpstr>
      <vt:lpstr>PowerPoint Presentation</vt:lpstr>
      <vt:lpstr>PowerPoint Presentation</vt:lpstr>
      <vt:lpstr>PowerPoint Presentation</vt:lpstr>
      <vt:lpstr>PowerPoint Presentation</vt:lpstr>
      <vt:lpstr>...and our sets of editable icons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Rania Asran</cp:lastModifiedBy>
  <cp:revision>1</cp:revision>
  <dcterms:modified xsi:type="dcterms:W3CDTF">2026-04-22T06:23:23Z</dcterms:modified>
</cp:coreProperties>
</file>