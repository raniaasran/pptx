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8"/>
  </p:notesMasterIdLst>
  <p:sldIdLst>
    <p:sldId id="311" r:id="rId97"/>
    <p:sldId id="312" r:id="rId98"/>
    <p:sldId id="313" r:id="rId99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59"/>
      <p:bold r:id="rId60"/>
    </p:embeddedFont>
    <p:embeddedFont>
      <p:font typeface="Anaheim" panose="020B0604020202020204" charset="0"/>
      <p:regular r:id="rId61"/>
      <p:bold r:id="rId62"/>
    </p:embeddedFont>
    <p:embeddedFont>
      <p:font typeface="Bebas Neue" panose="020B0606020202050201" pitchFamily="34" charset="0"/>
      <p:regular r:id="rId63"/>
    </p:embeddedFont>
    <p:embeddedFont>
      <p:font typeface="Lato" panose="020F0502020204030203" pitchFamily="34" charset="0"/>
      <p:regular r:id="rId64"/>
      <p:bold r:id="rId65"/>
      <p:italic r:id="rId66"/>
      <p:boldItalic r:id="rId67"/>
    </p:embeddedFont>
    <p:embeddedFont>
      <p:font typeface="Nunito Light" pitchFamily="2" charset="0"/>
      <p:regular r:id="rId68"/>
    </p:embeddedFont>
    <p:embeddedFont>
      <p:font typeface="Proxima Nova" panose="020B0604020202020204" charset="0"/>
      <p:regular r:id="rId69"/>
      <p:bold r:id="rId70"/>
      <p:italic r:id="rId71"/>
      <p:boldItalic r:id="rId72"/>
    </p:embeddedFont>
    <p:embeddedFont>
      <p:font typeface="PT Sans" panose="020B0503020203020204" pitchFamily="34" charset="0"/>
      <p:regular r:id="rId73"/>
      <p:bold r:id="rId74"/>
      <p:italic r:id="rId75"/>
      <p:boldItalic r:id="rId76"/>
    </p:embeddedFont>
    <p:embeddedFont>
      <p:font typeface="Red Hat Text" panose="020B0604020202020204" charset="0"/>
      <p:regular r:id="rId77"/>
      <p:bold r:id="rId78"/>
      <p:italic r:id="rId79"/>
      <p:boldItalic r:id="rId80"/>
    </p:embeddedFont>
    <p:embeddedFont>
      <p:font typeface="Red Hat Text Light" panose="020B0604020202020204" charset="0"/>
      <p:regular r:id="rId81"/>
      <p:bold r:id="rId82"/>
      <p:italic r:id="rId83"/>
      <p:boldItalic r:id="rId84"/>
    </p:embeddedFont>
    <p:embeddedFont>
      <p:font typeface="Roboto Condensed" panose="02000000000000000000" pitchFamily="2" charset="0"/>
      <p:regular r:id="rId85"/>
      <p:bold r:id="rId86"/>
      <p:italic r:id="rId87"/>
      <p:boldItalic r:id="rId88"/>
    </p:embeddedFont>
    <p:embeddedFont>
      <p:font typeface="Roboto Medium" panose="02000000000000000000" pitchFamily="2" charset="0"/>
      <p:regular r:id="rId89"/>
      <p:bold r:id="rId90"/>
      <p:italic r:id="rId91"/>
      <p:boldItalic r:id="rId9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8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8" Type="http://schemas.openxmlformats.org/officeDocument/2006/relationships/notesMaster" Target="notesMasters/notesMaster1.xml"/><Relationship Id="rId59" Type="http://schemas.openxmlformats.org/officeDocument/2006/relationships/font" Target="fonts/font1.fntdata"/><Relationship Id="rId60" Type="http://schemas.openxmlformats.org/officeDocument/2006/relationships/font" Target="fonts/font2.fntdata"/><Relationship Id="rId61" Type="http://schemas.openxmlformats.org/officeDocument/2006/relationships/font" Target="fonts/font3.fntdata"/><Relationship Id="rId62" Type="http://schemas.openxmlformats.org/officeDocument/2006/relationships/font" Target="fonts/font4.fntdata"/><Relationship Id="rId63" Type="http://schemas.openxmlformats.org/officeDocument/2006/relationships/font" Target="fonts/font5.fntdata"/><Relationship Id="rId64" Type="http://schemas.openxmlformats.org/officeDocument/2006/relationships/font" Target="fonts/font6.fntdata"/><Relationship Id="rId65" Type="http://schemas.openxmlformats.org/officeDocument/2006/relationships/font" Target="fonts/font7.fntdata"/><Relationship Id="rId66" Type="http://schemas.openxmlformats.org/officeDocument/2006/relationships/font" Target="fonts/font8.fntdata"/><Relationship Id="rId67" Type="http://schemas.openxmlformats.org/officeDocument/2006/relationships/font" Target="fonts/font9.fntdata"/><Relationship Id="rId68" Type="http://schemas.openxmlformats.org/officeDocument/2006/relationships/font" Target="fonts/font10.fntdata"/><Relationship Id="rId69" Type="http://schemas.openxmlformats.org/officeDocument/2006/relationships/font" Target="fonts/font11.fntdata"/><Relationship Id="rId70" Type="http://schemas.openxmlformats.org/officeDocument/2006/relationships/font" Target="fonts/font12.fntdata"/><Relationship Id="rId71" Type="http://schemas.openxmlformats.org/officeDocument/2006/relationships/font" Target="fonts/font13.fntdata"/><Relationship Id="rId72" Type="http://schemas.openxmlformats.org/officeDocument/2006/relationships/font" Target="fonts/font14.fntdata"/><Relationship Id="rId73" Type="http://schemas.openxmlformats.org/officeDocument/2006/relationships/font" Target="fonts/font15.fntdata"/><Relationship Id="rId74" Type="http://schemas.openxmlformats.org/officeDocument/2006/relationships/font" Target="fonts/font16.fntdata"/><Relationship Id="rId75" Type="http://schemas.openxmlformats.org/officeDocument/2006/relationships/font" Target="fonts/font17.fntdata"/><Relationship Id="rId76" Type="http://schemas.openxmlformats.org/officeDocument/2006/relationships/font" Target="fonts/font18.fntdata"/><Relationship Id="rId77" Type="http://schemas.openxmlformats.org/officeDocument/2006/relationships/font" Target="fonts/font19.fntdata"/><Relationship Id="rId78" Type="http://schemas.openxmlformats.org/officeDocument/2006/relationships/font" Target="fonts/font20.fntdata"/><Relationship Id="rId79" Type="http://schemas.openxmlformats.org/officeDocument/2006/relationships/font" Target="fonts/font21.fntdata"/><Relationship Id="rId80" Type="http://schemas.openxmlformats.org/officeDocument/2006/relationships/font" Target="fonts/font22.fntdata"/><Relationship Id="rId81" Type="http://schemas.openxmlformats.org/officeDocument/2006/relationships/font" Target="fonts/font23.fntdata"/><Relationship Id="rId82" Type="http://schemas.openxmlformats.org/officeDocument/2006/relationships/font" Target="fonts/font24.fntdata"/><Relationship Id="rId83" Type="http://schemas.openxmlformats.org/officeDocument/2006/relationships/font" Target="fonts/font25.fntdata"/><Relationship Id="rId84" Type="http://schemas.openxmlformats.org/officeDocument/2006/relationships/font" Target="fonts/font26.fntdata"/><Relationship Id="rId85" Type="http://schemas.openxmlformats.org/officeDocument/2006/relationships/font" Target="fonts/font27.fntdata"/><Relationship Id="rId86" Type="http://schemas.openxmlformats.org/officeDocument/2006/relationships/font" Target="fonts/font28.fntdata"/><Relationship Id="rId87" Type="http://schemas.openxmlformats.org/officeDocument/2006/relationships/font" Target="fonts/font29.fntdata"/><Relationship Id="rId88" Type="http://schemas.openxmlformats.org/officeDocument/2006/relationships/font" Target="fonts/font30.fntdata"/><Relationship Id="rId89" Type="http://schemas.openxmlformats.org/officeDocument/2006/relationships/font" Target="fonts/font31.fntdata"/><Relationship Id="rId90" Type="http://schemas.openxmlformats.org/officeDocument/2006/relationships/font" Target="fonts/font32.fntdata"/><Relationship Id="rId91" Type="http://schemas.openxmlformats.org/officeDocument/2006/relationships/font" Target="fonts/font33.fntdata"/><Relationship Id="rId92" Type="http://schemas.openxmlformats.org/officeDocument/2006/relationships/font" Target="fonts/font34.fntdata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Relationship Id="rId97" Type="http://schemas.openxmlformats.org/officeDocument/2006/relationships/slide" Target="slides/slide56.xml"/><Relationship Id="rId98" Type="http://schemas.openxmlformats.org/officeDocument/2006/relationships/slide" Target="slides/slide57.xml"/><Relationship Id="rId99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Extreme Row Stress Test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very large text inside rows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56232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6232">
                <a:tc>
                  <a:txBody>
                    <a:bodyPr/>
                    <a:lstStyle/>
                    <a:p>
                      <a:r>
                        <a:rPr sz="900"/>
                        <a:t>Extreme 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This is an extremely long table-cell paragraph designed to exceed the normal row capacity, with repeated operational details, constraints, risks, mitigation notes, ownership context, timelines, dependencies, review requirements, and follow-up actions. This is an extremely long table-cell paragraph designed to exceed the normal row capacity, with repeated operational details, constraints, risks, mitigation notes, ownership context, timelines, dependencies, review requirements, and follow-up actions. This is an extremely long table-cell paragraph designed to exceed the normal row capacity, with repeated operational details, constraints, risks, mitigation notes, ownership context, timelines, dependencies, review requirements, and follow-up actions. This is an extremely long table-cell paragraph designed to exceed the normal row capacity, with repeated operational details, constraints, risks, mitigation notes, ownership context, timelines, dependencies, review requirements, and follow-up actions.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Extreme Row Stress Test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very large text inside rows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56232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6232">
                <a:tc>
                  <a:txBody>
                    <a:bodyPr/>
                    <a:lstStyle/>
                    <a:p>
                      <a:r>
                        <a:rPr sz="900"/>
                        <a:t>Extreme 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This is an extremely long table-cell paragraph designed to exceed the normal row capacity, with repeated operational details, constraints, risks, mitigation notes, ownership context, timelines, dependencies, review requirements, and follow-up actions. This is an extremely long table-cell paragraph designed to exceed the normal row capacity, with repeated operational details, constraints, risks, mitigation notes, ownership context, timelines, dependencies, review requirements, and follow-up actions. This is an extremely long table-cell paragraph designed to exceed the normal row capacity, with repeated operational details, constraints, risks, mitigation notes, ownership context, timelines, dependencies, review requirements, and follow-up actions. This is an extremely long table-cell paragraph designed to exceed the normal row capacity, with repeated operational details, constraints, risks, mitigation notes, ownership context, timelines, dependencies, review requirements, and follow-up actions.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Extreme Row Stress Test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very large text inside rows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Final footer only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Extreme test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56232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6232">
                <a:tc>
                  <a:txBody>
                    <a:bodyPr/>
                    <a:lstStyle/>
                    <a:p>
                      <a:r>
                        <a:rPr sz="900"/>
                        <a:t>Extreme 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This is an extremely long table-cell paragraph designed to exceed the normal row capacity, with repeated operational details, constraints, risks, mitigation notes, ownership context, timelines, dependencies, review requirements, and follow-up actions. This is an extremely long table-cell paragraph designed to exceed the normal row capacity, with repeated operational details, constraints, risks, mitigation notes, ownership context, timelines, dependencies, review requirements, and follow-up actions. This is an extremely long table-cell paragraph designed to exceed the normal row capacity, with repeated operational details, constraints, risks, mitigation notes, ownership context, timelines, dependencies, review requirements, and follow-up actions. This is an extremely long table-cell paragraph designed to exceed the normal row capacity, with repeated operational details, constraints, risks, mitigation notes, ownership context, timelines, dependencies, review requirements, and follow-up actions.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2333</Words>
  <Application>Microsoft Office PowerPoint</Application>
  <PresentationFormat>On-screen Show (16:9)</PresentationFormat>
  <Paragraphs>357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70" baseType="lpstr">
      <vt:lpstr>PT Sans</vt:lpstr>
      <vt:lpstr>Proxima Nova</vt:lpstr>
      <vt:lpstr>Arial</vt:lpstr>
      <vt:lpstr>Lato</vt:lpstr>
      <vt:lpstr>Roboto Medium</vt:lpstr>
      <vt:lpstr>Calibri</vt:lpstr>
      <vt:lpstr>Amatic SC</vt:lpstr>
      <vt:lpstr>Roboto Condensed</vt:lpstr>
      <vt:lpstr>Bebas Neue</vt:lpstr>
      <vt:lpstr>Nunito Light</vt:lpstr>
      <vt:lpstr>Red Hat Text Light</vt:lpstr>
      <vt:lpstr>Anaheim</vt:lpstr>
      <vt:lpstr>Red Hat Text</vt:lpstr>
      <vt:lpstr>Humman Thermoregulation by Slidesgo</vt:lpstr>
      <vt:lpstr>Slidesgo Final Pages</vt:lpstr>
      <vt:lpstr>HUMAN THERMOREGULATION</vt:lpstr>
      <vt:lpstr>CONTENTS OF THIS TEMPLATE</vt:lpstr>
      <vt:lpstr>04</vt:lpstr>
      <vt:lpstr>WHOA!</vt:lpstr>
      <vt:lpstr>01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386,000 km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1</cp:revision>
  <dcterms:modified xsi:type="dcterms:W3CDTF">2026-04-22T06:23:23Z</dcterms:modified>
</cp:coreProperties>
</file>