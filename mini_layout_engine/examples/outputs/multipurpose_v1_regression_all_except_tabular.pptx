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11"/>
  </p:notesMasterIdLst>
  <p:sldIdLst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Proxima Nova" panose="020B0604020202020204" charset="0"/>
      <p:regular r:id="rId19"/>
      <p:bold r:id="rId20"/>
      <p:italic r:id="rId21"/>
      <p:boldItalic r:id="rId22"/>
    </p:embeddedFont>
    <p:embeddedFont>
      <p:font typeface="PT Sans" panose="020B0503020203020204" pitchFamily="34" charset="0"/>
      <p:regular r:id="rId23"/>
      <p:bold r:id="rId24"/>
      <p:italic r:id="rId25"/>
      <p:boldItalic r:id="rId26"/>
    </p:embeddedFont>
    <p:embeddedFont>
      <p:font typeface="Red Hat Text" panose="020B0604020202020204" charset="0"/>
      <p:regular r:id="rId27"/>
      <p:bold r:id="rId28"/>
      <p:italic r:id="rId29"/>
      <p:boldItalic r:id="rId30"/>
    </p:embeddedFont>
    <p:embeddedFont>
      <p:font typeface="Red Hat Text Light" panose="020B0604020202020204" charset="0"/>
      <p:regular r:id="rId31"/>
      <p:bold r:id="rId32"/>
      <p:italic r:id="rId33"/>
      <p:boldItalic r:id="rId34"/>
    </p:embeddedFont>
    <p:embeddedFont>
      <p:font typeface="Roboto Condensed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font" Target="fonts/font2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dirty="0"/>
              <a:t>Q2 Operations Snapshot</a:t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Cross-team progress and next actions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solidFill>
                  <a:schemeClr val="dk1"/>
                </a:solidFill>
              </a:rPr>
              <a:t>Execution improved, but handoff speed is our next bottleneck.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Throughput is trending up; we now need tighter coordination between planning, release, and support.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Workstreams</a:t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 and near-term focus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Status refreshed this week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Owners confirmed for all items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01150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Platform Stability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Improve reliability by addressing top recurring incidents.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Release Process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Reduce cycle delays with tighter QA and pre-release checklists.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Customer Onboarding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Simplify setup flow and improve activation guidance.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Analytics Cleanup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Standardize event tracking and align dashboard definitions.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Security Review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Close high-priority findings and verify remediation coverage.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Support Enablement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Refresh playbooks for common escalations and handoffs.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51"/>
          <p:cNvSpPr/>
          <p:nvPr/>
        </p:nvSpPr>
        <p:spPr>
          <a:xfrm>
            <a:off x="4638698" y="353365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51"/>
          <p:cNvSpPr txBox="1">
            <a:spLocks noGrp="1"/>
          </p:cNvSpPr>
          <p:nvPr>
            <p:ph type="title"/>
          </p:nvPr>
        </p:nvSpPr>
        <p:spPr>
          <a:xfrm>
            <a:off x="720000" y="332551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ed Hat Text Light"/>
                <a:ea typeface="Red Hat Text Light"/>
                <a:cs typeface="Red Hat Text Light"/>
                <a:sym typeface="Red Hat Text Light"/>
              </a:rPr>
              <a:t>Release Readiness Highlights</a:t>
            </a:r>
            <a:endParaRPr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25" name="Google Shape;1325;p51"/>
          <p:cNvSpPr txBox="1">
            <a:spLocks noGrp="1"/>
          </p:cNvSpPr>
          <p:nvPr>
            <p:ph type="subTitle" idx="1"/>
          </p:nvPr>
        </p:nvSpPr>
        <p:spPr>
          <a:xfrm>
            <a:off x="720000" y="2159354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dirty="0"/>
              <a:t>The latest checkpoint shows strong alignment across product, engineering, and operations.</a:t>
            </a:r>
          </a:p>
          <a:p>
            <a:pPr>
              <a:buChar char="•"/>
            </a:pPr>
            <a:r>
              <a:rPr dirty="0"/>
              <a:t>Critical defects reduced to low single digits</a:t>
            </a:r>
          </a:p>
          <a:p>
            <a:pPr>
              <a:buChar char="•"/>
            </a:pPr>
            <a:r>
              <a:rPr dirty="0"/>
              <a:t>Rollback runbook validated in staging</a:t>
            </a:r>
          </a:p>
          <a:p>
            <a:pPr>
              <a:buChar char="•"/>
            </a:pPr>
            <a:r>
              <a:rPr dirty="0"/>
              <a:t>Launch communications draft approved</a:t>
            </a:r>
          </a:p>
          <a:p>
            <a:pPr>
              <a:buNone/>
            </a:pPr>
            <a:r>
              <a:rPr dirty="0"/>
              <a:t>Final sign-off is pending one compliance review.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CFE4A-4832-3393-3A0E-E5461B006E73}"/>
              </a:ext>
            </a:extLst>
          </p:cNvPr>
          <p:cNvSpPr/>
          <p:nvPr/>
        </p:nvSpPr>
        <p:spPr>
          <a:xfrm>
            <a:off x="4972050" y="481693"/>
            <a:ext cx="3739243" cy="37881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6" name="Picture 1325" descr="wide__contain_2092x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125" y="782650"/>
            <a:ext cx="3195600" cy="324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Operational Focus Areas</a:t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Improve KPI coverage for adoption, quality, and response.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Stabilize top failing integrations and monitor error budgets.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2161307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Shorten review loops and reduce queue time for releases.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3316003"/>
            <a:ext cx="2434118" cy="639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Equip teams with clearer docs and faster escalation paths.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59000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800350"/>
            <a:ext cx="775687" cy="59000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59000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800350"/>
            <a:ext cx="775687" cy="59000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Reliability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80359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Speed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Visibility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935055"/>
            <a:ext cx="2434118" cy="5200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Enablement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7AEED-3E72-0AE6-7AD6-82CA959F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-544235"/>
            <a:ext cx="7704000" cy="572700"/>
          </a:xfrm>
        </p:spPr>
        <p:txBody>
          <a:bodyPr/>
          <a:lstStyle/>
          <a:p>
            <a:r>
              <a:t>System Topology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B1CD-1EFF-41E8-57B8-84F6FC4A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20" y="4426311"/>
            <a:ext cx="7704000" cy="372600"/>
          </a:xfrm>
        </p:spPr>
        <p:txBody>
          <a:bodyPr/>
          <a:lstStyle/>
          <a:p>
            <a:r>
              <a:t>Current architecture view used for release planning and dependency tracking.</a:t>
            </a:r>
          </a:p>
        </p:txBody>
      </p:sp>
      <p:pic>
        <p:nvPicPr>
          <p:cNvPr id="4" name="Picture 3" descr="earth__contain_2092x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436880"/>
            <a:ext cx="8696960" cy="37612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Program Timeline</a:t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Scope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outcomes and ownership.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Plan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Break work into deliverable milestones.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Build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 core changes and integrations.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Validate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Run QA, reliability, and security checks.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Prepare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Finalize launch checklist and comms.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Program Timeline</a:t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Launch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Deploy and monitor live performance.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Review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Capture learnings and next improvements.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06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07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283</Words>
  <Application>Microsoft Office PowerPoint</Application>
  <PresentationFormat>On-screen Show (16:9)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PT Sans</vt:lpstr>
      <vt:lpstr>Red Hat Text Light</vt:lpstr>
      <vt:lpstr>Proxima Nova</vt:lpstr>
      <vt:lpstr>Lato</vt:lpstr>
      <vt:lpstr>Bebas Neue</vt:lpstr>
      <vt:lpstr>Roboto Condensed</vt:lpstr>
      <vt:lpstr>Arial</vt:lpstr>
      <vt:lpstr>Nunito Light</vt:lpstr>
      <vt:lpstr>Red Hat Text</vt:lpstr>
      <vt:lpstr>Humman Thermoregulation by Slidesgo</vt:lpstr>
      <vt:lpstr>Slidesgo Final Pages</vt:lpstr>
      <vt:lpstr>Q2 Operations Snapshot</vt:lpstr>
      <vt:lpstr>Execution improved, but handoff speed is our next bottleneck.</vt:lpstr>
      <vt:lpstr>Priority Workstreams</vt:lpstr>
      <vt:lpstr>Release Readiness Highlights</vt:lpstr>
      <vt:lpstr>Operational Focus Areas</vt:lpstr>
      <vt:lpstr>System Topology Overview</vt:lpstr>
      <vt:lpstr>Program Timeline</vt:lpstr>
      <vt:lpstr>Program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5</cp:revision>
  <dcterms:modified xsi:type="dcterms:W3CDTF">2026-04-26T13:46:10Z</dcterms:modified>
</cp:coreProperties>
</file>